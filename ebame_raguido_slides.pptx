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_rels/slide5.xml.rels" ContentType="application/vnd.openxmlformats-package.relationships+xml"/>
  <Override PartName="/ppt/slides/_rels/slide21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20.xml.rels" ContentType="application/vnd.openxmlformats-package.relationships+xml"/>
  <Override PartName="/ppt/slides/_rels/slide18.xml.rels" ContentType="application/vnd.openxmlformats-package.relationships+xml"/>
  <Override PartName="/ppt/slides/_rels/slide3.xml.rels" ContentType="application/vnd.openxmlformats-package.relationships+xml"/>
  <Override PartName="/ppt/slides/_rels/slide17.xml.rels" ContentType="application/vnd.openxmlformats-package.relationships+xml"/>
  <Override PartName="/ppt/slides/_rels/slide2.xml.rels" ContentType="application/vnd.openxmlformats-package.relationships+xml"/>
  <Override PartName="/ppt/slides/_rels/slide16.xml.rels" ContentType="application/vnd.openxmlformats-package.relationships+xml"/>
  <Override PartName="/ppt/slides/_rels/slide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24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23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22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s/slide6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18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1.xml" ContentType="application/vnd.openxmlformats-officedocument.presentationml.slide+xml"/>
  <Override PartName="/ppt/_rels/presentation.xml.rels" ContentType="application/vnd.openxmlformats-package.relationships+xml"/>
  <Override PartName="/ppt/media/image1.jpeg" ContentType="image/jpeg"/>
  <Override PartName="/ppt/media/image2.png" ContentType="image/png"/>
  <Override PartName="/ppt/media/image3.png" ContentType="image/png"/>
  <Override PartName="/ppt/media/image4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0083800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48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488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17ECB86-BC51-44F0-A36A-F8CF8DD65AB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2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48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488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0E2EAE0-47ED-4995-A41E-70419FB82CF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48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488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CD99EF96-7C90-49E3-856C-FC4E3112204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8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48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488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E9F42000-3560-4909-9223-91CB45D4E05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48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488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22F4AE92-FD55-4234-8853-24612FB2C0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4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756360" y="1757880"/>
            <a:ext cx="85708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1"/>
          </p:nvPr>
        </p:nvSpPr>
        <p:spPr>
          <a:xfrm>
            <a:off x="3428640" y="5273640"/>
            <a:ext cx="322632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2"/>
          </p:nvPr>
        </p:nvSpPr>
        <p:spPr>
          <a:xfrm>
            <a:off x="504360" y="5273640"/>
            <a:ext cx="231876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7260480" y="5273640"/>
            <a:ext cx="231876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22B57FE3-48B4-49FC-B5FA-D1C4C5C95F5F}" type="slidenum">
              <a:rPr b="0" lang="en-GB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35600" y="199080"/>
            <a:ext cx="983880" cy="86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504360" y="1304280"/>
            <a:ext cx="9075240" cy="374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ftr" idx="4"/>
          </p:nvPr>
        </p:nvSpPr>
        <p:spPr>
          <a:xfrm>
            <a:off x="3428640" y="5273640"/>
            <a:ext cx="322632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5"/>
          </p:nvPr>
        </p:nvSpPr>
        <p:spPr>
          <a:xfrm>
            <a:off x="504360" y="5273640"/>
            <a:ext cx="231876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7260480" y="5273640"/>
            <a:ext cx="231876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70C1BE49-10D8-4EF7-965D-431AEC457D10}" type="slidenum">
              <a:rPr b="0" lang="en-GB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35600" y="199080"/>
            <a:ext cx="983880" cy="86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504360" y="1304280"/>
            <a:ext cx="4386240" cy="328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5193000" y="1304280"/>
            <a:ext cx="4386240" cy="328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7"/>
          </p:nvPr>
        </p:nvSpPr>
        <p:spPr>
          <a:xfrm>
            <a:off x="3428640" y="5273640"/>
            <a:ext cx="322632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dt" idx="8"/>
          </p:nvPr>
        </p:nvSpPr>
        <p:spPr>
          <a:xfrm>
            <a:off x="504360" y="5273640"/>
            <a:ext cx="231876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7260480" y="5273640"/>
            <a:ext cx="231876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689DD98-96CA-4F95-B25C-CEC49B6B59BE}" type="slidenum">
              <a:rPr b="0" lang="en-GB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35600" y="199080"/>
            <a:ext cx="983880" cy="869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ftr" idx="10"/>
          </p:nvPr>
        </p:nvSpPr>
        <p:spPr>
          <a:xfrm>
            <a:off x="3428640" y="5273640"/>
            <a:ext cx="322632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1"/>
          </p:nvPr>
        </p:nvSpPr>
        <p:spPr>
          <a:xfrm>
            <a:off x="504360" y="5273640"/>
            <a:ext cx="231876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sldNum" idx="12"/>
          </p:nvPr>
        </p:nvSpPr>
        <p:spPr>
          <a:xfrm>
            <a:off x="7260480" y="5273640"/>
            <a:ext cx="231876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4CFD77EB-9030-457A-92BC-583E619F28A0}" type="slidenum">
              <a:rPr b="0" lang="en-GB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ftr" idx="13"/>
          </p:nvPr>
        </p:nvSpPr>
        <p:spPr>
          <a:xfrm>
            <a:off x="3428640" y="5273640"/>
            <a:ext cx="322632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dt" idx="14"/>
          </p:nvPr>
        </p:nvSpPr>
        <p:spPr>
          <a:xfrm>
            <a:off x="504360" y="5273640"/>
            <a:ext cx="231876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sldNum" idx="15"/>
          </p:nvPr>
        </p:nvSpPr>
        <p:spPr>
          <a:xfrm>
            <a:off x="7260480" y="5273640"/>
            <a:ext cx="2318760" cy="2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defRPr b="0" lang="en-GB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66E9AB4-C0D1-45E8-892B-DA01F96206A3}" type="slidenum">
              <a:rPr b="0" lang="en-GB" sz="1400" spc="-1" strike="noStrike">
                <a:solidFill>
                  <a:schemeClr val="dk1">
                    <a:tint val="75000"/>
                  </a:schemeClr>
                </a:solidFill>
                <a:latin typeface="Times New Roman"/>
              </a:rPr>
              <a:t>&lt;number&gt;</a:t>
            </a:fld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488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488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GB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5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slideLayout" Target="../slideLayouts/slideLayout5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2"/>
          <p:cNvSpPr/>
          <p:nvPr/>
        </p:nvSpPr>
        <p:spPr>
          <a:xfrm>
            <a:off x="264240" y="163800"/>
            <a:ext cx="46591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Limitations</a:t>
            </a:r>
            <a:r>
              <a:rPr b="1" lang="en-GB" sz="18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1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De</a:t>
            </a:r>
            <a:r>
              <a:rPr b="1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Bruijn</a:t>
            </a:r>
            <a:r>
              <a:rPr b="1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Graph</a:t>
            </a:r>
            <a:r>
              <a:rPr b="1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assemblers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object 3"/>
          <p:cNvSpPr/>
          <p:nvPr/>
        </p:nvSpPr>
        <p:spPr>
          <a:xfrm>
            <a:off x="1266840" y="2226600"/>
            <a:ext cx="2203200" cy="111240"/>
          </a:xfrm>
          <a:custGeom>
            <a:avLst/>
            <a:gdLst>
              <a:gd name="textAreaLeft" fmla="*/ 0 w 2203200"/>
              <a:gd name="textAreaRight" fmla="*/ 2203560 w 2203200"/>
              <a:gd name="textAreaTop" fmla="*/ 0 h 111240"/>
              <a:gd name="textAreaBottom" fmla="*/ 111600 h 111240"/>
            </a:gdLst>
            <a:ahLst/>
            <a:rect l="textAreaLeft" t="textAreaTop" r="textAreaRight" b="textAreaBottom"/>
            <a:pathLst>
              <a:path w="2203450" h="111760">
                <a:moveTo>
                  <a:pt x="2203196" y="0"/>
                </a:moveTo>
                <a:lnTo>
                  <a:pt x="0" y="0"/>
                </a:lnTo>
                <a:lnTo>
                  <a:pt x="0" y="111239"/>
                </a:lnTo>
                <a:lnTo>
                  <a:pt x="1101598" y="111239"/>
                </a:lnTo>
                <a:lnTo>
                  <a:pt x="2203196" y="111239"/>
                </a:lnTo>
                <a:lnTo>
                  <a:pt x="2203196" y="0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object 4"/>
          <p:cNvSpPr/>
          <p:nvPr/>
        </p:nvSpPr>
        <p:spPr>
          <a:xfrm>
            <a:off x="1537560" y="1290960"/>
            <a:ext cx="1628280" cy="156960"/>
          </a:xfrm>
          <a:custGeom>
            <a:avLst/>
            <a:gdLst>
              <a:gd name="textAreaLeft" fmla="*/ 0 w 1628280"/>
              <a:gd name="textAreaRight" fmla="*/ 1628640 w 1628280"/>
              <a:gd name="textAreaTop" fmla="*/ 0 h 156960"/>
              <a:gd name="textAreaBottom" fmla="*/ 157320 h 156960"/>
            </a:gdLst>
            <a:ahLst/>
            <a:rect l="textAreaLeft" t="textAreaTop" r="textAreaRight" b="textAreaBottom"/>
            <a:pathLst>
              <a:path w="1628775" h="157480">
                <a:moveTo>
                  <a:pt x="275755" y="97205"/>
                </a:moveTo>
                <a:lnTo>
                  <a:pt x="0" y="97205"/>
                </a:lnTo>
                <a:lnTo>
                  <a:pt x="0" y="157327"/>
                </a:lnTo>
                <a:lnTo>
                  <a:pt x="137871" y="157327"/>
                </a:lnTo>
                <a:lnTo>
                  <a:pt x="275755" y="157327"/>
                </a:lnTo>
                <a:lnTo>
                  <a:pt x="275755" y="97205"/>
                </a:lnTo>
                <a:close/>
              </a:path>
              <a:path w="1628775" h="157480">
                <a:moveTo>
                  <a:pt x="466559" y="0"/>
                </a:moveTo>
                <a:lnTo>
                  <a:pt x="190792" y="0"/>
                </a:lnTo>
                <a:lnTo>
                  <a:pt x="190792" y="60121"/>
                </a:lnTo>
                <a:lnTo>
                  <a:pt x="328676" y="60121"/>
                </a:lnTo>
                <a:lnTo>
                  <a:pt x="466559" y="60121"/>
                </a:lnTo>
                <a:lnTo>
                  <a:pt x="466559" y="0"/>
                </a:lnTo>
                <a:close/>
              </a:path>
              <a:path w="1628775" h="157480">
                <a:moveTo>
                  <a:pt x="641515" y="93243"/>
                </a:moveTo>
                <a:lnTo>
                  <a:pt x="365760" y="93243"/>
                </a:lnTo>
                <a:lnTo>
                  <a:pt x="365760" y="153365"/>
                </a:lnTo>
                <a:lnTo>
                  <a:pt x="503631" y="153365"/>
                </a:lnTo>
                <a:lnTo>
                  <a:pt x="641515" y="153365"/>
                </a:lnTo>
                <a:lnTo>
                  <a:pt x="641515" y="93243"/>
                </a:lnTo>
                <a:close/>
              </a:path>
              <a:path w="1628775" h="157480">
                <a:moveTo>
                  <a:pt x="833755" y="5041"/>
                </a:moveTo>
                <a:lnTo>
                  <a:pt x="557999" y="5041"/>
                </a:lnTo>
                <a:lnTo>
                  <a:pt x="557999" y="65163"/>
                </a:lnTo>
                <a:lnTo>
                  <a:pt x="695871" y="65163"/>
                </a:lnTo>
                <a:lnTo>
                  <a:pt x="833755" y="65163"/>
                </a:lnTo>
                <a:lnTo>
                  <a:pt x="833755" y="5041"/>
                </a:lnTo>
                <a:close/>
              </a:path>
              <a:path w="1628775" h="157480">
                <a:moveTo>
                  <a:pt x="1043990" y="93599"/>
                </a:moveTo>
                <a:lnTo>
                  <a:pt x="768235" y="93599"/>
                </a:lnTo>
                <a:lnTo>
                  <a:pt x="768235" y="153720"/>
                </a:lnTo>
                <a:lnTo>
                  <a:pt x="906119" y="153720"/>
                </a:lnTo>
                <a:lnTo>
                  <a:pt x="1043990" y="153720"/>
                </a:lnTo>
                <a:lnTo>
                  <a:pt x="1043990" y="93599"/>
                </a:lnTo>
                <a:close/>
              </a:path>
              <a:path w="1628775" h="157480">
                <a:moveTo>
                  <a:pt x="1236954" y="5041"/>
                </a:moveTo>
                <a:lnTo>
                  <a:pt x="961199" y="5041"/>
                </a:lnTo>
                <a:lnTo>
                  <a:pt x="961199" y="65163"/>
                </a:lnTo>
                <a:lnTo>
                  <a:pt x="1099070" y="65163"/>
                </a:lnTo>
                <a:lnTo>
                  <a:pt x="1236954" y="65163"/>
                </a:lnTo>
                <a:lnTo>
                  <a:pt x="1236954" y="5041"/>
                </a:lnTo>
                <a:close/>
              </a:path>
              <a:path w="1628775" h="157480">
                <a:moveTo>
                  <a:pt x="1434592" y="91808"/>
                </a:moveTo>
                <a:lnTo>
                  <a:pt x="1158836" y="91808"/>
                </a:lnTo>
                <a:lnTo>
                  <a:pt x="1158836" y="151930"/>
                </a:lnTo>
                <a:lnTo>
                  <a:pt x="1296720" y="151930"/>
                </a:lnTo>
                <a:lnTo>
                  <a:pt x="1434592" y="151930"/>
                </a:lnTo>
                <a:lnTo>
                  <a:pt x="1434592" y="91808"/>
                </a:lnTo>
                <a:close/>
              </a:path>
              <a:path w="1628775" h="157480">
                <a:moveTo>
                  <a:pt x="1628279" y="1447"/>
                </a:moveTo>
                <a:lnTo>
                  <a:pt x="1352511" y="1447"/>
                </a:lnTo>
                <a:lnTo>
                  <a:pt x="1352511" y="61569"/>
                </a:lnTo>
                <a:lnTo>
                  <a:pt x="1490395" y="61569"/>
                </a:lnTo>
                <a:lnTo>
                  <a:pt x="1628279" y="61569"/>
                </a:lnTo>
                <a:lnTo>
                  <a:pt x="1628279" y="1447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37" name="object 5"/>
          <p:cNvGrpSpPr/>
          <p:nvPr/>
        </p:nvGrpSpPr>
        <p:grpSpPr>
          <a:xfrm>
            <a:off x="2423520" y="1705320"/>
            <a:ext cx="108360" cy="393120"/>
            <a:chOff x="2423520" y="1705320"/>
            <a:chExt cx="108360" cy="393120"/>
          </a:xfrm>
        </p:grpSpPr>
        <p:sp>
          <p:nvSpPr>
            <p:cNvPr id="38" name="object 6"/>
            <p:cNvSpPr/>
            <p:nvPr/>
          </p:nvSpPr>
          <p:spPr>
            <a:xfrm>
              <a:off x="2477520" y="1705320"/>
              <a:ext cx="6120" cy="292320"/>
            </a:xfrm>
            <a:custGeom>
              <a:avLst/>
              <a:gdLst>
                <a:gd name="textAreaLeft" fmla="*/ 0 w 6120"/>
                <a:gd name="textAreaRight" fmla="*/ 6480 w 6120"/>
                <a:gd name="textAreaTop" fmla="*/ 0 h 292320"/>
                <a:gd name="textAreaBottom" fmla="*/ 292680 h 292320"/>
              </a:gdLst>
              <a:ahLst/>
              <a:rect l="textAreaLeft" t="textAreaTop" r="textAreaRight" b="textAreaBottom"/>
              <a:pathLst>
                <a:path w="6350" h="292735">
                  <a:moveTo>
                    <a:pt x="6121" y="0"/>
                  </a:moveTo>
                  <a:lnTo>
                    <a:pt x="0" y="292684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" name="object 7"/>
            <p:cNvSpPr/>
            <p:nvPr/>
          </p:nvSpPr>
          <p:spPr>
            <a:xfrm>
              <a:off x="2423520" y="1989720"/>
              <a:ext cx="108360" cy="10872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720"/>
                <a:gd name="textAreaBottom" fmla="*/ 109080 h 108720"/>
              </a:gdLst>
              <a:ahLst/>
              <a:rect l="textAreaLeft" t="textAreaTop" r="textAreaRight" b="textAreaBottom"/>
              <a:pathLst>
                <a:path w="108585" h="109219">
                  <a:moveTo>
                    <a:pt x="0" y="0"/>
                  </a:moveTo>
                  <a:lnTo>
                    <a:pt x="51841" y="109080"/>
                  </a:lnTo>
                  <a:lnTo>
                    <a:pt x="108000" y="21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0" name="object 8"/>
          <p:cNvSpPr/>
          <p:nvPr/>
        </p:nvSpPr>
        <p:spPr>
          <a:xfrm>
            <a:off x="6182640" y="2317680"/>
            <a:ext cx="885600" cy="880560"/>
          </a:xfrm>
          <a:custGeom>
            <a:avLst/>
            <a:gdLst>
              <a:gd name="textAreaLeft" fmla="*/ 0 w 885600"/>
              <a:gd name="textAreaRight" fmla="*/ 885960 w 885600"/>
              <a:gd name="textAreaTop" fmla="*/ 0 h 880560"/>
              <a:gd name="textAreaBottom" fmla="*/ 880920 h 880560"/>
            </a:gdLst>
            <a:ahLst/>
            <a:rect l="textAreaLeft" t="textAreaTop" r="textAreaRight" b="textAreaBottom"/>
            <a:pathLst>
              <a:path w="885825" h="880744">
                <a:moveTo>
                  <a:pt x="442798" y="0"/>
                </a:moveTo>
                <a:lnTo>
                  <a:pt x="396375" y="2442"/>
                </a:lnTo>
                <a:lnTo>
                  <a:pt x="350661" y="9689"/>
                </a:lnTo>
                <a:lnTo>
                  <a:pt x="306019" y="21619"/>
                </a:lnTo>
                <a:lnTo>
                  <a:pt x="262811" y="38110"/>
                </a:lnTo>
                <a:lnTo>
                  <a:pt x="221399" y="59042"/>
                </a:lnTo>
                <a:lnTo>
                  <a:pt x="182432" y="84178"/>
                </a:lnTo>
                <a:lnTo>
                  <a:pt x="146490" y="113170"/>
                </a:lnTo>
                <a:lnTo>
                  <a:pt x="113832" y="145721"/>
                </a:lnTo>
                <a:lnTo>
                  <a:pt x="84715" y="181540"/>
                </a:lnTo>
                <a:lnTo>
                  <a:pt x="59397" y="220332"/>
                </a:lnTo>
                <a:lnTo>
                  <a:pt x="38389" y="261162"/>
                </a:lnTo>
                <a:lnTo>
                  <a:pt x="21695" y="304236"/>
                </a:lnTo>
                <a:lnTo>
                  <a:pt x="9712" y="348607"/>
                </a:lnTo>
                <a:lnTo>
                  <a:pt x="2445" y="394082"/>
                </a:lnTo>
                <a:lnTo>
                  <a:pt x="0" y="440283"/>
                </a:lnTo>
                <a:lnTo>
                  <a:pt x="2445" y="486493"/>
                </a:lnTo>
                <a:lnTo>
                  <a:pt x="9712" y="531992"/>
                </a:lnTo>
                <a:lnTo>
                  <a:pt x="21695" y="576419"/>
                </a:lnTo>
                <a:lnTo>
                  <a:pt x="38292" y="619410"/>
                </a:lnTo>
                <a:lnTo>
                  <a:pt x="59397" y="660603"/>
                </a:lnTo>
                <a:lnTo>
                  <a:pt x="84715" y="699215"/>
                </a:lnTo>
                <a:lnTo>
                  <a:pt x="113832" y="734924"/>
                </a:lnTo>
                <a:lnTo>
                  <a:pt x="146490" y="767420"/>
                </a:lnTo>
                <a:lnTo>
                  <a:pt x="182432" y="796391"/>
                </a:lnTo>
                <a:lnTo>
                  <a:pt x="221399" y="821524"/>
                </a:lnTo>
                <a:lnTo>
                  <a:pt x="262811" y="842456"/>
                </a:lnTo>
                <a:lnTo>
                  <a:pt x="306019" y="858948"/>
                </a:lnTo>
                <a:lnTo>
                  <a:pt x="350661" y="870877"/>
                </a:lnTo>
                <a:lnTo>
                  <a:pt x="396375" y="878124"/>
                </a:lnTo>
                <a:lnTo>
                  <a:pt x="442798" y="880567"/>
                </a:lnTo>
                <a:lnTo>
                  <a:pt x="489047" y="878124"/>
                </a:lnTo>
                <a:lnTo>
                  <a:pt x="534656" y="870877"/>
                </a:lnTo>
                <a:lnTo>
                  <a:pt x="579244" y="858948"/>
                </a:lnTo>
                <a:lnTo>
                  <a:pt x="615021" y="845286"/>
                </a:lnTo>
                <a:lnTo>
                  <a:pt x="442798" y="845286"/>
                </a:lnTo>
                <a:lnTo>
                  <a:pt x="389445" y="841804"/>
                </a:lnTo>
                <a:lnTo>
                  <a:pt x="337275" y="831472"/>
                </a:lnTo>
                <a:lnTo>
                  <a:pt x="286926" y="814457"/>
                </a:lnTo>
                <a:lnTo>
                  <a:pt x="239039" y="790930"/>
                </a:lnTo>
                <a:lnTo>
                  <a:pt x="194694" y="761372"/>
                </a:lnTo>
                <a:lnTo>
                  <a:pt x="154801" y="726484"/>
                </a:lnTo>
                <a:lnTo>
                  <a:pt x="119769" y="686739"/>
                </a:lnTo>
                <a:lnTo>
                  <a:pt x="90004" y="642607"/>
                </a:lnTo>
                <a:lnTo>
                  <a:pt x="66470" y="594997"/>
                </a:lnTo>
                <a:lnTo>
                  <a:pt x="49452" y="544955"/>
                </a:lnTo>
                <a:lnTo>
                  <a:pt x="39118" y="493158"/>
                </a:lnTo>
                <a:lnTo>
                  <a:pt x="35636" y="440283"/>
                </a:lnTo>
                <a:lnTo>
                  <a:pt x="39118" y="387410"/>
                </a:lnTo>
                <a:lnTo>
                  <a:pt x="49452" y="335616"/>
                </a:lnTo>
                <a:lnTo>
                  <a:pt x="66470" y="285574"/>
                </a:lnTo>
                <a:lnTo>
                  <a:pt x="90004" y="237959"/>
                </a:lnTo>
                <a:lnTo>
                  <a:pt x="119769" y="193828"/>
                </a:lnTo>
                <a:lnTo>
                  <a:pt x="154801" y="154084"/>
                </a:lnTo>
                <a:lnTo>
                  <a:pt x="194694" y="119200"/>
                </a:lnTo>
                <a:lnTo>
                  <a:pt x="239039" y="89649"/>
                </a:lnTo>
                <a:lnTo>
                  <a:pt x="286926" y="66114"/>
                </a:lnTo>
                <a:lnTo>
                  <a:pt x="337275" y="49096"/>
                </a:lnTo>
                <a:lnTo>
                  <a:pt x="389445" y="38762"/>
                </a:lnTo>
                <a:lnTo>
                  <a:pt x="442798" y="35280"/>
                </a:lnTo>
                <a:lnTo>
                  <a:pt x="615021" y="35280"/>
                </a:lnTo>
                <a:lnTo>
                  <a:pt x="579244" y="21619"/>
                </a:lnTo>
                <a:lnTo>
                  <a:pt x="534656" y="9689"/>
                </a:lnTo>
                <a:lnTo>
                  <a:pt x="489047" y="2442"/>
                </a:lnTo>
                <a:lnTo>
                  <a:pt x="442798" y="0"/>
                </a:lnTo>
                <a:close/>
              </a:path>
              <a:path w="885825" h="880744">
                <a:moveTo>
                  <a:pt x="615021" y="35280"/>
                </a:moveTo>
                <a:lnTo>
                  <a:pt x="442798" y="35280"/>
                </a:lnTo>
                <a:lnTo>
                  <a:pt x="495945" y="38762"/>
                </a:lnTo>
                <a:lnTo>
                  <a:pt x="548009" y="49096"/>
                </a:lnTo>
                <a:lnTo>
                  <a:pt x="598319" y="66114"/>
                </a:lnTo>
                <a:lnTo>
                  <a:pt x="646201" y="89649"/>
                </a:lnTo>
                <a:lnTo>
                  <a:pt x="690551" y="119200"/>
                </a:lnTo>
                <a:lnTo>
                  <a:pt x="730443" y="154084"/>
                </a:lnTo>
                <a:lnTo>
                  <a:pt x="765473" y="193828"/>
                </a:lnTo>
                <a:lnTo>
                  <a:pt x="795235" y="237959"/>
                </a:lnTo>
                <a:lnTo>
                  <a:pt x="818770" y="285574"/>
                </a:lnTo>
                <a:lnTo>
                  <a:pt x="835788" y="335616"/>
                </a:lnTo>
                <a:lnTo>
                  <a:pt x="846122" y="387410"/>
                </a:lnTo>
                <a:lnTo>
                  <a:pt x="849604" y="440283"/>
                </a:lnTo>
                <a:lnTo>
                  <a:pt x="846122" y="493158"/>
                </a:lnTo>
                <a:lnTo>
                  <a:pt x="835788" y="544955"/>
                </a:lnTo>
                <a:lnTo>
                  <a:pt x="818770" y="594997"/>
                </a:lnTo>
                <a:lnTo>
                  <a:pt x="795235" y="642607"/>
                </a:lnTo>
                <a:lnTo>
                  <a:pt x="765473" y="686739"/>
                </a:lnTo>
                <a:lnTo>
                  <a:pt x="730443" y="726484"/>
                </a:lnTo>
                <a:lnTo>
                  <a:pt x="690551" y="761372"/>
                </a:lnTo>
                <a:lnTo>
                  <a:pt x="646201" y="790930"/>
                </a:lnTo>
                <a:lnTo>
                  <a:pt x="598319" y="814457"/>
                </a:lnTo>
                <a:lnTo>
                  <a:pt x="548009" y="831472"/>
                </a:lnTo>
                <a:lnTo>
                  <a:pt x="495945" y="841804"/>
                </a:lnTo>
                <a:lnTo>
                  <a:pt x="442798" y="845286"/>
                </a:lnTo>
                <a:lnTo>
                  <a:pt x="615021" y="845286"/>
                </a:lnTo>
                <a:lnTo>
                  <a:pt x="663841" y="821524"/>
                </a:lnTo>
                <a:lnTo>
                  <a:pt x="702808" y="796391"/>
                </a:lnTo>
                <a:lnTo>
                  <a:pt x="738749" y="767420"/>
                </a:lnTo>
                <a:lnTo>
                  <a:pt x="771408" y="734924"/>
                </a:lnTo>
                <a:lnTo>
                  <a:pt x="800524" y="699215"/>
                </a:lnTo>
                <a:lnTo>
                  <a:pt x="825842" y="660603"/>
                </a:lnTo>
                <a:lnTo>
                  <a:pt x="846948" y="619410"/>
                </a:lnTo>
                <a:lnTo>
                  <a:pt x="863544" y="576419"/>
                </a:lnTo>
                <a:lnTo>
                  <a:pt x="875528" y="531992"/>
                </a:lnTo>
                <a:lnTo>
                  <a:pt x="882795" y="486493"/>
                </a:lnTo>
                <a:lnTo>
                  <a:pt x="885240" y="440283"/>
                </a:lnTo>
                <a:lnTo>
                  <a:pt x="882795" y="394082"/>
                </a:lnTo>
                <a:lnTo>
                  <a:pt x="875532" y="348607"/>
                </a:lnTo>
                <a:lnTo>
                  <a:pt x="863566" y="304236"/>
                </a:lnTo>
                <a:lnTo>
                  <a:pt x="847020" y="261351"/>
                </a:lnTo>
                <a:lnTo>
                  <a:pt x="825842" y="219963"/>
                </a:lnTo>
                <a:lnTo>
                  <a:pt x="800648" y="181540"/>
                </a:lnTo>
                <a:lnTo>
                  <a:pt x="771472" y="145721"/>
                </a:lnTo>
                <a:lnTo>
                  <a:pt x="738773" y="113170"/>
                </a:lnTo>
                <a:lnTo>
                  <a:pt x="702812" y="84178"/>
                </a:lnTo>
                <a:lnTo>
                  <a:pt x="663841" y="59042"/>
                </a:lnTo>
                <a:lnTo>
                  <a:pt x="622432" y="38110"/>
                </a:lnTo>
                <a:lnTo>
                  <a:pt x="615021" y="35280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object 9"/>
          <p:cNvSpPr/>
          <p:nvPr/>
        </p:nvSpPr>
        <p:spPr>
          <a:xfrm>
            <a:off x="6140160" y="1203480"/>
            <a:ext cx="885600" cy="880560"/>
          </a:xfrm>
          <a:custGeom>
            <a:avLst/>
            <a:gdLst>
              <a:gd name="textAreaLeft" fmla="*/ 0 w 885600"/>
              <a:gd name="textAreaRight" fmla="*/ 885960 w 885600"/>
              <a:gd name="textAreaTop" fmla="*/ 0 h 880560"/>
              <a:gd name="textAreaBottom" fmla="*/ 880920 h 880560"/>
            </a:gdLst>
            <a:ahLst/>
            <a:rect l="textAreaLeft" t="textAreaTop" r="textAreaRight" b="textAreaBottom"/>
            <a:pathLst>
              <a:path w="885825" h="880744">
                <a:moveTo>
                  <a:pt x="442798" y="0"/>
                </a:moveTo>
                <a:lnTo>
                  <a:pt x="396375" y="2442"/>
                </a:lnTo>
                <a:lnTo>
                  <a:pt x="350661" y="9689"/>
                </a:lnTo>
                <a:lnTo>
                  <a:pt x="306019" y="21619"/>
                </a:lnTo>
                <a:lnTo>
                  <a:pt x="262811" y="38110"/>
                </a:lnTo>
                <a:lnTo>
                  <a:pt x="221399" y="59042"/>
                </a:lnTo>
                <a:lnTo>
                  <a:pt x="182432" y="84178"/>
                </a:lnTo>
                <a:lnTo>
                  <a:pt x="146490" y="113169"/>
                </a:lnTo>
                <a:lnTo>
                  <a:pt x="113832" y="145719"/>
                </a:lnTo>
                <a:lnTo>
                  <a:pt x="84715" y="181534"/>
                </a:lnTo>
                <a:lnTo>
                  <a:pt x="59397" y="220319"/>
                </a:lnTo>
                <a:lnTo>
                  <a:pt x="38386" y="261156"/>
                </a:lnTo>
                <a:lnTo>
                  <a:pt x="21695" y="304224"/>
                </a:lnTo>
                <a:lnTo>
                  <a:pt x="9712" y="348597"/>
                </a:lnTo>
                <a:lnTo>
                  <a:pt x="2445" y="394076"/>
                </a:lnTo>
                <a:lnTo>
                  <a:pt x="0" y="440283"/>
                </a:lnTo>
                <a:lnTo>
                  <a:pt x="2445" y="486488"/>
                </a:lnTo>
                <a:lnTo>
                  <a:pt x="9712" y="531987"/>
                </a:lnTo>
                <a:lnTo>
                  <a:pt x="21695" y="576415"/>
                </a:lnTo>
                <a:lnTo>
                  <a:pt x="38292" y="619409"/>
                </a:lnTo>
                <a:lnTo>
                  <a:pt x="59397" y="660603"/>
                </a:lnTo>
                <a:lnTo>
                  <a:pt x="84715" y="699215"/>
                </a:lnTo>
                <a:lnTo>
                  <a:pt x="113832" y="734924"/>
                </a:lnTo>
                <a:lnTo>
                  <a:pt x="146490" y="767420"/>
                </a:lnTo>
                <a:lnTo>
                  <a:pt x="182432" y="796391"/>
                </a:lnTo>
                <a:lnTo>
                  <a:pt x="221399" y="821524"/>
                </a:lnTo>
                <a:lnTo>
                  <a:pt x="262811" y="842456"/>
                </a:lnTo>
                <a:lnTo>
                  <a:pt x="306019" y="858948"/>
                </a:lnTo>
                <a:lnTo>
                  <a:pt x="350661" y="870877"/>
                </a:lnTo>
                <a:lnTo>
                  <a:pt x="396375" y="878124"/>
                </a:lnTo>
                <a:lnTo>
                  <a:pt x="442798" y="880567"/>
                </a:lnTo>
                <a:lnTo>
                  <a:pt x="489047" y="878124"/>
                </a:lnTo>
                <a:lnTo>
                  <a:pt x="534656" y="870877"/>
                </a:lnTo>
                <a:lnTo>
                  <a:pt x="579244" y="858948"/>
                </a:lnTo>
                <a:lnTo>
                  <a:pt x="615021" y="845286"/>
                </a:lnTo>
                <a:lnTo>
                  <a:pt x="442798" y="845286"/>
                </a:lnTo>
                <a:lnTo>
                  <a:pt x="389445" y="841804"/>
                </a:lnTo>
                <a:lnTo>
                  <a:pt x="337275" y="831470"/>
                </a:lnTo>
                <a:lnTo>
                  <a:pt x="286926" y="814452"/>
                </a:lnTo>
                <a:lnTo>
                  <a:pt x="239039" y="790917"/>
                </a:lnTo>
                <a:lnTo>
                  <a:pt x="194694" y="761366"/>
                </a:lnTo>
                <a:lnTo>
                  <a:pt x="154801" y="726482"/>
                </a:lnTo>
                <a:lnTo>
                  <a:pt x="119769" y="686738"/>
                </a:lnTo>
                <a:lnTo>
                  <a:pt x="90004" y="642607"/>
                </a:lnTo>
                <a:lnTo>
                  <a:pt x="66470" y="594992"/>
                </a:lnTo>
                <a:lnTo>
                  <a:pt x="49452" y="544950"/>
                </a:lnTo>
                <a:lnTo>
                  <a:pt x="39118" y="493156"/>
                </a:lnTo>
                <a:lnTo>
                  <a:pt x="35636" y="440283"/>
                </a:lnTo>
                <a:lnTo>
                  <a:pt x="39118" y="387408"/>
                </a:lnTo>
                <a:lnTo>
                  <a:pt x="49452" y="335611"/>
                </a:lnTo>
                <a:lnTo>
                  <a:pt x="66470" y="285569"/>
                </a:lnTo>
                <a:lnTo>
                  <a:pt x="90004" y="237959"/>
                </a:lnTo>
                <a:lnTo>
                  <a:pt x="119769" y="193828"/>
                </a:lnTo>
                <a:lnTo>
                  <a:pt x="154801" y="154082"/>
                </a:lnTo>
                <a:lnTo>
                  <a:pt x="194694" y="119195"/>
                </a:lnTo>
                <a:lnTo>
                  <a:pt x="239039" y="89636"/>
                </a:lnTo>
                <a:lnTo>
                  <a:pt x="286926" y="66109"/>
                </a:lnTo>
                <a:lnTo>
                  <a:pt x="337275" y="49095"/>
                </a:lnTo>
                <a:lnTo>
                  <a:pt x="389445" y="38762"/>
                </a:lnTo>
                <a:lnTo>
                  <a:pt x="442798" y="35280"/>
                </a:lnTo>
                <a:lnTo>
                  <a:pt x="615021" y="35280"/>
                </a:lnTo>
                <a:lnTo>
                  <a:pt x="579244" y="21619"/>
                </a:lnTo>
                <a:lnTo>
                  <a:pt x="534656" y="9689"/>
                </a:lnTo>
                <a:lnTo>
                  <a:pt x="489047" y="2442"/>
                </a:lnTo>
                <a:lnTo>
                  <a:pt x="442798" y="0"/>
                </a:lnTo>
                <a:close/>
              </a:path>
              <a:path w="885825" h="880744">
                <a:moveTo>
                  <a:pt x="615021" y="35280"/>
                </a:moveTo>
                <a:lnTo>
                  <a:pt x="442798" y="35280"/>
                </a:lnTo>
                <a:lnTo>
                  <a:pt x="495945" y="38762"/>
                </a:lnTo>
                <a:lnTo>
                  <a:pt x="548009" y="49095"/>
                </a:lnTo>
                <a:lnTo>
                  <a:pt x="598319" y="66109"/>
                </a:lnTo>
                <a:lnTo>
                  <a:pt x="646201" y="89636"/>
                </a:lnTo>
                <a:lnTo>
                  <a:pt x="690551" y="119195"/>
                </a:lnTo>
                <a:lnTo>
                  <a:pt x="730443" y="154082"/>
                </a:lnTo>
                <a:lnTo>
                  <a:pt x="765473" y="193828"/>
                </a:lnTo>
                <a:lnTo>
                  <a:pt x="795235" y="237959"/>
                </a:lnTo>
                <a:lnTo>
                  <a:pt x="818770" y="285569"/>
                </a:lnTo>
                <a:lnTo>
                  <a:pt x="835788" y="335611"/>
                </a:lnTo>
                <a:lnTo>
                  <a:pt x="846122" y="387408"/>
                </a:lnTo>
                <a:lnTo>
                  <a:pt x="849604" y="440283"/>
                </a:lnTo>
                <a:lnTo>
                  <a:pt x="846122" y="493156"/>
                </a:lnTo>
                <a:lnTo>
                  <a:pt x="835788" y="544950"/>
                </a:lnTo>
                <a:lnTo>
                  <a:pt x="818770" y="594992"/>
                </a:lnTo>
                <a:lnTo>
                  <a:pt x="795235" y="642607"/>
                </a:lnTo>
                <a:lnTo>
                  <a:pt x="765473" y="686738"/>
                </a:lnTo>
                <a:lnTo>
                  <a:pt x="730443" y="726482"/>
                </a:lnTo>
                <a:lnTo>
                  <a:pt x="690551" y="761366"/>
                </a:lnTo>
                <a:lnTo>
                  <a:pt x="646201" y="790917"/>
                </a:lnTo>
                <a:lnTo>
                  <a:pt x="598319" y="814452"/>
                </a:lnTo>
                <a:lnTo>
                  <a:pt x="548009" y="831470"/>
                </a:lnTo>
                <a:lnTo>
                  <a:pt x="495945" y="841804"/>
                </a:lnTo>
                <a:lnTo>
                  <a:pt x="442798" y="845286"/>
                </a:lnTo>
                <a:lnTo>
                  <a:pt x="615021" y="845286"/>
                </a:lnTo>
                <a:lnTo>
                  <a:pt x="663841" y="821524"/>
                </a:lnTo>
                <a:lnTo>
                  <a:pt x="702809" y="796391"/>
                </a:lnTo>
                <a:lnTo>
                  <a:pt x="738753" y="767420"/>
                </a:lnTo>
                <a:lnTo>
                  <a:pt x="771413" y="734924"/>
                </a:lnTo>
                <a:lnTo>
                  <a:pt x="800529" y="699215"/>
                </a:lnTo>
                <a:lnTo>
                  <a:pt x="825842" y="660603"/>
                </a:lnTo>
                <a:lnTo>
                  <a:pt x="846948" y="619409"/>
                </a:lnTo>
                <a:lnTo>
                  <a:pt x="863544" y="576415"/>
                </a:lnTo>
                <a:lnTo>
                  <a:pt x="875528" y="531987"/>
                </a:lnTo>
                <a:lnTo>
                  <a:pt x="882795" y="486488"/>
                </a:lnTo>
                <a:lnTo>
                  <a:pt x="885240" y="440283"/>
                </a:lnTo>
                <a:lnTo>
                  <a:pt x="882795" y="394076"/>
                </a:lnTo>
                <a:lnTo>
                  <a:pt x="875532" y="348597"/>
                </a:lnTo>
                <a:lnTo>
                  <a:pt x="863565" y="304224"/>
                </a:lnTo>
                <a:lnTo>
                  <a:pt x="847018" y="261338"/>
                </a:lnTo>
                <a:lnTo>
                  <a:pt x="825842" y="219963"/>
                </a:lnTo>
                <a:lnTo>
                  <a:pt x="800649" y="181534"/>
                </a:lnTo>
                <a:lnTo>
                  <a:pt x="800529" y="181352"/>
                </a:lnTo>
                <a:lnTo>
                  <a:pt x="771476" y="145719"/>
                </a:lnTo>
                <a:lnTo>
                  <a:pt x="738776" y="113169"/>
                </a:lnTo>
                <a:lnTo>
                  <a:pt x="702813" y="84178"/>
                </a:lnTo>
                <a:lnTo>
                  <a:pt x="663841" y="59042"/>
                </a:lnTo>
                <a:lnTo>
                  <a:pt x="622432" y="38110"/>
                </a:lnTo>
                <a:lnTo>
                  <a:pt x="615021" y="35280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object 10"/>
          <p:cNvSpPr/>
          <p:nvPr/>
        </p:nvSpPr>
        <p:spPr>
          <a:xfrm>
            <a:off x="7203240" y="421200"/>
            <a:ext cx="885600" cy="880560"/>
          </a:xfrm>
          <a:custGeom>
            <a:avLst/>
            <a:gdLst>
              <a:gd name="textAreaLeft" fmla="*/ 0 w 885600"/>
              <a:gd name="textAreaRight" fmla="*/ 885960 w 885600"/>
              <a:gd name="textAreaTop" fmla="*/ 0 h 880560"/>
              <a:gd name="textAreaBottom" fmla="*/ 880920 h 880560"/>
            </a:gdLst>
            <a:ahLst/>
            <a:rect l="textAreaLeft" t="textAreaTop" r="textAreaRight" b="textAreaBottom"/>
            <a:pathLst>
              <a:path w="885825" h="880744">
                <a:moveTo>
                  <a:pt x="442798" y="0"/>
                </a:moveTo>
                <a:lnTo>
                  <a:pt x="396379" y="2442"/>
                </a:lnTo>
                <a:lnTo>
                  <a:pt x="350666" y="9689"/>
                </a:lnTo>
                <a:lnTo>
                  <a:pt x="306023" y="21619"/>
                </a:lnTo>
                <a:lnTo>
                  <a:pt x="262812" y="38110"/>
                </a:lnTo>
                <a:lnTo>
                  <a:pt x="221399" y="59042"/>
                </a:lnTo>
                <a:lnTo>
                  <a:pt x="182437" y="84178"/>
                </a:lnTo>
                <a:lnTo>
                  <a:pt x="146496" y="113169"/>
                </a:lnTo>
                <a:lnTo>
                  <a:pt x="113836" y="145719"/>
                </a:lnTo>
                <a:lnTo>
                  <a:pt x="84717" y="181534"/>
                </a:lnTo>
                <a:lnTo>
                  <a:pt x="59397" y="220319"/>
                </a:lnTo>
                <a:lnTo>
                  <a:pt x="38386" y="261157"/>
                </a:lnTo>
                <a:lnTo>
                  <a:pt x="21695" y="304228"/>
                </a:lnTo>
                <a:lnTo>
                  <a:pt x="9712" y="348602"/>
                </a:lnTo>
                <a:lnTo>
                  <a:pt x="2445" y="394081"/>
                </a:lnTo>
                <a:lnTo>
                  <a:pt x="0" y="440283"/>
                </a:lnTo>
                <a:lnTo>
                  <a:pt x="2445" y="486493"/>
                </a:lnTo>
                <a:lnTo>
                  <a:pt x="9712" y="531992"/>
                </a:lnTo>
                <a:lnTo>
                  <a:pt x="21695" y="576419"/>
                </a:lnTo>
                <a:lnTo>
                  <a:pt x="38292" y="619410"/>
                </a:lnTo>
                <a:lnTo>
                  <a:pt x="59397" y="660603"/>
                </a:lnTo>
                <a:lnTo>
                  <a:pt x="84717" y="699215"/>
                </a:lnTo>
                <a:lnTo>
                  <a:pt x="113836" y="734924"/>
                </a:lnTo>
                <a:lnTo>
                  <a:pt x="146496" y="767420"/>
                </a:lnTo>
                <a:lnTo>
                  <a:pt x="182437" y="796391"/>
                </a:lnTo>
                <a:lnTo>
                  <a:pt x="221399" y="821524"/>
                </a:lnTo>
                <a:lnTo>
                  <a:pt x="262812" y="842456"/>
                </a:lnTo>
                <a:lnTo>
                  <a:pt x="306023" y="858948"/>
                </a:lnTo>
                <a:lnTo>
                  <a:pt x="350666" y="870877"/>
                </a:lnTo>
                <a:lnTo>
                  <a:pt x="396379" y="878124"/>
                </a:lnTo>
                <a:lnTo>
                  <a:pt x="442798" y="880567"/>
                </a:lnTo>
                <a:lnTo>
                  <a:pt x="489047" y="878124"/>
                </a:lnTo>
                <a:lnTo>
                  <a:pt x="534656" y="870877"/>
                </a:lnTo>
                <a:lnTo>
                  <a:pt x="579244" y="858948"/>
                </a:lnTo>
                <a:lnTo>
                  <a:pt x="615021" y="845286"/>
                </a:lnTo>
                <a:lnTo>
                  <a:pt x="442798" y="845286"/>
                </a:lnTo>
                <a:lnTo>
                  <a:pt x="389445" y="841804"/>
                </a:lnTo>
                <a:lnTo>
                  <a:pt x="337275" y="831472"/>
                </a:lnTo>
                <a:lnTo>
                  <a:pt x="286926" y="814457"/>
                </a:lnTo>
                <a:lnTo>
                  <a:pt x="239039" y="790930"/>
                </a:lnTo>
                <a:lnTo>
                  <a:pt x="194696" y="761372"/>
                </a:lnTo>
                <a:lnTo>
                  <a:pt x="154806" y="726484"/>
                </a:lnTo>
                <a:lnTo>
                  <a:pt x="119774" y="686739"/>
                </a:lnTo>
                <a:lnTo>
                  <a:pt x="90004" y="642607"/>
                </a:lnTo>
                <a:lnTo>
                  <a:pt x="66477" y="594997"/>
                </a:lnTo>
                <a:lnTo>
                  <a:pt x="49463" y="544955"/>
                </a:lnTo>
                <a:lnTo>
                  <a:pt x="39130" y="493158"/>
                </a:lnTo>
                <a:lnTo>
                  <a:pt x="35648" y="440283"/>
                </a:lnTo>
                <a:lnTo>
                  <a:pt x="39130" y="387410"/>
                </a:lnTo>
                <a:lnTo>
                  <a:pt x="49463" y="335616"/>
                </a:lnTo>
                <a:lnTo>
                  <a:pt x="66477" y="285574"/>
                </a:lnTo>
                <a:lnTo>
                  <a:pt x="90004" y="237959"/>
                </a:lnTo>
                <a:lnTo>
                  <a:pt x="119774" y="193828"/>
                </a:lnTo>
                <a:lnTo>
                  <a:pt x="154806" y="154084"/>
                </a:lnTo>
                <a:lnTo>
                  <a:pt x="194696" y="119200"/>
                </a:lnTo>
                <a:lnTo>
                  <a:pt x="239039" y="89649"/>
                </a:lnTo>
                <a:lnTo>
                  <a:pt x="286926" y="66114"/>
                </a:lnTo>
                <a:lnTo>
                  <a:pt x="337275" y="49096"/>
                </a:lnTo>
                <a:lnTo>
                  <a:pt x="389445" y="38762"/>
                </a:lnTo>
                <a:lnTo>
                  <a:pt x="442798" y="35280"/>
                </a:lnTo>
                <a:lnTo>
                  <a:pt x="615021" y="35280"/>
                </a:lnTo>
                <a:lnTo>
                  <a:pt x="579244" y="21619"/>
                </a:lnTo>
                <a:lnTo>
                  <a:pt x="534656" y="9689"/>
                </a:lnTo>
                <a:lnTo>
                  <a:pt x="489047" y="2442"/>
                </a:lnTo>
                <a:lnTo>
                  <a:pt x="442798" y="0"/>
                </a:lnTo>
                <a:close/>
              </a:path>
              <a:path w="885825" h="880744">
                <a:moveTo>
                  <a:pt x="615021" y="35280"/>
                </a:moveTo>
                <a:lnTo>
                  <a:pt x="442798" y="35280"/>
                </a:lnTo>
                <a:lnTo>
                  <a:pt x="495946" y="38762"/>
                </a:lnTo>
                <a:lnTo>
                  <a:pt x="548014" y="49096"/>
                </a:lnTo>
                <a:lnTo>
                  <a:pt x="598324" y="66114"/>
                </a:lnTo>
                <a:lnTo>
                  <a:pt x="646201" y="89649"/>
                </a:lnTo>
                <a:lnTo>
                  <a:pt x="690551" y="119200"/>
                </a:lnTo>
                <a:lnTo>
                  <a:pt x="730445" y="154084"/>
                </a:lnTo>
                <a:lnTo>
                  <a:pt x="765478" y="193828"/>
                </a:lnTo>
                <a:lnTo>
                  <a:pt x="795248" y="237959"/>
                </a:lnTo>
                <a:lnTo>
                  <a:pt x="818775" y="285574"/>
                </a:lnTo>
                <a:lnTo>
                  <a:pt x="835790" y="335616"/>
                </a:lnTo>
                <a:lnTo>
                  <a:pt x="846122" y="387410"/>
                </a:lnTo>
                <a:lnTo>
                  <a:pt x="849604" y="440283"/>
                </a:lnTo>
                <a:lnTo>
                  <a:pt x="846122" y="493158"/>
                </a:lnTo>
                <a:lnTo>
                  <a:pt x="835790" y="544955"/>
                </a:lnTo>
                <a:lnTo>
                  <a:pt x="818775" y="594997"/>
                </a:lnTo>
                <a:lnTo>
                  <a:pt x="795248" y="642607"/>
                </a:lnTo>
                <a:lnTo>
                  <a:pt x="765478" y="686739"/>
                </a:lnTo>
                <a:lnTo>
                  <a:pt x="730445" y="726484"/>
                </a:lnTo>
                <a:lnTo>
                  <a:pt x="690551" y="761372"/>
                </a:lnTo>
                <a:lnTo>
                  <a:pt x="646201" y="790930"/>
                </a:lnTo>
                <a:lnTo>
                  <a:pt x="598324" y="814457"/>
                </a:lnTo>
                <a:lnTo>
                  <a:pt x="548014" y="831472"/>
                </a:lnTo>
                <a:lnTo>
                  <a:pt x="495946" y="841804"/>
                </a:lnTo>
                <a:lnTo>
                  <a:pt x="442798" y="845286"/>
                </a:lnTo>
                <a:lnTo>
                  <a:pt x="615021" y="845286"/>
                </a:lnTo>
                <a:lnTo>
                  <a:pt x="663841" y="821524"/>
                </a:lnTo>
                <a:lnTo>
                  <a:pt x="702809" y="796391"/>
                </a:lnTo>
                <a:lnTo>
                  <a:pt x="738753" y="767420"/>
                </a:lnTo>
                <a:lnTo>
                  <a:pt x="771413" y="734924"/>
                </a:lnTo>
                <a:lnTo>
                  <a:pt x="800529" y="699215"/>
                </a:lnTo>
                <a:lnTo>
                  <a:pt x="825842" y="660603"/>
                </a:lnTo>
                <a:lnTo>
                  <a:pt x="846948" y="619410"/>
                </a:lnTo>
                <a:lnTo>
                  <a:pt x="863544" y="576419"/>
                </a:lnTo>
                <a:lnTo>
                  <a:pt x="875528" y="531992"/>
                </a:lnTo>
                <a:lnTo>
                  <a:pt x="882795" y="486493"/>
                </a:lnTo>
                <a:lnTo>
                  <a:pt x="885240" y="440283"/>
                </a:lnTo>
                <a:lnTo>
                  <a:pt x="882795" y="394081"/>
                </a:lnTo>
                <a:lnTo>
                  <a:pt x="875532" y="348602"/>
                </a:lnTo>
                <a:lnTo>
                  <a:pt x="863565" y="304228"/>
                </a:lnTo>
                <a:lnTo>
                  <a:pt x="847018" y="261339"/>
                </a:lnTo>
                <a:lnTo>
                  <a:pt x="825842" y="219963"/>
                </a:lnTo>
                <a:lnTo>
                  <a:pt x="800649" y="181534"/>
                </a:lnTo>
                <a:lnTo>
                  <a:pt x="800529" y="181352"/>
                </a:lnTo>
                <a:lnTo>
                  <a:pt x="771476" y="145719"/>
                </a:lnTo>
                <a:lnTo>
                  <a:pt x="738776" y="113169"/>
                </a:lnTo>
                <a:lnTo>
                  <a:pt x="702813" y="84178"/>
                </a:lnTo>
                <a:lnTo>
                  <a:pt x="663841" y="59042"/>
                </a:lnTo>
                <a:lnTo>
                  <a:pt x="622432" y="38110"/>
                </a:lnTo>
                <a:lnTo>
                  <a:pt x="615021" y="35280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object 11"/>
          <p:cNvSpPr/>
          <p:nvPr/>
        </p:nvSpPr>
        <p:spPr>
          <a:xfrm>
            <a:off x="7152120" y="1560960"/>
            <a:ext cx="885600" cy="880560"/>
          </a:xfrm>
          <a:custGeom>
            <a:avLst/>
            <a:gdLst>
              <a:gd name="textAreaLeft" fmla="*/ 0 w 885600"/>
              <a:gd name="textAreaRight" fmla="*/ 885960 w 885600"/>
              <a:gd name="textAreaTop" fmla="*/ 0 h 880560"/>
              <a:gd name="textAreaBottom" fmla="*/ 880920 h 880560"/>
            </a:gdLst>
            <a:ahLst/>
            <a:rect l="textAreaLeft" t="textAreaTop" r="textAreaRight" b="textAreaBottom"/>
            <a:pathLst>
              <a:path w="885825" h="880744">
                <a:moveTo>
                  <a:pt x="442442" y="0"/>
                </a:moveTo>
                <a:lnTo>
                  <a:pt x="396192" y="2442"/>
                </a:lnTo>
                <a:lnTo>
                  <a:pt x="350584" y="9689"/>
                </a:lnTo>
                <a:lnTo>
                  <a:pt x="305996" y="21619"/>
                </a:lnTo>
                <a:lnTo>
                  <a:pt x="262808" y="38110"/>
                </a:lnTo>
                <a:lnTo>
                  <a:pt x="221399" y="59042"/>
                </a:lnTo>
                <a:lnTo>
                  <a:pt x="182432" y="84178"/>
                </a:lnTo>
                <a:lnTo>
                  <a:pt x="146490" y="113169"/>
                </a:lnTo>
                <a:lnTo>
                  <a:pt x="113832" y="145719"/>
                </a:lnTo>
                <a:lnTo>
                  <a:pt x="84715" y="181534"/>
                </a:lnTo>
                <a:lnTo>
                  <a:pt x="59397" y="220319"/>
                </a:lnTo>
                <a:lnTo>
                  <a:pt x="38386" y="261156"/>
                </a:lnTo>
                <a:lnTo>
                  <a:pt x="21695" y="304224"/>
                </a:lnTo>
                <a:lnTo>
                  <a:pt x="9712" y="348597"/>
                </a:lnTo>
                <a:lnTo>
                  <a:pt x="2445" y="394076"/>
                </a:lnTo>
                <a:lnTo>
                  <a:pt x="0" y="440283"/>
                </a:lnTo>
                <a:lnTo>
                  <a:pt x="2445" y="486488"/>
                </a:lnTo>
                <a:lnTo>
                  <a:pt x="9712" y="531987"/>
                </a:lnTo>
                <a:lnTo>
                  <a:pt x="21695" y="576415"/>
                </a:lnTo>
                <a:lnTo>
                  <a:pt x="38292" y="619409"/>
                </a:lnTo>
                <a:lnTo>
                  <a:pt x="59397" y="660603"/>
                </a:lnTo>
                <a:lnTo>
                  <a:pt x="84715" y="699215"/>
                </a:lnTo>
                <a:lnTo>
                  <a:pt x="113832" y="734924"/>
                </a:lnTo>
                <a:lnTo>
                  <a:pt x="146490" y="767420"/>
                </a:lnTo>
                <a:lnTo>
                  <a:pt x="182432" y="796391"/>
                </a:lnTo>
                <a:lnTo>
                  <a:pt x="221399" y="821524"/>
                </a:lnTo>
                <a:lnTo>
                  <a:pt x="262808" y="842456"/>
                </a:lnTo>
                <a:lnTo>
                  <a:pt x="305996" y="858948"/>
                </a:lnTo>
                <a:lnTo>
                  <a:pt x="350584" y="870877"/>
                </a:lnTo>
                <a:lnTo>
                  <a:pt x="396192" y="878124"/>
                </a:lnTo>
                <a:lnTo>
                  <a:pt x="442442" y="880567"/>
                </a:lnTo>
                <a:lnTo>
                  <a:pt x="488865" y="878124"/>
                </a:lnTo>
                <a:lnTo>
                  <a:pt x="534579" y="870877"/>
                </a:lnTo>
                <a:lnTo>
                  <a:pt x="579221" y="858948"/>
                </a:lnTo>
                <a:lnTo>
                  <a:pt x="615014" y="845286"/>
                </a:lnTo>
                <a:lnTo>
                  <a:pt x="442442" y="845286"/>
                </a:lnTo>
                <a:lnTo>
                  <a:pt x="389295" y="841804"/>
                </a:lnTo>
                <a:lnTo>
                  <a:pt x="337231" y="831470"/>
                </a:lnTo>
                <a:lnTo>
                  <a:pt x="286921" y="814452"/>
                </a:lnTo>
                <a:lnTo>
                  <a:pt x="239039" y="790917"/>
                </a:lnTo>
                <a:lnTo>
                  <a:pt x="194694" y="761366"/>
                </a:lnTo>
                <a:lnTo>
                  <a:pt x="154801" y="726482"/>
                </a:lnTo>
                <a:lnTo>
                  <a:pt x="119769" y="686738"/>
                </a:lnTo>
                <a:lnTo>
                  <a:pt x="90004" y="642607"/>
                </a:lnTo>
                <a:lnTo>
                  <a:pt x="66470" y="594992"/>
                </a:lnTo>
                <a:lnTo>
                  <a:pt x="49452" y="544950"/>
                </a:lnTo>
                <a:lnTo>
                  <a:pt x="39118" y="493156"/>
                </a:lnTo>
                <a:lnTo>
                  <a:pt x="35636" y="440283"/>
                </a:lnTo>
                <a:lnTo>
                  <a:pt x="39118" y="387408"/>
                </a:lnTo>
                <a:lnTo>
                  <a:pt x="49452" y="335611"/>
                </a:lnTo>
                <a:lnTo>
                  <a:pt x="66470" y="285569"/>
                </a:lnTo>
                <a:lnTo>
                  <a:pt x="90004" y="237959"/>
                </a:lnTo>
                <a:lnTo>
                  <a:pt x="119769" y="193828"/>
                </a:lnTo>
                <a:lnTo>
                  <a:pt x="154801" y="154084"/>
                </a:lnTo>
                <a:lnTo>
                  <a:pt x="194694" y="119200"/>
                </a:lnTo>
                <a:lnTo>
                  <a:pt x="239039" y="89649"/>
                </a:lnTo>
                <a:lnTo>
                  <a:pt x="286921" y="66114"/>
                </a:lnTo>
                <a:lnTo>
                  <a:pt x="337231" y="49096"/>
                </a:lnTo>
                <a:lnTo>
                  <a:pt x="389295" y="38762"/>
                </a:lnTo>
                <a:lnTo>
                  <a:pt x="442442" y="35280"/>
                </a:lnTo>
                <a:lnTo>
                  <a:pt x="615014" y="35280"/>
                </a:lnTo>
                <a:lnTo>
                  <a:pt x="579221" y="21619"/>
                </a:lnTo>
                <a:lnTo>
                  <a:pt x="534579" y="9689"/>
                </a:lnTo>
                <a:lnTo>
                  <a:pt x="488865" y="2442"/>
                </a:lnTo>
                <a:lnTo>
                  <a:pt x="442442" y="0"/>
                </a:lnTo>
                <a:close/>
              </a:path>
              <a:path w="885825" h="880744">
                <a:moveTo>
                  <a:pt x="615014" y="35280"/>
                </a:moveTo>
                <a:lnTo>
                  <a:pt x="442442" y="35280"/>
                </a:lnTo>
                <a:lnTo>
                  <a:pt x="495795" y="38762"/>
                </a:lnTo>
                <a:lnTo>
                  <a:pt x="547965" y="49096"/>
                </a:lnTo>
                <a:lnTo>
                  <a:pt x="598313" y="66114"/>
                </a:lnTo>
                <a:lnTo>
                  <a:pt x="646201" y="89649"/>
                </a:lnTo>
                <a:lnTo>
                  <a:pt x="690551" y="119200"/>
                </a:lnTo>
                <a:lnTo>
                  <a:pt x="730443" y="154084"/>
                </a:lnTo>
                <a:lnTo>
                  <a:pt x="765473" y="193828"/>
                </a:lnTo>
                <a:lnTo>
                  <a:pt x="795235" y="237959"/>
                </a:lnTo>
                <a:lnTo>
                  <a:pt x="818770" y="285569"/>
                </a:lnTo>
                <a:lnTo>
                  <a:pt x="835788" y="335611"/>
                </a:lnTo>
                <a:lnTo>
                  <a:pt x="846122" y="387408"/>
                </a:lnTo>
                <a:lnTo>
                  <a:pt x="849604" y="440283"/>
                </a:lnTo>
                <a:lnTo>
                  <a:pt x="846122" y="493156"/>
                </a:lnTo>
                <a:lnTo>
                  <a:pt x="835788" y="544950"/>
                </a:lnTo>
                <a:lnTo>
                  <a:pt x="818770" y="594992"/>
                </a:lnTo>
                <a:lnTo>
                  <a:pt x="795235" y="642607"/>
                </a:lnTo>
                <a:lnTo>
                  <a:pt x="765473" y="686738"/>
                </a:lnTo>
                <a:lnTo>
                  <a:pt x="730443" y="726482"/>
                </a:lnTo>
                <a:lnTo>
                  <a:pt x="690551" y="761366"/>
                </a:lnTo>
                <a:lnTo>
                  <a:pt x="646201" y="790917"/>
                </a:lnTo>
                <a:lnTo>
                  <a:pt x="598313" y="814452"/>
                </a:lnTo>
                <a:lnTo>
                  <a:pt x="547965" y="831470"/>
                </a:lnTo>
                <a:lnTo>
                  <a:pt x="495795" y="841804"/>
                </a:lnTo>
                <a:lnTo>
                  <a:pt x="442442" y="845286"/>
                </a:lnTo>
                <a:lnTo>
                  <a:pt x="615014" y="845286"/>
                </a:lnTo>
                <a:lnTo>
                  <a:pt x="663841" y="821524"/>
                </a:lnTo>
                <a:lnTo>
                  <a:pt x="702808" y="796391"/>
                </a:lnTo>
                <a:lnTo>
                  <a:pt x="738749" y="767420"/>
                </a:lnTo>
                <a:lnTo>
                  <a:pt x="771408" y="734924"/>
                </a:lnTo>
                <a:lnTo>
                  <a:pt x="800524" y="699215"/>
                </a:lnTo>
                <a:lnTo>
                  <a:pt x="825842" y="660603"/>
                </a:lnTo>
                <a:lnTo>
                  <a:pt x="846948" y="619409"/>
                </a:lnTo>
                <a:lnTo>
                  <a:pt x="863544" y="576415"/>
                </a:lnTo>
                <a:lnTo>
                  <a:pt x="875528" y="531987"/>
                </a:lnTo>
                <a:lnTo>
                  <a:pt x="882795" y="486488"/>
                </a:lnTo>
                <a:lnTo>
                  <a:pt x="885240" y="440283"/>
                </a:lnTo>
                <a:lnTo>
                  <a:pt x="882795" y="394076"/>
                </a:lnTo>
                <a:lnTo>
                  <a:pt x="875532" y="348597"/>
                </a:lnTo>
                <a:lnTo>
                  <a:pt x="863565" y="304224"/>
                </a:lnTo>
                <a:lnTo>
                  <a:pt x="847018" y="261338"/>
                </a:lnTo>
                <a:lnTo>
                  <a:pt x="825842" y="219963"/>
                </a:lnTo>
                <a:lnTo>
                  <a:pt x="800644" y="181534"/>
                </a:lnTo>
                <a:lnTo>
                  <a:pt x="771470" y="145719"/>
                </a:lnTo>
                <a:lnTo>
                  <a:pt x="738772" y="113169"/>
                </a:lnTo>
                <a:lnTo>
                  <a:pt x="702812" y="84178"/>
                </a:lnTo>
                <a:lnTo>
                  <a:pt x="663841" y="59042"/>
                </a:lnTo>
                <a:lnTo>
                  <a:pt x="622429" y="38110"/>
                </a:lnTo>
                <a:lnTo>
                  <a:pt x="615014" y="35280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object 12"/>
          <p:cNvSpPr/>
          <p:nvPr/>
        </p:nvSpPr>
        <p:spPr>
          <a:xfrm>
            <a:off x="8265960" y="1220760"/>
            <a:ext cx="885600" cy="880560"/>
          </a:xfrm>
          <a:custGeom>
            <a:avLst/>
            <a:gdLst>
              <a:gd name="textAreaLeft" fmla="*/ 0 w 885600"/>
              <a:gd name="textAreaRight" fmla="*/ 885960 w 885600"/>
              <a:gd name="textAreaTop" fmla="*/ 0 h 880560"/>
              <a:gd name="textAreaBottom" fmla="*/ 880920 h 880560"/>
            </a:gdLst>
            <a:ahLst/>
            <a:rect l="textAreaLeft" t="textAreaTop" r="textAreaRight" b="textAreaBottom"/>
            <a:pathLst>
              <a:path w="885825" h="880744">
                <a:moveTo>
                  <a:pt x="442442" y="0"/>
                </a:moveTo>
                <a:lnTo>
                  <a:pt x="396192" y="2442"/>
                </a:lnTo>
                <a:lnTo>
                  <a:pt x="350584" y="9689"/>
                </a:lnTo>
                <a:lnTo>
                  <a:pt x="305996" y="21619"/>
                </a:lnTo>
                <a:lnTo>
                  <a:pt x="262808" y="38110"/>
                </a:lnTo>
                <a:lnTo>
                  <a:pt x="221399" y="59042"/>
                </a:lnTo>
                <a:lnTo>
                  <a:pt x="182432" y="84177"/>
                </a:lnTo>
                <a:lnTo>
                  <a:pt x="146490" y="113165"/>
                </a:lnTo>
                <a:lnTo>
                  <a:pt x="113832" y="145713"/>
                </a:lnTo>
                <a:lnTo>
                  <a:pt x="84715" y="181529"/>
                </a:lnTo>
                <a:lnTo>
                  <a:pt x="59397" y="220319"/>
                </a:lnTo>
                <a:lnTo>
                  <a:pt x="38386" y="261156"/>
                </a:lnTo>
                <a:lnTo>
                  <a:pt x="21695" y="304224"/>
                </a:lnTo>
                <a:lnTo>
                  <a:pt x="9712" y="348597"/>
                </a:lnTo>
                <a:lnTo>
                  <a:pt x="2445" y="394076"/>
                </a:lnTo>
                <a:lnTo>
                  <a:pt x="0" y="440283"/>
                </a:lnTo>
                <a:lnTo>
                  <a:pt x="2445" y="486487"/>
                </a:lnTo>
                <a:lnTo>
                  <a:pt x="9712" y="531983"/>
                </a:lnTo>
                <a:lnTo>
                  <a:pt x="21695" y="576410"/>
                </a:lnTo>
                <a:lnTo>
                  <a:pt x="38292" y="619404"/>
                </a:lnTo>
                <a:lnTo>
                  <a:pt x="59397" y="660603"/>
                </a:lnTo>
                <a:lnTo>
                  <a:pt x="84715" y="699213"/>
                </a:lnTo>
                <a:lnTo>
                  <a:pt x="113832" y="734920"/>
                </a:lnTo>
                <a:lnTo>
                  <a:pt x="146490" y="767412"/>
                </a:lnTo>
                <a:lnTo>
                  <a:pt x="182432" y="796379"/>
                </a:lnTo>
                <a:lnTo>
                  <a:pt x="221399" y="821512"/>
                </a:lnTo>
                <a:lnTo>
                  <a:pt x="262808" y="842448"/>
                </a:lnTo>
                <a:lnTo>
                  <a:pt x="305996" y="858940"/>
                </a:lnTo>
                <a:lnTo>
                  <a:pt x="350584" y="870868"/>
                </a:lnTo>
                <a:lnTo>
                  <a:pt x="396192" y="878113"/>
                </a:lnTo>
                <a:lnTo>
                  <a:pt x="442442" y="880554"/>
                </a:lnTo>
                <a:lnTo>
                  <a:pt x="488865" y="878113"/>
                </a:lnTo>
                <a:lnTo>
                  <a:pt x="534579" y="870868"/>
                </a:lnTo>
                <a:lnTo>
                  <a:pt x="579221" y="858940"/>
                </a:lnTo>
                <a:lnTo>
                  <a:pt x="615027" y="845273"/>
                </a:lnTo>
                <a:lnTo>
                  <a:pt x="442442" y="845273"/>
                </a:lnTo>
                <a:lnTo>
                  <a:pt x="389295" y="841792"/>
                </a:lnTo>
                <a:lnTo>
                  <a:pt x="337231" y="831459"/>
                </a:lnTo>
                <a:lnTo>
                  <a:pt x="286921" y="814445"/>
                </a:lnTo>
                <a:lnTo>
                  <a:pt x="239039" y="790917"/>
                </a:lnTo>
                <a:lnTo>
                  <a:pt x="194689" y="761366"/>
                </a:lnTo>
                <a:lnTo>
                  <a:pt x="154797" y="726481"/>
                </a:lnTo>
                <a:lnTo>
                  <a:pt x="119767" y="686733"/>
                </a:lnTo>
                <a:lnTo>
                  <a:pt x="90004" y="642594"/>
                </a:lnTo>
                <a:lnTo>
                  <a:pt x="66470" y="594986"/>
                </a:lnTo>
                <a:lnTo>
                  <a:pt x="49452" y="544949"/>
                </a:lnTo>
                <a:lnTo>
                  <a:pt x="39118" y="493156"/>
                </a:lnTo>
                <a:lnTo>
                  <a:pt x="35636" y="440283"/>
                </a:lnTo>
                <a:lnTo>
                  <a:pt x="39118" y="387403"/>
                </a:lnTo>
                <a:lnTo>
                  <a:pt x="49452" y="335607"/>
                </a:lnTo>
                <a:lnTo>
                  <a:pt x="66470" y="285567"/>
                </a:lnTo>
                <a:lnTo>
                  <a:pt x="90004" y="237959"/>
                </a:lnTo>
                <a:lnTo>
                  <a:pt x="119767" y="193826"/>
                </a:lnTo>
                <a:lnTo>
                  <a:pt x="154797" y="154077"/>
                </a:lnTo>
                <a:lnTo>
                  <a:pt x="194689" y="119189"/>
                </a:lnTo>
                <a:lnTo>
                  <a:pt x="239039" y="89636"/>
                </a:lnTo>
                <a:lnTo>
                  <a:pt x="286921" y="66109"/>
                </a:lnTo>
                <a:lnTo>
                  <a:pt x="337231" y="49095"/>
                </a:lnTo>
                <a:lnTo>
                  <a:pt x="389295" y="38762"/>
                </a:lnTo>
                <a:lnTo>
                  <a:pt x="442442" y="35280"/>
                </a:lnTo>
                <a:lnTo>
                  <a:pt x="615014" y="35280"/>
                </a:lnTo>
                <a:lnTo>
                  <a:pt x="579221" y="21619"/>
                </a:lnTo>
                <a:lnTo>
                  <a:pt x="534579" y="9689"/>
                </a:lnTo>
                <a:lnTo>
                  <a:pt x="488865" y="2442"/>
                </a:lnTo>
                <a:lnTo>
                  <a:pt x="442442" y="0"/>
                </a:lnTo>
                <a:close/>
              </a:path>
              <a:path w="885825" h="880744">
                <a:moveTo>
                  <a:pt x="615014" y="35280"/>
                </a:moveTo>
                <a:lnTo>
                  <a:pt x="442442" y="35280"/>
                </a:lnTo>
                <a:lnTo>
                  <a:pt x="495795" y="38762"/>
                </a:lnTo>
                <a:lnTo>
                  <a:pt x="547965" y="49095"/>
                </a:lnTo>
                <a:lnTo>
                  <a:pt x="598313" y="66109"/>
                </a:lnTo>
                <a:lnTo>
                  <a:pt x="646201" y="89636"/>
                </a:lnTo>
                <a:lnTo>
                  <a:pt x="690546" y="119189"/>
                </a:lnTo>
                <a:lnTo>
                  <a:pt x="730438" y="154077"/>
                </a:lnTo>
                <a:lnTo>
                  <a:pt x="765471" y="193826"/>
                </a:lnTo>
                <a:lnTo>
                  <a:pt x="795235" y="237959"/>
                </a:lnTo>
                <a:lnTo>
                  <a:pt x="818770" y="285567"/>
                </a:lnTo>
                <a:lnTo>
                  <a:pt x="835788" y="335607"/>
                </a:lnTo>
                <a:lnTo>
                  <a:pt x="846122" y="387403"/>
                </a:lnTo>
                <a:lnTo>
                  <a:pt x="849604" y="440283"/>
                </a:lnTo>
                <a:lnTo>
                  <a:pt x="846122" y="493156"/>
                </a:lnTo>
                <a:lnTo>
                  <a:pt x="835788" y="544949"/>
                </a:lnTo>
                <a:lnTo>
                  <a:pt x="818770" y="594986"/>
                </a:lnTo>
                <a:lnTo>
                  <a:pt x="795235" y="642594"/>
                </a:lnTo>
                <a:lnTo>
                  <a:pt x="765471" y="686733"/>
                </a:lnTo>
                <a:lnTo>
                  <a:pt x="730438" y="726481"/>
                </a:lnTo>
                <a:lnTo>
                  <a:pt x="690546" y="761366"/>
                </a:lnTo>
                <a:lnTo>
                  <a:pt x="646201" y="790917"/>
                </a:lnTo>
                <a:lnTo>
                  <a:pt x="598313" y="814445"/>
                </a:lnTo>
                <a:lnTo>
                  <a:pt x="547965" y="831459"/>
                </a:lnTo>
                <a:lnTo>
                  <a:pt x="495795" y="841792"/>
                </a:lnTo>
                <a:lnTo>
                  <a:pt x="442442" y="845273"/>
                </a:lnTo>
                <a:lnTo>
                  <a:pt x="615027" y="845273"/>
                </a:lnTo>
                <a:lnTo>
                  <a:pt x="663841" y="821512"/>
                </a:lnTo>
                <a:lnTo>
                  <a:pt x="702808" y="796379"/>
                </a:lnTo>
                <a:lnTo>
                  <a:pt x="738749" y="767412"/>
                </a:lnTo>
                <a:lnTo>
                  <a:pt x="771408" y="734920"/>
                </a:lnTo>
                <a:lnTo>
                  <a:pt x="800524" y="699213"/>
                </a:lnTo>
                <a:lnTo>
                  <a:pt x="825842" y="660603"/>
                </a:lnTo>
                <a:lnTo>
                  <a:pt x="846948" y="619404"/>
                </a:lnTo>
                <a:lnTo>
                  <a:pt x="863544" y="576410"/>
                </a:lnTo>
                <a:lnTo>
                  <a:pt x="875528" y="531983"/>
                </a:lnTo>
                <a:lnTo>
                  <a:pt x="882795" y="486487"/>
                </a:lnTo>
                <a:lnTo>
                  <a:pt x="885240" y="440283"/>
                </a:lnTo>
                <a:lnTo>
                  <a:pt x="882795" y="394076"/>
                </a:lnTo>
                <a:lnTo>
                  <a:pt x="875532" y="348597"/>
                </a:lnTo>
                <a:lnTo>
                  <a:pt x="863565" y="304224"/>
                </a:lnTo>
                <a:lnTo>
                  <a:pt x="847018" y="261338"/>
                </a:lnTo>
                <a:lnTo>
                  <a:pt x="825842" y="219964"/>
                </a:lnTo>
                <a:lnTo>
                  <a:pt x="800644" y="181529"/>
                </a:lnTo>
                <a:lnTo>
                  <a:pt x="800524" y="181347"/>
                </a:lnTo>
                <a:lnTo>
                  <a:pt x="771470" y="145713"/>
                </a:lnTo>
                <a:lnTo>
                  <a:pt x="738772" y="113165"/>
                </a:lnTo>
                <a:lnTo>
                  <a:pt x="702812" y="84177"/>
                </a:lnTo>
                <a:lnTo>
                  <a:pt x="663841" y="59042"/>
                </a:lnTo>
                <a:lnTo>
                  <a:pt x="622429" y="38110"/>
                </a:lnTo>
                <a:lnTo>
                  <a:pt x="615014" y="35280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45" name="object 13"/>
          <p:cNvGrpSpPr/>
          <p:nvPr/>
        </p:nvGrpSpPr>
        <p:grpSpPr>
          <a:xfrm>
            <a:off x="7557480" y="3025800"/>
            <a:ext cx="108360" cy="802080"/>
            <a:chOff x="7557480" y="3025800"/>
            <a:chExt cx="108360" cy="802080"/>
          </a:xfrm>
        </p:grpSpPr>
        <p:sp>
          <p:nvSpPr>
            <p:cNvPr id="46" name="object 14"/>
            <p:cNvSpPr/>
            <p:nvPr/>
          </p:nvSpPr>
          <p:spPr>
            <a:xfrm>
              <a:off x="7611480" y="3025800"/>
              <a:ext cx="360" cy="70056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700560"/>
                <a:gd name="textAreaBottom" fmla="*/ 700920 h 700560"/>
              </a:gdLst>
              <a:ahLst/>
              <a:rect l="textAreaLeft" t="textAreaTop" r="textAreaRight" b="textAreaBottom"/>
              <a:pathLst>
                <a:path w="0" h="701039">
                  <a:moveTo>
                    <a:pt x="0" y="0"/>
                  </a:moveTo>
                  <a:lnTo>
                    <a:pt x="0" y="700925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" name="object 15"/>
            <p:cNvSpPr/>
            <p:nvPr/>
          </p:nvSpPr>
          <p:spPr>
            <a:xfrm>
              <a:off x="7557480" y="371952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108000" y="0"/>
                  </a:moveTo>
                  <a:lnTo>
                    <a:pt x="0" y="0"/>
                  </a:lnTo>
                  <a:lnTo>
                    <a:pt x="54000" y="108000"/>
                  </a:lnTo>
                  <a:lnTo>
                    <a:pt x="10800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8" name="object 16"/>
          <p:cNvSpPr/>
          <p:nvPr/>
        </p:nvSpPr>
        <p:spPr>
          <a:xfrm>
            <a:off x="7143840" y="4069800"/>
            <a:ext cx="885600" cy="880560"/>
          </a:xfrm>
          <a:custGeom>
            <a:avLst/>
            <a:gdLst>
              <a:gd name="textAreaLeft" fmla="*/ 0 w 885600"/>
              <a:gd name="textAreaRight" fmla="*/ 885960 w 885600"/>
              <a:gd name="textAreaTop" fmla="*/ 0 h 880560"/>
              <a:gd name="textAreaBottom" fmla="*/ 880920 h 880560"/>
            </a:gdLst>
            <a:ahLst/>
            <a:rect l="textAreaLeft" t="textAreaTop" r="textAreaRight" b="textAreaBottom"/>
            <a:pathLst>
              <a:path w="885825" h="880745">
                <a:moveTo>
                  <a:pt x="442798" y="0"/>
                </a:moveTo>
                <a:lnTo>
                  <a:pt x="396375" y="2441"/>
                </a:lnTo>
                <a:lnTo>
                  <a:pt x="350661" y="9685"/>
                </a:lnTo>
                <a:lnTo>
                  <a:pt x="306019" y="21613"/>
                </a:lnTo>
                <a:lnTo>
                  <a:pt x="262811" y="38105"/>
                </a:lnTo>
                <a:lnTo>
                  <a:pt x="221399" y="59042"/>
                </a:lnTo>
                <a:lnTo>
                  <a:pt x="182432" y="84177"/>
                </a:lnTo>
                <a:lnTo>
                  <a:pt x="146490" y="113165"/>
                </a:lnTo>
                <a:lnTo>
                  <a:pt x="113832" y="145713"/>
                </a:lnTo>
                <a:lnTo>
                  <a:pt x="84715" y="181529"/>
                </a:lnTo>
                <a:lnTo>
                  <a:pt x="59397" y="220319"/>
                </a:lnTo>
                <a:lnTo>
                  <a:pt x="38389" y="261150"/>
                </a:lnTo>
                <a:lnTo>
                  <a:pt x="38292" y="261338"/>
                </a:lnTo>
                <a:lnTo>
                  <a:pt x="21695" y="304223"/>
                </a:lnTo>
                <a:lnTo>
                  <a:pt x="9712" y="348594"/>
                </a:lnTo>
                <a:lnTo>
                  <a:pt x="2445" y="394070"/>
                </a:lnTo>
                <a:lnTo>
                  <a:pt x="0" y="440270"/>
                </a:lnTo>
                <a:lnTo>
                  <a:pt x="2445" y="486480"/>
                </a:lnTo>
                <a:lnTo>
                  <a:pt x="9712" y="531980"/>
                </a:lnTo>
                <a:lnTo>
                  <a:pt x="21695" y="576406"/>
                </a:lnTo>
                <a:lnTo>
                  <a:pt x="38292" y="619397"/>
                </a:lnTo>
                <a:lnTo>
                  <a:pt x="59397" y="660590"/>
                </a:lnTo>
                <a:lnTo>
                  <a:pt x="84715" y="699207"/>
                </a:lnTo>
                <a:lnTo>
                  <a:pt x="113832" y="734917"/>
                </a:lnTo>
                <a:lnTo>
                  <a:pt x="146490" y="767411"/>
                </a:lnTo>
                <a:lnTo>
                  <a:pt x="182432" y="796379"/>
                </a:lnTo>
                <a:lnTo>
                  <a:pt x="221399" y="821512"/>
                </a:lnTo>
                <a:lnTo>
                  <a:pt x="262811" y="842443"/>
                </a:lnTo>
                <a:lnTo>
                  <a:pt x="306019" y="858935"/>
                </a:lnTo>
                <a:lnTo>
                  <a:pt x="350661" y="870865"/>
                </a:lnTo>
                <a:lnTo>
                  <a:pt x="396375" y="878111"/>
                </a:lnTo>
                <a:lnTo>
                  <a:pt x="442798" y="880554"/>
                </a:lnTo>
                <a:lnTo>
                  <a:pt x="489047" y="878111"/>
                </a:lnTo>
                <a:lnTo>
                  <a:pt x="534656" y="870865"/>
                </a:lnTo>
                <a:lnTo>
                  <a:pt x="579244" y="858935"/>
                </a:lnTo>
                <a:lnTo>
                  <a:pt x="615021" y="845273"/>
                </a:lnTo>
                <a:lnTo>
                  <a:pt x="442798" y="845273"/>
                </a:lnTo>
                <a:lnTo>
                  <a:pt x="389445" y="841792"/>
                </a:lnTo>
                <a:lnTo>
                  <a:pt x="337275" y="831459"/>
                </a:lnTo>
                <a:lnTo>
                  <a:pt x="286926" y="814445"/>
                </a:lnTo>
                <a:lnTo>
                  <a:pt x="239039" y="790917"/>
                </a:lnTo>
                <a:lnTo>
                  <a:pt x="194694" y="761364"/>
                </a:lnTo>
                <a:lnTo>
                  <a:pt x="154801" y="726476"/>
                </a:lnTo>
                <a:lnTo>
                  <a:pt x="119769" y="686728"/>
                </a:lnTo>
                <a:lnTo>
                  <a:pt x="90004" y="642594"/>
                </a:lnTo>
                <a:lnTo>
                  <a:pt x="66470" y="594986"/>
                </a:lnTo>
                <a:lnTo>
                  <a:pt x="49452" y="544947"/>
                </a:lnTo>
                <a:lnTo>
                  <a:pt x="39118" y="493150"/>
                </a:lnTo>
                <a:lnTo>
                  <a:pt x="35636" y="440270"/>
                </a:lnTo>
                <a:lnTo>
                  <a:pt x="39118" y="387398"/>
                </a:lnTo>
                <a:lnTo>
                  <a:pt x="49452" y="335605"/>
                </a:lnTo>
                <a:lnTo>
                  <a:pt x="66470" y="285567"/>
                </a:lnTo>
                <a:lnTo>
                  <a:pt x="90004" y="237959"/>
                </a:lnTo>
                <a:lnTo>
                  <a:pt x="119769" y="193821"/>
                </a:lnTo>
                <a:lnTo>
                  <a:pt x="154801" y="154073"/>
                </a:lnTo>
                <a:lnTo>
                  <a:pt x="194694" y="119187"/>
                </a:lnTo>
                <a:lnTo>
                  <a:pt x="239039" y="89636"/>
                </a:lnTo>
                <a:lnTo>
                  <a:pt x="286926" y="66109"/>
                </a:lnTo>
                <a:lnTo>
                  <a:pt x="337275" y="49095"/>
                </a:lnTo>
                <a:lnTo>
                  <a:pt x="389445" y="38762"/>
                </a:lnTo>
                <a:lnTo>
                  <a:pt x="442798" y="35280"/>
                </a:lnTo>
                <a:lnTo>
                  <a:pt x="615034" y="35280"/>
                </a:lnTo>
                <a:lnTo>
                  <a:pt x="579244" y="21613"/>
                </a:lnTo>
                <a:lnTo>
                  <a:pt x="534656" y="9685"/>
                </a:lnTo>
                <a:lnTo>
                  <a:pt x="489047" y="2441"/>
                </a:lnTo>
                <a:lnTo>
                  <a:pt x="442798" y="0"/>
                </a:lnTo>
                <a:close/>
              </a:path>
              <a:path w="885825" h="880745">
                <a:moveTo>
                  <a:pt x="615034" y="35280"/>
                </a:moveTo>
                <a:lnTo>
                  <a:pt x="442798" y="35280"/>
                </a:lnTo>
                <a:lnTo>
                  <a:pt x="495945" y="38762"/>
                </a:lnTo>
                <a:lnTo>
                  <a:pt x="548009" y="49095"/>
                </a:lnTo>
                <a:lnTo>
                  <a:pt x="598319" y="66109"/>
                </a:lnTo>
                <a:lnTo>
                  <a:pt x="646201" y="89636"/>
                </a:lnTo>
                <a:lnTo>
                  <a:pt x="690551" y="119187"/>
                </a:lnTo>
                <a:lnTo>
                  <a:pt x="730443" y="154073"/>
                </a:lnTo>
                <a:lnTo>
                  <a:pt x="765473" y="193821"/>
                </a:lnTo>
                <a:lnTo>
                  <a:pt x="795235" y="237959"/>
                </a:lnTo>
                <a:lnTo>
                  <a:pt x="818770" y="285567"/>
                </a:lnTo>
                <a:lnTo>
                  <a:pt x="835788" y="335605"/>
                </a:lnTo>
                <a:lnTo>
                  <a:pt x="846122" y="387398"/>
                </a:lnTo>
                <a:lnTo>
                  <a:pt x="849604" y="440270"/>
                </a:lnTo>
                <a:lnTo>
                  <a:pt x="846122" y="493150"/>
                </a:lnTo>
                <a:lnTo>
                  <a:pt x="835788" y="544947"/>
                </a:lnTo>
                <a:lnTo>
                  <a:pt x="818770" y="594986"/>
                </a:lnTo>
                <a:lnTo>
                  <a:pt x="795235" y="642594"/>
                </a:lnTo>
                <a:lnTo>
                  <a:pt x="765473" y="686728"/>
                </a:lnTo>
                <a:lnTo>
                  <a:pt x="730443" y="726476"/>
                </a:lnTo>
                <a:lnTo>
                  <a:pt x="690551" y="761364"/>
                </a:lnTo>
                <a:lnTo>
                  <a:pt x="646201" y="790917"/>
                </a:lnTo>
                <a:lnTo>
                  <a:pt x="598319" y="814445"/>
                </a:lnTo>
                <a:lnTo>
                  <a:pt x="548009" y="831459"/>
                </a:lnTo>
                <a:lnTo>
                  <a:pt x="495945" y="841792"/>
                </a:lnTo>
                <a:lnTo>
                  <a:pt x="442798" y="845273"/>
                </a:lnTo>
                <a:lnTo>
                  <a:pt x="615021" y="845273"/>
                </a:lnTo>
                <a:lnTo>
                  <a:pt x="663841" y="821512"/>
                </a:lnTo>
                <a:lnTo>
                  <a:pt x="702808" y="796379"/>
                </a:lnTo>
                <a:lnTo>
                  <a:pt x="738749" y="767411"/>
                </a:lnTo>
                <a:lnTo>
                  <a:pt x="771408" y="734917"/>
                </a:lnTo>
                <a:lnTo>
                  <a:pt x="800524" y="699207"/>
                </a:lnTo>
                <a:lnTo>
                  <a:pt x="825842" y="660590"/>
                </a:lnTo>
                <a:lnTo>
                  <a:pt x="846948" y="619397"/>
                </a:lnTo>
                <a:lnTo>
                  <a:pt x="863544" y="576406"/>
                </a:lnTo>
                <a:lnTo>
                  <a:pt x="875528" y="531980"/>
                </a:lnTo>
                <a:lnTo>
                  <a:pt x="882795" y="486480"/>
                </a:lnTo>
                <a:lnTo>
                  <a:pt x="885240" y="440270"/>
                </a:lnTo>
                <a:lnTo>
                  <a:pt x="882795" y="394070"/>
                </a:lnTo>
                <a:lnTo>
                  <a:pt x="875532" y="348594"/>
                </a:lnTo>
                <a:lnTo>
                  <a:pt x="863566" y="304223"/>
                </a:lnTo>
                <a:lnTo>
                  <a:pt x="847020" y="261338"/>
                </a:lnTo>
                <a:lnTo>
                  <a:pt x="825842" y="219951"/>
                </a:lnTo>
                <a:lnTo>
                  <a:pt x="800648" y="181529"/>
                </a:lnTo>
                <a:lnTo>
                  <a:pt x="771472" y="145713"/>
                </a:lnTo>
                <a:lnTo>
                  <a:pt x="738773" y="113165"/>
                </a:lnTo>
                <a:lnTo>
                  <a:pt x="702812" y="84177"/>
                </a:lnTo>
                <a:lnTo>
                  <a:pt x="663841" y="59042"/>
                </a:lnTo>
                <a:lnTo>
                  <a:pt x="622432" y="38105"/>
                </a:lnTo>
                <a:lnTo>
                  <a:pt x="615034" y="35280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object 17"/>
          <p:cNvSpPr/>
          <p:nvPr/>
        </p:nvSpPr>
        <p:spPr>
          <a:xfrm>
            <a:off x="2129760" y="900720"/>
            <a:ext cx="406800" cy="195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200" spc="-12" strike="noStrike">
                <a:solidFill>
                  <a:srgbClr val="000000"/>
                </a:solidFill>
                <a:latin typeface="Arial"/>
              </a:rPr>
              <a:t>reads</a:t>
            </a:r>
            <a:endParaRPr b="0" lang="en-GB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object 2"/>
          <p:cNvGrpSpPr/>
          <p:nvPr/>
        </p:nvGrpSpPr>
        <p:grpSpPr>
          <a:xfrm>
            <a:off x="880200" y="1900800"/>
            <a:ext cx="8291880" cy="2422080"/>
            <a:chOff x="880200" y="1900800"/>
            <a:chExt cx="8291880" cy="2422080"/>
          </a:xfrm>
        </p:grpSpPr>
        <p:pic>
          <p:nvPicPr>
            <p:cNvPr id="51" name="object 3" descr=""/>
            <p:cNvPicPr/>
            <p:nvPr/>
          </p:nvPicPr>
          <p:blipFill>
            <a:blip r:embed="rId1"/>
            <a:stretch/>
          </p:blipFill>
          <p:spPr>
            <a:xfrm>
              <a:off x="880200" y="1900800"/>
              <a:ext cx="8291880" cy="24220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52" name="object 4" descr=""/>
            <p:cNvPicPr/>
            <p:nvPr/>
          </p:nvPicPr>
          <p:blipFill>
            <a:blip r:embed="rId2"/>
            <a:stretch/>
          </p:blipFill>
          <p:spPr>
            <a:xfrm>
              <a:off x="2906280" y="2012040"/>
              <a:ext cx="307080" cy="30996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53" name="object 5"/>
          <p:cNvSpPr/>
          <p:nvPr/>
        </p:nvSpPr>
        <p:spPr>
          <a:xfrm>
            <a:off x="265680" y="163800"/>
            <a:ext cx="46580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Limitations</a:t>
            </a:r>
            <a:r>
              <a:rPr b="1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1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De</a:t>
            </a:r>
            <a:r>
              <a:rPr b="1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Bruijn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Graph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assemblers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object 2" descr=""/>
          <p:cNvPicPr/>
          <p:nvPr/>
        </p:nvPicPr>
        <p:blipFill>
          <a:blip r:embed="rId1"/>
          <a:stretch/>
        </p:blipFill>
        <p:spPr>
          <a:xfrm>
            <a:off x="880200" y="810000"/>
            <a:ext cx="8291880" cy="2422080"/>
          </a:xfrm>
          <a:prstGeom prst="rect">
            <a:avLst/>
          </a:prstGeom>
          <a:ln w="0">
            <a:noFill/>
          </a:ln>
        </p:spPr>
      </p:pic>
      <p:grpSp>
        <p:nvGrpSpPr>
          <p:cNvPr id="55" name="object 3"/>
          <p:cNvGrpSpPr/>
          <p:nvPr/>
        </p:nvGrpSpPr>
        <p:grpSpPr>
          <a:xfrm>
            <a:off x="1166400" y="3447720"/>
            <a:ext cx="2349720" cy="2184120"/>
            <a:chOff x="1166400" y="3447720"/>
            <a:chExt cx="2349720" cy="2184120"/>
          </a:xfrm>
        </p:grpSpPr>
        <p:sp>
          <p:nvSpPr>
            <p:cNvPr id="56" name="object 4"/>
            <p:cNvSpPr/>
            <p:nvPr/>
          </p:nvSpPr>
          <p:spPr>
            <a:xfrm>
              <a:off x="1166400" y="3447720"/>
              <a:ext cx="2349720" cy="2184120"/>
            </a:xfrm>
            <a:custGeom>
              <a:avLst/>
              <a:gdLst>
                <a:gd name="textAreaLeft" fmla="*/ 0 w 2349720"/>
                <a:gd name="textAreaRight" fmla="*/ 2350080 w 2349720"/>
                <a:gd name="textAreaTop" fmla="*/ 0 h 2184120"/>
                <a:gd name="textAreaBottom" fmla="*/ 2184480 h 2184120"/>
              </a:gdLst>
              <a:ahLst/>
              <a:rect l="textAreaLeft" t="textAreaTop" r="textAreaRight" b="textAreaBottom"/>
              <a:pathLst>
                <a:path w="2350135" h="2184400">
                  <a:moveTo>
                    <a:pt x="1429524" y="2159000"/>
                  </a:moveTo>
                  <a:lnTo>
                    <a:pt x="920544" y="2159000"/>
                  </a:lnTo>
                  <a:lnTo>
                    <a:pt x="1021318" y="2184400"/>
                  </a:lnTo>
                  <a:lnTo>
                    <a:pt x="1328747" y="2184400"/>
                  </a:lnTo>
                  <a:lnTo>
                    <a:pt x="1429524" y="2159000"/>
                  </a:lnTo>
                  <a:close/>
                </a:path>
                <a:path w="2350135" h="2184400">
                  <a:moveTo>
                    <a:pt x="1328747" y="0"/>
                  </a:moveTo>
                  <a:lnTo>
                    <a:pt x="1021318" y="0"/>
                  </a:lnTo>
                  <a:lnTo>
                    <a:pt x="725637" y="76200"/>
                  </a:lnTo>
                  <a:lnTo>
                    <a:pt x="678710" y="101600"/>
                  </a:lnTo>
                  <a:lnTo>
                    <a:pt x="632645" y="114300"/>
                  </a:lnTo>
                  <a:lnTo>
                    <a:pt x="587514" y="139700"/>
                  </a:lnTo>
                  <a:lnTo>
                    <a:pt x="543512" y="165100"/>
                  </a:lnTo>
                  <a:lnTo>
                    <a:pt x="500821" y="190500"/>
                  </a:lnTo>
                  <a:lnTo>
                    <a:pt x="459493" y="228600"/>
                  </a:lnTo>
                  <a:lnTo>
                    <a:pt x="419579" y="254000"/>
                  </a:lnTo>
                  <a:lnTo>
                    <a:pt x="381129" y="279400"/>
                  </a:lnTo>
                  <a:lnTo>
                    <a:pt x="344196" y="317500"/>
                  </a:lnTo>
                  <a:lnTo>
                    <a:pt x="308831" y="355600"/>
                  </a:lnTo>
                  <a:lnTo>
                    <a:pt x="275085" y="393700"/>
                  </a:lnTo>
                  <a:lnTo>
                    <a:pt x="243009" y="419100"/>
                  </a:lnTo>
                  <a:lnTo>
                    <a:pt x="212654" y="457200"/>
                  </a:lnTo>
                  <a:lnTo>
                    <a:pt x="184072" y="508000"/>
                  </a:lnTo>
                  <a:lnTo>
                    <a:pt x="157314" y="546100"/>
                  </a:lnTo>
                  <a:lnTo>
                    <a:pt x="132591" y="584200"/>
                  </a:lnTo>
                  <a:lnTo>
                    <a:pt x="109912" y="635000"/>
                  </a:lnTo>
                  <a:lnTo>
                    <a:pt x="89298" y="673100"/>
                  </a:lnTo>
                  <a:lnTo>
                    <a:pt x="70770" y="723900"/>
                  </a:lnTo>
                  <a:lnTo>
                    <a:pt x="54346" y="762000"/>
                  </a:lnTo>
                  <a:lnTo>
                    <a:pt x="40047" y="812800"/>
                  </a:lnTo>
                  <a:lnTo>
                    <a:pt x="27894" y="850900"/>
                  </a:lnTo>
                  <a:lnTo>
                    <a:pt x="17905" y="901700"/>
                  </a:lnTo>
                  <a:lnTo>
                    <a:pt x="10101" y="952500"/>
                  </a:lnTo>
                  <a:lnTo>
                    <a:pt x="4503" y="1003300"/>
                  </a:lnTo>
                  <a:lnTo>
                    <a:pt x="1129" y="1041400"/>
                  </a:lnTo>
                  <a:lnTo>
                    <a:pt x="0" y="1092200"/>
                  </a:lnTo>
                  <a:lnTo>
                    <a:pt x="1129" y="1143000"/>
                  </a:lnTo>
                  <a:lnTo>
                    <a:pt x="4503" y="1193800"/>
                  </a:lnTo>
                  <a:lnTo>
                    <a:pt x="10101" y="1231900"/>
                  </a:lnTo>
                  <a:lnTo>
                    <a:pt x="17905" y="1282700"/>
                  </a:lnTo>
                  <a:lnTo>
                    <a:pt x="27894" y="1333500"/>
                  </a:lnTo>
                  <a:lnTo>
                    <a:pt x="40047" y="1371600"/>
                  </a:lnTo>
                  <a:lnTo>
                    <a:pt x="54346" y="1422400"/>
                  </a:lnTo>
                  <a:lnTo>
                    <a:pt x="70770" y="1473200"/>
                  </a:lnTo>
                  <a:lnTo>
                    <a:pt x="89298" y="1511300"/>
                  </a:lnTo>
                  <a:lnTo>
                    <a:pt x="109912" y="1562100"/>
                  </a:lnTo>
                  <a:lnTo>
                    <a:pt x="132591" y="1600200"/>
                  </a:lnTo>
                  <a:lnTo>
                    <a:pt x="157314" y="1638300"/>
                  </a:lnTo>
                  <a:lnTo>
                    <a:pt x="184072" y="1689100"/>
                  </a:lnTo>
                  <a:lnTo>
                    <a:pt x="212654" y="1727200"/>
                  </a:lnTo>
                  <a:lnTo>
                    <a:pt x="243009" y="1765300"/>
                  </a:lnTo>
                  <a:lnTo>
                    <a:pt x="275085" y="1803400"/>
                  </a:lnTo>
                  <a:lnTo>
                    <a:pt x="308831" y="1828800"/>
                  </a:lnTo>
                  <a:lnTo>
                    <a:pt x="344196" y="1866900"/>
                  </a:lnTo>
                  <a:lnTo>
                    <a:pt x="381129" y="1905000"/>
                  </a:lnTo>
                  <a:lnTo>
                    <a:pt x="419579" y="1930400"/>
                  </a:lnTo>
                  <a:lnTo>
                    <a:pt x="459493" y="1968500"/>
                  </a:lnTo>
                  <a:lnTo>
                    <a:pt x="500821" y="1993900"/>
                  </a:lnTo>
                  <a:lnTo>
                    <a:pt x="543512" y="2019300"/>
                  </a:lnTo>
                  <a:lnTo>
                    <a:pt x="587514" y="2044700"/>
                  </a:lnTo>
                  <a:lnTo>
                    <a:pt x="632645" y="2070100"/>
                  </a:lnTo>
                  <a:lnTo>
                    <a:pt x="678710" y="2082800"/>
                  </a:lnTo>
                  <a:lnTo>
                    <a:pt x="725637" y="2108200"/>
                  </a:lnTo>
                  <a:lnTo>
                    <a:pt x="773355" y="2120900"/>
                  </a:lnTo>
                  <a:lnTo>
                    <a:pt x="821793" y="2146300"/>
                  </a:lnTo>
                  <a:lnTo>
                    <a:pt x="870880" y="2159000"/>
                  </a:lnTo>
                  <a:lnTo>
                    <a:pt x="1479189" y="2159000"/>
                  </a:lnTo>
                  <a:lnTo>
                    <a:pt x="1528276" y="2146300"/>
                  </a:lnTo>
                  <a:lnTo>
                    <a:pt x="1576715" y="2120900"/>
                  </a:lnTo>
                  <a:lnTo>
                    <a:pt x="1624433" y="2108200"/>
                  </a:lnTo>
                  <a:lnTo>
                    <a:pt x="1647897" y="2095500"/>
                  </a:lnTo>
                  <a:lnTo>
                    <a:pt x="1072605" y="2095500"/>
                  </a:lnTo>
                  <a:lnTo>
                    <a:pt x="1021867" y="2082800"/>
                  </a:lnTo>
                  <a:lnTo>
                    <a:pt x="971556" y="2082800"/>
                  </a:lnTo>
                  <a:lnTo>
                    <a:pt x="824010" y="2044700"/>
                  </a:lnTo>
                  <a:lnTo>
                    <a:pt x="776233" y="2019300"/>
                  </a:lnTo>
                  <a:lnTo>
                    <a:pt x="729297" y="2006600"/>
                  </a:lnTo>
                  <a:lnTo>
                    <a:pt x="683283" y="1981200"/>
                  </a:lnTo>
                  <a:lnTo>
                    <a:pt x="638276" y="1955800"/>
                  </a:lnTo>
                  <a:lnTo>
                    <a:pt x="594405" y="1943100"/>
                  </a:lnTo>
                  <a:lnTo>
                    <a:pt x="551986" y="1905000"/>
                  </a:lnTo>
                  <a:lnTo>
                    <a:pt x="511076" y="1879600"/>
                  </a:lnTo>
                  <a:lnTo>
                    <a:pt x="471734" y="1854200"/>
                  </a:lnTo>
                  <a:lnTo>
                    <a:pt x="434019" y="1816100"/>
                  </a:lnTo>
                  <a:lnTo>
                    <a:pt x="397988" y="1790700"/>
                  </a:lnTo>
                  <a:lnTo>
                    <a:pt x="363701" y="1752600"/>
                  </a:lnTo>
                  <a:lnTo>
                    <a:pt x="331215" y="1714500"/>
                  </a:lnTo>
                  <a:lnTo>
                    <a:pt x="300588" y="1676400"/>
                  </a:lnTo>
                  <a:lnTo>
                    <a:pt x="271880" y="1638300"/>
                  </a:lnTo>
                  <a:lnTo>
                    <a:pt x="245148" y="1600200"/>
                  </a:lnTo>
                  <a:lnTo>
                    <a:pt x="220537" y="1549400"/>
                  </a:lnTo>
                  <a:lnTo>
                    <a:pt x="198162" y="1511300"/>
                  </a:lnTo>
                  <a:lnTo>
                    <a:pt x="178046" y="1460500"/>
                  </a:lnTo>
                  <a:lnTo>
                    <a:pt x="160210" y="1422400"/>
                  </a:lnTo>
                  <a:lnTo>
                    <a:pt x="144679" y="1371600"/>
                  </a:lnTo>
                  <a:lnTo>
                    <a:pt x="131475" y="1333500"/>
                  </a:lnTo>
                  <a:lnTo>
                    <a:pt x="120621" y="1282700"/>
                  </a:lnTo>
                  <a:lnTo>
                    <a:pt x="112139" y="1231900"/>
                  </a:lnTo>
                  <a:lnTo>
                    <a:pt x="106052" y="1193800"/>
                  </a:lnTo>
                  <a:lnTo>
                    <a:pt x="102383" y="1143000"/>
                  </a:lnTo>
                  <a:lnTo>
                    <a:pt x="101155" y="1092200"/>
                  </a:lnTo>
                  <a:lnTo>
                    <a:pt x="102383" y="1041400"/>
                  </a:lnTo>
                  <a:lnTo>
                    <a:pt x="106052" y="1003300"/>
                  </a:lnTo>
                  <a:lnTo>
                    <a:pt x="112139" y="952500"/>
                  </a:lnTo>
                  <a:lnTo>
                    <a:pt x="120621" y="901700"/>
                  </a:lnTo>
                  <a:lnTo>
                    <a:pt x="131475" y="850900"/>
                  </a:lnTo>
                  <a:lnTo>
                    <a:pt x="144679" y="812800"/>
                  </a:lnTo>
                  <a:lnTo>
                    <a:pt x="160210" y="762000"/>
                  </a:lnTo>
                  <a:lnTo>
                    <a:pt x="178046" y="723900"/>
                  </a:lnTo>
                  <a:lnTo>
                    <a:pt x="198162" y="673100"/>
                  </a:lnTo>
                  <a:lnTo>
                    <a:pt x="220537" y="635000"/>
                  </a:lnTo>
                  <a:lnTo>
                    <a:pt x="245148" y="596900"/>
                  </a:lnTo>
                  <a:lnTo>
                    <a:pt x="271880" y="546100"/>
                  </a:lnTo>
                  <a:lnTo>
                    <a:pt x="300588" y="508000"/>
                  </a:lnTo>
                  <a:lnTo>
                    <a:pt x="331215" y="469900"/>
                  </a:lnTo>
                  <a:lnTo>
                    <a:pt x="363701" y="431800"/>
                  </a:lnTo>
                  <a:lnTo>
                    <a:pt x="397988" y="406400"/>
                  </a:lnTo>
                  <a:lnTo>
                    <a:pt x="434019" y="368300"/>
                  </a:lnTo>
                  <a:lnTo>
                    <a:pt x="471734" y="330200"/>
                  </a:lnTo>
                  <a:lnTo>
                    <a:pt x="511076" y="304800"/>
                  </a:lnTo>
                  <a:lnTo>
                    <a:pt x="551986" y="279400"/>
                  </a:lnTo>
                  <a:lnTo>
                    <a:pt x="594405" y="254000"/>
                  </a:lnTo>
                  <a:lnTo>
                    <a:pt x="638276" y="228600"/>
                  </a:lnTo>
                  <a:lnTo>
                    <a:pt x="683283" y="203200"/>
                  </a:lnTo>
                  <a:lnTo>
                    <a:pt x="729297" y="177800"/>
                  </a:lnTo>
                  <a:lnTo>
                    <a:pt x="776233" y="165100"/>
                  </a:lnTo>
                  <a:lnTo>
                    <a:pt x="824010" y="139700"/>
                  </a:lnTo>
                  <a:lnTo>
                    <a:pt x="921754" y="114300"/>
                  </a:lnTo>
                  <a:lnTo>
                    <a:pt x="971556" y="114300"/>
                  </a:lnTo>
                  <a:lnTo>
                    <a:pt x="1072605" y="88900"/>
                  </a:lnTo>
                  <a:lnTo>
                    <a:pt x="1647897" y="88900"/>
                  </a:lnTo>
                  <a:lnTo>
                    <a:pt x="1624433" y="76200"/>
                  </a:lnTo>
                  <a:lnTo>
                    <a:pt x="1328747" y="0"/>
                  </a:lnTo>
                  <a:close/>
                </a:path>
                <a:path w="2350135" h="2184400">
                  <a:moveTo>
                    <a:pt x="1647897" y="88900"/>
                  </a:moveTo>
                  <a:lnTo>
                    <a:pt x="1277459" y="88900"/>
                  </a:lnTo>
                  <a:lnTo>
                    <a:pt x="1378511" y="114300"/>
                  </a:lnTo>
                  <a:lnTo>
                    <a:pt x="1428314" y="114300"/>
                  </a:lnTo>
                  <a:lnTo>
                    <a:pt x="1526060" y="139700"/>
                  </a:lnTo>
                  <a:lnTo>
                    <a:pt x="1573837" y="165100"/>
                  </a:lnTo>
                  <a:lnTo>
                    <a:pt x="1620774" y="177800"/>
                  </a:lnTo>
                  <a:lnTo>
                    <a:pt x="1666787" y="203200"/>
                  </a:lnTo>
                  <a:lnTo>
                    <a:pt x="1711794" y="228600"/>
                  </a:lnTo>
                  <a:lnTo>
                    <a:pt x="1755662" y="254000"/>
                  </a:lnTo>
                  <a:lnTo>
                    <a:pt x="1798079" y="279400"/>
                  </a:lnTo>
                  <a:lnTo>
                    <a:pt x="1838987" y="304800"/>
                  </a:lnTo>
                  <a:lnTo>
                    <a:pt x="1878327" y="330200"/>
                  </a:lnTo>
                  <a:lnTo>
                    <a:pt x="1916041" y="368300"/>
                  </a:lnTo>
                  <a:lnTo>
                    <a:pt x="1952071" y="406400"/>
                  </a:lnTo>
                  <a:lnTo>
                    <a:pt x="1986358" y="431800"/>
                  </a:lnTo>
                  <a:lnTo>
                    <a:pt x="2018843" y="469900"/>
                  </a:lnTo>
                  <a:lnTo>
                    <a:pt x="2049470" y="508000"/>
                  </a:lnTo>
                  <a:lnTo>
                    <a:pt x="2078178" y="546100"/>
                  </a:lnTo>
                  <a:lnTo>
                    <a:pt x="2104910" y="596900"/>
                  </a:lnTo>
                  <a:lnTo>
                    <a:pt x="2129524" y="635000"/>
                  </a:lnTo>
                  <a:lnTo>
                    <a:pt x="2151902" y="673100"/>
                  </a:lnTo>
                  <a:lnTo>
                    <a:pt x="2172020" y="723900"/>
                  </a:lnTo>
                  <a:lnTo>
                    <a:pt x="2189857" y="762000"/>
                  </a:lnTo>
                  <a:lnTo>
                    <a:pt x="2205389" y="812800"/>
                  </a:lnTo>
                  <a:lnTo>
                    <a:pt x="2218594" y="850900"/>
                  </a:lnTo>
                  <a:lnTo>
                    <a:pt x="2229449" y="901700"/>
                  </a:lnTo>
                  <a:lnTo>
                    <a:pt x="2237932" y="952500"/>
                  </a:lnTo>
                  <a:lnTo>
                    <a:pt x="2244019" y="1003300"/>
                  </a:lnTo>
                  <a:lnTo>
                    <a:pt x="2247687" y="1041400"/>
                  </a:lnTo>
                  <a:lnTo>
                    <a:pt x="2248916" y="1092200"/>
                  </a:lnTo>
                  <a:lnTo>
                    <a:pt x="2247687" y="1143000"/>
                  </a:lnTo>
                  <a:lnTo>
                    <a:pt x="2244019" y="1193800"/>
                  </a:lnTo>
                  <a:lnTo>
                    <a:pt x="2237932" y="1231900"/>
                  </a:lnTo>
                  <a:lnTo>
                    <a:pt x="2229449" y="1282700"/>
                  </a:lnTo>
                  <a:lnTo>
                    <a:pt x="2218594" y="1333500"/>
                  </a:lnTo>
                  <a:lnTo>
                    <a:pt x="2205389" y="1371600"/>
                  </a:lnTo>
                  <a:lnTo>
                    <a:pt x="2189857" y="1422400"/>
                  </a:lnTo>
                  <a:lnTo>
                    <a:pt x="2172020" y="1460500"/>
                  </a:lnTo>
                  <a:lnTo>
                    <a:pt x="2151902" y="1511300"/>
                  </a:lnTo>
                  <a:lnTo>
                    <a:pt x="2129524" y="1549400"/>
                  </a:lnTo>
                  <a:lnTo>
                    <a:pt x="2104910" y="1600200"/>
                  </a:lnTo>
                  <a:lnTo>
                    <a:pt x="2078178" y="1638300"/>
                  </a:lnTo>
                  <a:lnTo>
                    <a:pt x="2049470" y="1676400"/>
                  </a:lnTo>
                  <a:lnTo>
                    <a:pt x="2018843" y="1714500"/>
                  </a:lnTo>
                  <a:lnTo>
                    <a:pt x="1986358" y="1752600"/>
                  </a:lnTo>
                  <a:lnTo>
                    <a:pt x="1952071" y="1790700"/>
                  </a:lnTo>
                  <a:lnTo>
                    <a:pt x="1916041" y="1816100"/>
                  </a:lnTo>
                  <a:lnTo>
                    <a:pt x="1878327" y="1854200"/>
                  </a:lnTo>
                  <a:lnTo>
                    <a:pt x="1838987" y="1879600"/>
                  </a:lnTo>
                  <a:lnTo>
                    <a:pt x="1798079" y="1905000"/>
                  </a:lnTo>
                  <a:lnTo>
                    <a:pt x="1755662" y="1943100"/>
                  </a:lnTo>
                  <a:lnTo>
                    <a:pt x="1711794" y="1955800"/>
                  </a:lnTo>
                  <a:lnTo>
                    <a:pt x="1666787" y="1981200"/>
                  </a:lnTo>
                  <a:lnTo>
                    <a:pt x="1620774" y="2006600"/>
                  </a:lnTo>
                  <a:lnTo>
                    <a:pt x="1573837" y="2019300"/>
                  </a:lnTo>
                  <a:lnTo>
                    <a:pt x="1526060" y="2044700"/>
                  </a:lnTo>
                  <a:lnTo>
                    <a:pt x="1378511" y="2082800"/>
                  </a:lnTo>
                  <a:lnTo>
                    <a:pt x="1328198" y="2082800"/>
                  </a:lnTo>
                  <a:lnTo>
                    <a:pt x="1277459" y="2095500"/>
                  </a:lnTo>
                  <a:lnTo>
                    <a:pt x="1647897" y="2095500"/>
                  </a:lnTo>
                  <a:lnTo>
                    <a:pt x="1671360" y="2082800"/>
                  </a:lnTo>
                  <a:lnTo>
                    <a:pt x="1717425" y="2070100"/>
                  </a:lnTo>
                  <a:lnTo>
                    <a:pt x="1762556" y="2044700"/>
                  </a:lnTo>
                  <a:lnTo>
                    <a:pt x="1806558" y="2019300"/>
                  </a:lnTo>
                  <a:lnTo>
                    <a:pt x="1849248" y="1993900"/>
                  </a:lnTo>
                  <a:lnTo>
                    <a:pt x="1890575" y="1968500"/>
                  </a:lnTo>
                  <a:lnTo>
                    <a:pt x="1930489" y="1930400"/>
                  </a:lnTo>
                  <a:lnTo>
                    <a:pt x="1968937" y="1905000"/>
                  </a:lnTo>
                  <a:lnTo>
                    <a:pt x="2005869" y="1866900"/>
                  </a:lnTo>
                  <a:lnTo>
                    <a:pt x="2041234" y="1828800"/>
                  </a:lnTo>
                  <a:lnTo>
                    <a:pt x="2074980" y="1803400"/>
                  </a:lnTo>
                  <a:lnTo>
                    <a:pt x="2107056" y="1765300"/>
                  </a:lnTo>
                  <a:lnTo>
                    <a:pt x="2137412" y="1727200"/>
                  </a:lnTo>
                  <a:lnTo>
                    <a:pt x="2165996" y="1689100"/>
                  </a:lnTo>
                  <a:lnTo>
                    <a:pt x="2192756" y="1638300"/>
                  </a:lnTo>
                  <a:lnTo>
                    <a:pt x="2217480" y="1600200"/>
                  </a:lnTo>
                  <a:lnTo>
                    <a:pt x="2240159" y="1562100"/>
                  </a:lnTo>
                  <a:lnTo>
                    <a:pt x="2260772" y="1511300"/>
                  </a:lnTo>
                  <a:lnTo>
                    <a:pt x="2279301" y="1473200"/>
                  </a:lnTo>
                  <a:lnTo>
                    <a:pt x="2295725" y="1422400"/>
                  </a:lnTo>
                  <a:lnTo>
                    <a:pt x="2310023" y="1371600"/>
                  </a:lnTo>
                  <a:lnTo>
                    <a:pt x="2322177" y="1333500"/>
                  </a:lnTo>
                  <a:lnTo>
                    <a:pt x="2332165" y="1282700"/>
                  </a:lnTo>
                  <a:lnTo>
                    <a:pt x="2339969" y="1231900"/>
                  </a:lnTo>
                  <a:lnTo>
                    <a:pt x="2345568" y="1193800"/>
                  </a:lnTo>
                  <a:lnTo>
                    <a:pt x="2348942" y="1143000"/>
                  </a:lnTo>
                  <a:lnTo>
                    <a:pt x="2350071" y="1092200"/>
                  </a:lnTo>
                  <a:lnTo>
                    <a:pt x="2348942" y="1041400"/>
                  </a:lnTo>
                  <a:lnTo>
                    <a:pt x="2345568" y="1003300"/>
                  </a:lnTo>
                  <a:lnTo>
                    <a:pt x="2339969" y="952500"/>
                  </a:lnTo>
                  <a:lnTo>
                    <a:pt x="2332165" y="901700"/>
                  </a:lnTo>
                  <a:lnTo>
                    <a:pt x="2322177" y="850900"/>
                  </a:lnTo>
                  <a:lnTo>
                    <a:pt x="2310023" y="812800"/>
                  </a:lnTo>
                  <a:lnTo>
                    <a:pt x="2295725" y="762000"/>
                  </a:lnTo>
                  <a:lnTo>
                    <a:pt x="2279301" y="723900"/>
                  </a:lnTo>
                  <a:lnTo>
                    <a:pt x="2260772" y="673100"/>
                  </a:lnTo>
                  <a:lnTo>
                    <a:pt x="2240159" y="635000"/>
                  </a:lnTo>
                  <a:lnTo>
                    <a:pt x="2217480" y="584200"/>
                  </a:lnTo>
                  <a:lnTo>
                    <a:pt x="2192756" y="546100"/>
                  </a:lnTo>
                  <a:lnTo>
                    <a:pt x="2165996" y="508000"/>
                  </a:lnTo>
                  <a:lnTo>
                    <a:pt x="2137412" y="457200"/>
                  </a:lnTo>
                  <a:lnTo>
                    <a:pt x="2107056" y="419100"/>
                  </a:lnTo>
                  <a:lnTo>
                    <a:pt x="2074980" y="393700"/>
                  </a:lnTo>
                  <a:lnTo>
                    <a:pt x="2041234" y="355600"/>
                  </a:lnTo>
                  <a:lnTo>
                    <a:pt x="2005869" y="317500"/>
                  </a:lnTo>
                  <a:lnTo>
                    <a:pt x="1968937" y="279400"/>
                  </a:lnTo>
                  <a:lnTo>
                    <a:pt x="1930489" y="254000"/>
                  </a:lnTo>
                  <a:lnTo>
                    <a:pt x="1890575" y="228600"/>
                  </a:lnTo>
                  <a:lnTo>
                    <a:pt x="1849248" y="190500"/>
                  </a:lnTo>
                  <a:lnTo>
                    <a:pt x="1806558" y="165100"/>
                  </a:lnTo>
                  <a:lnTo>
                    <a:pt x="1762556" y="139700"/>
                  </a:lnTo>
                  <a:lnTo>
                    <a:pt x="1717425" y="114300"/>
                  </a:lnTo>
                  <a:lnTo>
                    <a:pt x="1671360" y="101600"/>
                  </a:lnTo>
                  <a:lnTo>
                    <a:pt x="1647897" y="8890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7" name="object 5"/>
            <p:cNvSpPr/>
            <p:nvPr/>
          </p:nvSpPr>
          <p:spPr>
            <a:xfrm>
              <a:off x="2819160" y="3539880"/>
              <a:ext cx="672120" cy="780120"/>
            </a:xfrm>
            <a:custGeom>
              <a:avLst/>
              <a:gdLst>
                <a:gd name="textAreaLeft" fmla="*/ 0 w 672120"/>
                <a:gd name="textAreaRight" fmla="*/ 672480 w 672120"/>
                <a:gd name="textAreaTop" fmla="*/ 0 h 780120"/>
                <a:gd name="textAreaBottom" fmla="*/ 780480 h 780120"/>
              </a:gdLst>
              <a:ahLst/>
              <a:rect l="textAreaLeft" t="textAreaTop" r="textAreaRight" b="textAreaBottom"/>
              <a:pathLst>
                <a:path w="672464" h="780414">
                  <a:moveTo>
                    <a:pt x="337324" y="188633"/>
                  </a:moveTo>
                  <a:lnTo>
                    <a:pt x="65519" y="0"/>
                  </a:lnTo>
                  <a:lnTo>
                    <a:pt x="0" y="94310"/>
                  </a:lnTo>
                  <a:lnTo>
                    <a:pt x="136080" y="188633"/>
                  </a:lnTo>
                  <a:lnTo>
                    <a:pt x="272161" y="282956"/>
                  </a:lnTo>
                  <a:lnTo>
                    <a:pt x="337324" y="188633"/>
                  </a:lnTo>
                  <a:close/>
                </a:path>
                <a:path w="672464" h="780414">
                  <a:moveTo>
                    <a:pt x="672122" y="737997"/>
                  </a:moveTo>
                  <a:lnTo>
                    <a:pt x="550799" y="430199"/>
                  </a:lnTo>
                  <a:lnTo>
                    <a:pt x="443877" y="472313"/>
                  </a:lnTo>
                  <a:lnTo>
                    <a:pt x="504723" y="626033"/>
                  </a:lnTo>
                  <a:lnTo>
                    <a:pt x="565200" y="780110"/>
                  </a:lnTo>
                  <a:lnTo>
                    <a:pt x="672122" y="737997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" name="object 6"/>
            <p:cNvSpPr/>
            <p:nvPr/>
          </p:nvSpPr>
          <p:spPr>
            <a:xfrm>
              <a:off x="1248120" y="3826800"/>
              <a:ext cx="2142720" cy="1483560"/>
            </a:xfrm>
            <a:custGeom>
              <a:avLst/>
              <a:gdLst>
                <a:gd name="textAreaLeft" fmla="*/ 0 w 2142720"/>
                <a:gd name="textAreaRight" fmla="*/ 2143080 w 2142720"/>
                <a:gd name="textAreaTop" fmla="*/ 0 h 1483560"/>
                <a:gd name="textAreaBottom" fmla="*/ 1483920 h 1483560"/>
              </a:gdLst>
              <a:ahLst/>
              <a:rect l="textAreaLeft" t="textAreaTop" r="textAreaRight" b="textAreaBottom"/>
              <a:pathLst>
                <a:path w="2143125" h="1483995">
                  <a:moveTo>
                    <a:pt x="281165" y="64795"/>
                  </a:moveTo>
                  <a:lnTo>
                    <a:pt x="186118" y="0"/>
                  </a:lnTo>
                  <a:lnTo>
                    <a:pt x="93243" y="136791"/>
                  </a:lnTo>
                  <a:lnTo>
                    <a:pt x="0" y="273596"/>
                  </a:lnTo>
                  <a:lnTo>
                    <a:pt x="95046" y="338404"/>
                  </a:lnTo>
                  <a:lnTo>
                    <a:pt x="281165" y="64795"/>
                  </a:lnTo>
                  <a:close/>
                </a:path>
                <a:path w="2143125" h="1483995">
                  <a:moveTo>
                    <a:pt x="2143087" y="1222197"/>
                  </a:moveTo>
                  <a:lnTo>
                    <a:pt x="2059927" y="1157757"/>
                  </a:lnTo>
                  <a:lnTo>
                    <a:pt x="1958759" y="1288440"/>
                  </a:lnTo>
                  <a:lnTo>
                    <a:pt x="1857248" y="1419479"/>
                  </a:lnTo>
                  <a:lnTo>
                    <a:pt x="1940407" y="1483563"/>
                  </a:lnTo>
                  <a:lnTo>
                    <a:pt x="2143087" y="1222197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pic>
        <p:nvPicPr>
          <p:cNvPr id="59" name="object 7" descr=""/>
          <p:cNvPicPr/>
          <p:nvPr/>
        </p:nvPicPr>
        <p:blipFill>
          <a:blip r:embed="rId2"/>
          <a:stretch/>
        </p:blipFill>
        <p:spPr>
          <a:xfrm>
            <a:off x="2906280" y="921240"/>
            <a:ext cx="307080" cy="309960"/>
          </a:xfrm>
          <a:prstGeom prst="rect">
            <a:avLst/>
          </a:prstGeom>
          <a:ln w="0">
            <a:noFill/>
          </a:ln>
        </p:spPr>
      </p:pic>
      <p:sp>
        <p:nvSpPr>
          <p:cNvPr id="60" name="object 8"/>
          <p:cNvSpPr/>
          <p:nvPr/>
        </p:nvSpPr>
        <p:spPr>
          <a:xfrm>
            <a:off x="2921400" y="3337560"/>
            <a:ext cx="849240" cy="864000"/>
          </a:xfrm>
          <a:custGeom>
            <a:avLst/>
            <a:gdLst>
              <a:gd name="textAreaLeft" fmla="*/ 0 w 849240"/>
              <a:gd name="textAreaRight" fmla="*/ 849600 w 849240"/>
              <a:gd name="textAreaTop" fmla="*/ 0 h 864000"/>
              <a:gd name="textAreaBottom" fmla="*/ 864360 h 864000"/>
            </a:gdLst>
            <a:ahLst/>
            <a:rect l="textAreaLeft" t="textAreaTop" r="textAreaRight" b="textAreaBottom"/>
            <a:pathLst>
              <a:path w="849629" h="864235">
                <a:moveTo>
                  <a:pt x="424802" y="393484"/>
                </a:moveTo>
                <a:lnTo>
                  <a:pt x="39611" y="0"/>
                </a:lnTo>
                <a:lnTo>
                  <a:pt x="0" y="38874"/>
                </a:lnTo>
                <a:lnTo>
                  <a:pt x="192608" y="235445"/>
                </a:lnTo>
                <a:lnTo>
                  <a:pt x="385203" y="432003"/>
                </a:lnTo>
                <a:lnTo>
                  <a:pt x="424802" y="393484"/>
                </a:lnTo>
                <a:close/>
              </a:path>
              <a:path w="849629" h="864235">
                <a:moveTo>
                  <a:pt x="710641" y="523798"/>
                </a:moveTo>
                <a:lnTo>
                  <a:pt x="325450" y="130314"/>
                </a:lnTo>
                <a:lnTo>
                  <a:pt x="285851" y="169202"/>
                </a:lnTo>
                <a:lnTo>
                  <a:pt x="478447" y="365760"/>
                </a:lnTo>
                <a:lnTo>
                  <a:pt x="671042" y="562317"/>
                </a:lnTo>
                <a:lnTo>
                  <a:pt x="710641" y="523798"/>
                </a:lnTo>
                <a:close/>
              </a:path>
              <a:path w="849629" h="864235">
                <a:moveTo>
                  <a:pt x="849604" y="825474"/>
                </a:moveTo>
                <a:lnTo>
                  <a:pt x="464400" y="432003"/>
                </a:lnTo>
                <a:lnTo>
                  <a:pt x="424802" y="470877"/>
                </a:lnTo>
                <a:lnTo>
                  <a:pt x="617410" y="667435"/>
                </a:lnTo>
                <a:lnTo>
                  <a:pt x="810006" y="863993"/>
                </a:lnTo>
                <a:lnTo>
                  <a:pt x="849604" y="825474"/>
                </a:lnTo>
                <a:close/>
              </a:path>
            </a:pathLst>
          </a:custGeom>
          <a:solidFill>
            <a:srgbClr val="e5e8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1" name="object 9"/>
          <p:cNvGrpSpPr/>
          <p:nvPr/>
        </p:nvGrpSpPr>
        <p:grpSpPr>
          <a:xfrm>
            <a:off x="3907800" y="4625640"/>
            <a:ext cx="557640" cy="108360"/>
            <a:chOff x="3907800" y="4625640"/>
            <a:chExt cx="557640" cy="108360"/>
          </a:xfrm>
        </p:grpSpPr>
        <p:sp>
          <p:nvSpPr>
            <p:cNvPr id="62" name="object 10"/>
            <p:cNvSpPr/>
            <p:nvPr/>
          </p:nvSpPr>
          <p:spPr>
            <a:xfrm>
              <a:off x="3907800" y="4663080"/>
              <a:ext cx="456840" cy="16920"/>
            </a:xfrm>
            <a:custGeom>
              <a:avLst/>
              <a:gdLst>
                <a:gd name="textAreaLeft" fmla="*/ 0 w 456840"/>
                <a:gd name="textAreaRight" fmla="*/ 457200 w 456840"/>
                <a:gd name="textAreaTop" fmla="*/ 0 h 16920"/>
                <a:gd name="textAreaBottom" fmla="*/ 17280 h 16920"/>
              </a:gdLst>
              <a:ahLst/>
              <a:rect l="textAreaLeft" t="textAreaTop" r="textAreaRight" b="textAreaBottom"/>
              <a:pathLst>
                <a:path w="457200" h="17145">
                  <a:moveTo>
                    <a:pt x="0" y="0"/>
                  </a:moveTo>
                  <a:lnTo>
                    <a:pt x="457200" y="16916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" name="object 11"/>
            <p:cNvSpPr/>
            <p:nvPr/>
          </p:nvSpPr>
          <p:spPr>
            <a:xfrm>
              <a:off x="4356000" y="4625640"/>
              <a:ext cx="109440" cy="108360"/>
            </a:xfrm>
            <a:custGeom>
              <a:avLst/>
              <a:gdLst>
                <a:gd name="textAreaLeft" fmla="*/ 0 w 109440"/>
                <a:gd name="textAreaRight" fmla="*/ 109800 w 10944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9854" h="108585">
                  <a:moveTo>
                    <a:pt x="3962" y="0"/>
                  </a:moveTo>
                  <a:lnTo>
                    <a:pt x="0" y="108000"/>
                  </a:lnTo>
                  <a:lnTo>
                    <a:pt x="109804" y="57950"/>
                  </a:lnTo>
                  <a:lnTo>
                    <a:pt x="3962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4" name="object 12"/>
          <p:cNvSpPr/>
          <p:nvPr/>
        </p:nvSpPr>
        <p:spPr>
          <a:xfrm>
            <a:off x="4904640" y="5037120"/>
            <a:ext cx="1642320" cy="115200"/>
          </a:xfrm>
          <a:custGeom>
            <a:avLst/>
            <a:gdLst>
              <a:gd name="textAreaLeft" fmla="*/ 0 w 1642320"/>
              <a:gd name="textAreaRight" fmla="*/ 1642680 w 1642320"/>
              <a:gd name="textAreaTop" fmla="*/ 0 h 115200"/>
              <a:gd name="textAreaBottom" fmla="*/ 115560 h 115200"/>
            </a:gdLst>
            <a:ahLst/>
            <a:rect l="textAreaLeft" t="textAreaTop" r="textAreaRight" b="textAreaBottom"/>
            <a:pathLst>
              <a:path w="1642745" h="115570">
                <a:moveTo>
                  <a:pt x="1642681" y="0"/>
                </a:moveTo>
                <a:lnTo>
                  <a:pt x="0" y="355"/>
                </a:lnTo>
                <a:lnTo>
                  <a:pt x="0" y="115188"/>
                </a:lnTo>
                <a:lnTo>
                  <a:pt x="821524" y="115188"/>
                </a:lnTo>
                <a:lnTo>
                  <a:pt x="1642681" y="114833"/>
                </a:lnTo>
                <a:lnTo>
                  <a:pt x="1642681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object 13"/>
          <p:cNvSpPr/>
          <p:nvPr/>
        </p:nvSpPr>
        <p:spPr>
          <a:xfrm>
            <a:off x="5667120" y="3949200"/>
            <a:ext cx="2757960" cy="115200"/>
          </a:xfrm>
          <a:custGeom>
            <a:avLst/>
            <a:gdLst>
              <a:gd name="textAreaLeft" fmla="*/ 0 w 2757960"/>
              <a:gd name="textAreaRight" fmla="*/ 2758320 w 2757960"/>
              <a:gd name="textAreaTop" fmla="*/ 0 h 115200"/>
              <a:gd name="textAreaBottom" fmla="*/ 115560 h 115200"/>
            </a:gdLst>
            <a:ahLst/>
            <a:rect l="textAreaLeft" t="textAreaTop" r="textAreaRight" b="textAreaBottom"/>
            <a:pathLst>
              <a:path w="2758440" h="115570">
                <a:moveTo>
                  <a:pt x="2758313" y="0"/>
                </a:moveTo>
                <a:lnTo>
                  <a:pt x="1083614" y="0"/>
                </a:lnTo>
                <a:lnTo>
                  <a:pt x="1083614" y="1270"/>
                </a:lnTo>
                <a:lnTo>
                  <a:pt x="0" y="1270"/>
                </a:lnTo>
                <a:lnTo>
                  <a:pt x="0" y="115570"/>
                </a:lnTo>
                <a:lnTo>
                  <a:pt x="2758313" y="115570"/>
                </a:lnTo>
                <a:lnTo>
                  <a:pt x="2758313" y="1270"/>
                </a:lnTo>
                <a:lnTo>
                  <a:pt x="2758313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object 14"/>
          <p:cNvSpPr/>
          <p:nvPr/>
        </p:nvSpPr>
        <p:spPr>
          <a:xfrm>
            <a:off x="7914600" y="5037120"/>
            <a:ext cx="1040400" cy="115200"/>
          </a:xfrm>
          <a:custGeom>
            <a:avLst/>
            <a:gdLst>
              <a:gd name="textAreaLeft" fmla="*/ 0 w 1040400"/>
              <a:gd name="textAreaRight" fmla="*/ 1040760 w 1040400"/>
              <a:gd name="textAreaTop" fmla="*/ 0 h 115200"/>
              <a:gd name="textAreaBottom" fmla="*/ 115560 h 115200"/>
            </a:gdLst>
            <a:ahLst/>
            <a:rect l="textAreaLeft" t="textAreaTop" r="textAreaRight" b="textAreaBottom"/>
            <a:pathLst>
              <a:path w="1040765" h="115570">
                <a:moveTo>
                  <a:pt x="1040752" y="0"/>
                </a:moveTo>
                <a:lnTo>
                  <a:pt x="0" y="355"/>
                </a:lnTo>
                <a:lnTo>
                  <a:pt x="0" y="115188"/>
                </a:lnTo>
                <a:lnTo>
                  <a:pt x="520560" y="115188"/>
                </a:lnTo>
                <a:lnTo>
                  <a:pt x="1040752" y="114833"/>
                </a:lnTo>
                <a:lnTo>
                  <a:pt x="1040752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object 15"/>
          <p:cNvSpPr/>
          <p:nvPr/>
        </p:nvSpPr>
        <p:spPr>
          <a:xfrm>
            <a:off x="5487120" y="4007160"/>
            <a:ext cx="1345680" cy="332280"/>
          </a:xfrm>
          <a:custGeom>
            <a:avLst/>
            <a:gdLst>
              <a:gd name="textAreaLeft" fmla="*/ 0 w 1345680"/>
              <a:gd name="textAreaRight" fmla="*/ 1346040 w 1345680"/>
              <a:gd name="textAreaTop" fmla="*/ 0 h 332280"/>
              <a:gd name="textAreaBottom" fmla="*/ 332640 h 332280"/>
            </a:gdLst>
            <a:ahLst/>
            <a:rect l="textAreaLeft" t="textAreaTop" r="textAreaRight" b="textAreaBottom"/>
            <a:pathLst>
              <a:path w="1346200" h="332739">
                <a:moveTo>
                  <a:pt x="1346034" y="332282"/>
                </a:moveTo>
                <a:lnTo>
                  <a:pt x="0" y="332282"/>
                </a:lnTo>
                <a:lnTo>
                  <a:pt x="0" y="0"/>
                </a:lnTo>
                <a:lnTo>
                  <a:pt x="179997" y="0"/>
                </a:lnTo>
              </a:path>
            </a:pathLst>
          </a:custGeom>
          <a:noFill/>
          <a:ln w="12599">
            <a:solidFill>
              <a:srgbClr val="719e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object 16"/>
          <p:cNvSpPr/>
          <p:nvPr/>
        </p:nvSpPr>
        <p:spPr>
          <a:xfrm>
            <a:off x="7295760" y="4006800"/>
            <a:ext cx="1310400" cy="332280"/>
          </a:xfrm>
          <a:custGeom>
            <a:avLst/>
            <a:gdLst>
              <a:gd name="textAreaLeft" fmla="*/ 0 w 1310400"/>
              <a:gd name="textAreaRight" fmla="*/ 1310760 w 1310400"/>
              <a:gd name="textAreaTop" fmla="*/ 0 h 332280"/>
              <a:gd name="textAreaBottom" fmla="*/ 332640 h 332280"/>
            </a:gdLst>
            <a:ahLst/>
            <a:rect l="textAreaLeft" t="textAreaTop" r="textAreaRight" b="textAreaBottom"/>
            <a:pathLst>
              <a:path w="1310640" h="332739">
                <a:moveTo>
                  <a:pt x="1129677" y="0"/>
                </a:moveTo>
                <a:lnTo>
                  <a:pt x="1310043" y="0"/>
                </a:lnTo>
                <a:lnTo>
                  <a:pt x="1310043" y="332638"/>
                </a:lnTo>
                <a:lnTo>
                  <a:pt x="0" y="332638"/>
                </a:lnTo>
              </a:path>
            </a:pathLst>
          </a:custGeom>
          <a:noFill/>
          <a:ln w="12599">
            <a:solidFill>
              <a:srgbClr val="719e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" name="object 17"/>
          <p:cNvGrpSpPr/>
          <p:nvPr/>
        </p:nvGrpSpPr>
        <p:grpSpPr>
          <a:xfrm>
            <a:off x="6547680" y="5037480"/>
            <a:ext cx="1366920" cy="114480"/>
            <a:chOff x="6547680" y="5037480"/>
            <a:chExt cx="1366920" cy="114480"/>
          </a:xfrm>
        </p:grpSpPr>
        <p:sp>
          <p:nvSpPr>
            <p:cNvPr id="70" name="object 18"/>
            <p:cNvSpPr/>
            <p:nvPr/>
          </p:nvSpPr>
          <p:spPr>
            <a:xfrm>
              <a:off x="6547680" y="5037480"/>
              <a:ext cx="455400" cy="114480"/>
            </a:xfrm>
            <a:custGeom>
              <a:avLst/>
              <a:gdLst>
                <a:gd name="textAreaLeft" fmla="*/ 0 w 455400"/>
                <a:gd name="textAreaRight" fmla="*/ 455760 w 45540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455929" h="114935">
                  <a:moveTo>
                    <a:pt x="455764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227888" y="114833"/>
                  </a:lnTo>
                  <a:lnTo>
                    <a:pt x="455764" y="114833"/>
                  </a:lnTo>
                  <a:lnTo>
                    <a:pt x="455764" y="0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" name="object 19"/>
            <p:cNvSpPr/>
            <p:nvPr/>
          </p:nvSpPr>
          <p:spPr>
            <a:xfrm>
              <a:off x="7003440" y="5037480"/>
              <a:ext cx="455400" cy="114480"/>
            </a:xfrm>
            <a:custGeom>
              <a:avLst/>
              <a:gdLst>
                <a:gd name="textAreaLeft" fmla="*/ 0 w 455400"/>
                <a:gd name="textAreaRight" fmla="*/ 455760 w 45540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455929" h="114935">
                  <a:moveTo>
                    <a:pt x="455764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227876" y="114833"/>
                  </a:lnTo>
                  <a:lnTo>
                    <a:pt x="455764" y="114833"/>
                  </a:lnTo>
                  <a:lnTo>
                    <a:pt x="455764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2" name="object 20"/>
            <p:cNvSpPr/>
            <p:nvPr/>
          </p:nvSpPr>
          <p:spPr>
            <a:xfrm>
              <a:off x="7459200" y="5037480"/>
              <a:ext cx="455400" cy="114480"/>
            </a:xfrm>
            <a:custGeom>
              <a:avLst/>
              <a:gdLst>
                <a:gd name="textAreaLeft" fmla="*/ 0 w 455400"/>
                <a:gd name="textAreaRight" fmla="*/ 455760 w 45540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455929" h="114935">
                  <a:moveTo>
                    <a:pt x="455752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227876" y="114833"/>
                  </a:lnTo>
                  <a:lnTo>
                    <a:pt x="455752" y="114833"/>
                  </a:lnTo>
                  <a:lnTo>
                    <a:pt x="455752" y="0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" name="object 21"/>
          <p:cNvSpPr/>
          <p:nvPr/>
        </p:nvSpPr>
        <p:spPr>
          <a:xfrm>
            <a:off x="4627440" y="5090400"/>
            <a:ext cx="277920" cy="2880"/>
          </a:xfrm>
          <a:custGeom>
            <a:avLst/>
            <a:gdLst>
              <a:gd name="textAreaLeft" fmla="*/ 0 w 277920"/>
              <a:gd name="textAreaRight" fmla="*/ 278280 w 277920"/>
              <a:gd name="textAreaTop" fmla="*/ 0 h 2880"/>
              <a:gd name="textAreaBottom" fmla="*/ 3240 h 2880"/>
            </a:gdLst>
            <a:ahLst/>
            <a:rect l="textAreaLeft" t="textAreaTop" r="textAreaRight" b="textAreaBottom"/>
            <a:pathLst>
              <a:path w="278129" h="3175">
                <a:moveTo>
                  <a:pt x="277558" y="2882"/>
                </a:moveTo>
                <a:lnTo>
                  <a:pt x="0" y="0"/>
                </a:lnTo>
              </a:path>
            </a:pathLst>
          </a:custGeom>
          <a:noFill/>
          <a:ln w="12599">
            <a:solidFill>
              <a:srgbClr val="719ec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4" name="object 22"/>
          <p:cNvGrpSpPr/>
          <p:nvPr/>
        </p:nvGrpSpPr>
        <p:grpSpPr>
          <a:xfrm>
            <a:off x="4627440" y="4281840"/>
            <a:ext cx="4556520" cy="816840"/>
            <a:chOff x="4627440" y="4281840"/>
            <a:chExt cx="4556520" cy="816840"/>
          </a:xfrm>
        </p:grpSpPr>
        <p:sp>
          <p:nvSpPr>
            <p:cNvPr id="75" name="object 23"/>
            <p:cNvSpPr/>
            <p:nvPr/>
          </p:nvSpPr>
          <p:spPr>
            <a:xfrm>
              <a:off x="4627440" y="4371840"/>
              <a:ext cx="2224080" cy="360"/>
            </a:xfrm>
            <a:custGeom>
              <a:avLst/>
              <a:gdLst>
                <a:gd name="textAreaLeft" fmla="*/ 0 w 2224080"/>
                <a:gd name="textAreaRight" fmla="*/ 2224440 w 22240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2224404" h="0">
                  <a:moveTo>
                    <a:pt x="2224087" y="0"/>
                  </a:moveTo>
                  <a:lnTo>
                    <a:pt x="0" y="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" name="object 24"/>
            <p:cNvSpPr/>
            <p:nvPr/>
          </p:nvSpPr>
          <p:spPr>
            <a:xfrm>
              <a:off x="6832800" y="4281840"/>
              <a:ext cx="462600" cy="114480"/>
            </a:xfrm>
            <a:custGeom>
              <a:avLst/>
              <a:gdLst>
                <a:gd name="textAreaLeft" fmla="*/ 0 w 462600"/>
                <a:gd name="textAreaRight" fmla="*/ 462960 w 46260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462915" h="114935">
                  <a:moveTo>
                    <a:pt x="46259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231482" y="114833"/>
                  </a:lnTo>
                  <a:lnTo>
                    <a:pt x="462597" y="114833"/>
                  </a:lnTo>
                  <a:lnTo>
                    <a:pt x="462597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7" name="object 25"/>
            <p:cNvSpPr/>
            <p:nvPr/>
          </p:nvSpPr>
          <p:spPr>
            <a:xfrm>
              <a:off x="4627440" y="4371840"/>
              <a:ext cx="4556520" cy="726840"/>
            </a:xfrm>
            <a:custGeom>
              <a:avLst/>
              <a:gdLst>
                <a:gd name="textAreaLeft" fmla="*/ 0 w 4556520"/>
                <a:gd name="textAreaRight" fmla="*/ 4556880 w 4556520"/>
                <a:gd name="textAreaTop" fmla="*/ 0 h 726840"/>
                <a:gd name="textAreaBottom" fmla="*/ 727200 h 726840"/>
              </a:gdLst>
              <a:ahLst/>
              <a:rect l="textAreaLeft" t="textAreaTop" r="textAreaRight" b="textAreaBottom"/>
              <a:pathLst>
                <a:path w="4556759" h="727075">
                  <a:moveTo>
                    <a:pt x="0" y="0"/>
                  </a:moveTo>
                  <a:lnTo>
                    <a:pt x="0" y="718565"/>
                  </a:lnTo>
                </a:path>
                <a:path w="4556759" h="727075">
                  <a:moveTo>
                    <a:pt x="4556518" y="7569"/>
                  </a:moveTo>
                  <a:lnTo>
                    <a:pt x="2668320" y="7569"/>
                  </a:lnTo>
                </a:path>
                <a:path w="4556759" h="727075">
                  <a:moveTo>
                    <a:pt x="4556518" y="713879"/>
                  </a:moveTo>
                  <a:lnTo>
                    <a:pt x="4328286" y="713879"/>
                  </a:lnTo>
                </a:path>
                <a:path w="4556759" h="727075">
                  <a:moveTo>
                    <a:pt x="4556518" y="7924"/>
                  </a:moveTo>
                  <a:lnTo>
                    <a:pt x="4556518" y="72649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8" name="object 26"/>
          <p:cNvSpPr/>
          <p:nvPr/>
        </p:nvSpPr>
        <p:spPr>
          <a:xfrm>
            <a:off x="265680" y="163800"/>
            <a:ext cx="46580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Limitations</a:t>
            </a:r>
            <a:r>
              <a:rPr b="1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1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De</a:t>
            </a:r>
            <a:r>
              <a:rPr b="1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Bruijn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Graph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assemblers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2"/>
          <p:cNvSpPr/>
          <p:nvPr/>
        </p:nvSpPr>
        <p:spPr>
          <a:xfrm>
            <a:off x="325440" y="757800"/>
            <a:ext cx="2349720" cy="2184120"/>
          </a:xfrm>
          <a:custGeom>
            <a:avLst/>
            <a:gdLst>
              <a:gd name="textAreaLeft" fmla="*/ 0 w 2349720"/>
              <a:gd name="textAreaRight" fmla="*/ 2350080 w 2349720"/>
              <a:gd name="textAreaTop" fmla="*/ 0 h 2184120"/>
              <a:gd name="textAreaBottom" fmla="*/ 2184480 h 2184120"/>
            </a:gdLst>
            <a:ahLst/>
            <a:rect l="textAreaLeft" t="textAreaTop" r="textAreaRight" b="textAreaBottom"/>
            <a:pathLst>
              <a:path w="2350135" h="2184400">
                <a:moveTo>
                  <a:pt x="1429536" y="2158999"/>
                </a:moveTo>
                <a:lnTo>
                  <a:pt x="920553" y="2158999"/>
                </a:lnTo>
                <a:lnTo>
                  <a:pt x="1021329" y="2184399"/>
                </a:lnTo>
                <a:lnTo>
                  <a:pt x="1328759" y="2184399"/>
                </a:lnTo>
                <a:lnTo>
                  <a:pt x="1429536" y="2158999"/>
                </a:lnTo>
                <a:close/>
              </a:path>
              <a:path w="2350135" h="2184400">
                <a:moveTo>
                  <a:pt x="1328759" y="0"/>
                </a:moveTo>
                <a:lnTo>
                  <a:pt x="1021329" y="0"/>
                </a:lnTo>
                <a:lnTo>
                  <a:pt x="725644" y="76200"/>
                </a:lnTo>
                <a:lnTo>
                  <a:pt x="678718" y="101600"/>
                </a:lnTo>
                <a:lnTo>
                  <a:pt x="632655" y="114300"/>
                </a:lnTo>
                <a:lnTo>
                  <a:pt x="587527" y="139700"/>
                </a:lnTo>
                <a:lnTo>
                  <a:pt x="543525" y="165100"/>
                </a:lnTo>
                <a:lnTo>
                  <a:pt x="500834" y="190500"/>
                </a:lnTo>
                <a:lnTo>
                  <a:pt x="459506" y="228600"/>
                </a:lnTo>
                <a:lnTo>
                  <a:pt x="419592" y="254000"/>
                </a:lnTo>
                <a:lnTo>
                  <a:pt x="381142" y="279400"/>
                </a:lnTo>
                <a:lnTo>
                  <a:pt x="344209" y="317500"/>
                </a:lnTo>
                <a:lnTo>
                  <a:pt x="308844" y="355600"/>
                </a:lnTo>
                <a:lnTo>
                  <a:pt x="275097" y="393700"/>
                </a:lnTo>
                <a:lnTo>
                  <a:pt x="243021" y="419100"/>
                </a:lnTo>
                <a:lnTo>
                  <a:pt x="212667" y="457200"/>
                </a:lnTo>
                <a:lnTo>
                  <a:pt x="184085" y="508000"/>
                </a:lnTo>
                <a:lnTo>
                  <a:pt x="157327" y="546100"/>
                </a:lnTo>
                <a:lnTo>
                  <a:pt x="132603" y="584200"/>
                </a:lnTo>
                <a:lnTo>
                  <a:pt x="109924" y="635000"/>
                </a:lnTo>
                <a:lnTo>
                  <a:pt x="89309" y="673100"/>
                </a:lnTo>
                <a:lnTo>
                  <a:pt x="70779" y="723900"/>
                </a:lnTo>
                <a:lnTo>
                  <a:pt x="54354" y="762000"/>
                </a:lnTo>
                <a:lnTo>
                  <a:pt x="40054" y="812800"/>
                </a:lnTo>
                <a:lnTo>
                  <a:pt x="27899" y="850900"/>
                </a:lnTo>
                <a:lnTo>
                  <a:pt x="17908" y="901700"/>
                </a:lnTo>
                <a:lnTo>
                  <a:pt x="10103" y="952500"/>
                </a:lnTo>
                <a:lnTo>
                  <a:pt x="4503" y="1003300"/>
                </a:lnTo>
                <a:lnTo>
                  <a:pt x="1129" y="1041400"/>
                </a:lnTo>
                <a:lnTo>
                  <a:pt x="0" y="1092200"/>
                </a:lnTo>
                <a:lnTo>
                  <a:pt x="1129" y="1143000"/>
                </a:lnTo>
                <a:lnTo>
                  <a:pt x="4503" y="1193800"/>
                </a:lnTo>
                <a:lnTo>
                  <a:pt x="10103" y="1231900"/>
                </a:lnTo>
                <a:lnTo>
                  <a:pt x="17908" y="1282700"/>
                </a:lnTo>
                <a:lnTo>
                  <a:pt x="27899" y="1333500"/>
                </a:lnTo>
                <a:lnTo>
                  <a:pt x="40054" y="1371600"/>
                </a:lnTo>
                <a:lnTo>
                  <a:pt x="54354" y="1422400"/>
                </a:lnTo>
                <a:lnTo>
                  <a:pt x="70779" y="1473200"/>
                </a:lnTo>
                <a:lnTo>
                  <a:pt x="89309" y="1511300"/>
                </a:lnTo>
                <a:lnTo>
                  <a:pt x="109924" y="1562100"/>
                </a:lnTo>
                <a:lnTo>
                  <a:pt x="132603" y="1600200"/>
                </a:lnTo>
                <a:lnTo>
                  <a:pt x="157327" y="1638300"/>
                </a:lnTo>
                <a:lnTo>
                  <a:pt x="184085" y="1689099"/>
                </a:lnTo>
                <a:lnTo>
                  <a:pt x="212667" y="1727199"/>
                </a:lnTo>
                <a:lnTo>
                  <a:pt x="243021" y="1765299"/>
                </a:lnTo>
                <a:lnTo>
                  <a:pt x="275097" y="1803399"/>
                </a:lnTo>
                <a:lnTo>
                  <a:pt x="308844" y="1828799"/>
                </a:lnTo>
                <a:lnTo>
                  <a:pt x="344209" y="1866899"/>
                </a:lnTo>
                <a:lnTo>
                  <a:pt x="381142" y="1904999"/>
                </a:lnTo>
                <a:lnTo>
                  <a:pt x="419592" y="1930399"/>
                </a:lnTo>
                <a:lnTo>
                  <a:pt x="459506" y="1968499"/>
                </a:lnTo>
                <a:lnTo>
                  <a:pt x="500834" y="1993899"/>
                </a:lnTo>
                <a:lnTo>
                  <a:pt x="543525" y="2019299"/>
                </a:lnTo>
                <a:lnTo>
                  <a:pt x="587527" y="2044699"/>
                </a:lnTo>
                <a:lnTo>
                  <a:pt x="632655" y="2070099"/>
                </a:lnTo>
                <a:lnTo>
                  <a:pt x="678718" y="2082799"/>
                </a:lnTo>
                <a:lnTo>
                  <a:pt x="725644" y="2108199"/>
                </a:lnTo>
                <a:lnTo>
                  <a:pt x="773362" y="2120899"/>
                </a:lnTo>
                <a:lnTo>
                  <a:pt x="821800" y="2146299"/>
                </a:lnTo>
                <a:lnTo>
                  <a:pt x="870888" y="2158999"/>
                </a:lnTo>
                <a:lnTo>
                  <a:pt x="1479200" y="2158999"/>
                </a:lnTo>
                <a:lnTo>
                  <a:pt x="1528287" y="2146299"/>
                </a:lnTo>
                <a:lnTo>
                  <a:pt x="1576724" y="2120899"/>
                </a:lnTo>
                <a:lnTo>
                  <a:pt x="1624441" y="2108199"/>
                </a:lnTo>
                <a:lnTo>
                  <a:pt x="1647903" y="2095499"/>
                </a:lnTo>
                <a:lnTo>
                  <a:pt x="1072612" y="2095499"/>
                </a:lnTo>
                <a:lnTo>
                  <a:pt x="1021872" y="2082799"/>
                </a:lnTo>
                <a:lnTo>
                  <a:pt x="971559" y="2082799"/>
                </a:lnTo>
                <a:lnTo>
                  <a:pt x="824011" y="2044699"/>
                </a:lnTo>
                <a:lnTo>
                  <a:pt x="776233" y="2019299"/>
                </a:lnTo>
                <a:lnTo>
                  <a:pt x="729297" y="2006599"/>
                </a:lnTo>
                <a:lnTo>
                  <a:pt x="683283" y="1981199"/>
                </a:lnTo>
                <a:lnTo>
                  <a:pt x="638276" y="1955799"/>
                </a:lnTo>
                <a:lnTo>
                  <a:pt x="594408" y="1943099"/>
                </a:lnTo>
                <a:lnTo>
                  <a:pt x="551992" y="1904999"/>
                </a:lnTo>
                <a:lnTo>
                  <a:pt x="511084" y="1879599"/>
                </a:lnTo>
                <a:lnTo>
                  <a:pt x="471744" y="1854199"/>
                </a:lnTo>
                <a:lnTo>
                  <a:pt x="434030" y="1816099"/>
                </a:lnTo>
                <a:lnTo>
                  <a:pt x="398000" y="1790699"/>
                </a:lnTo>
                <a:lnTo>
                  <a:pt x="363713" y="1752599"/>
                </a:lnTo>
                <a:lnTo>
                  <a:pt x="331227" y="1714499"/>
                </a:lnTo>
                <a:lnTo>
                  <a:pt x="300601" y="1676399"/>
                </a:lnTo>
                <a:lnTo>
                  <a:pt x="271892" y="1638300"/>
                </a:lnTo>
                <a:lnTo>
                  <a:pt x="245160" y="1600200"/>
                </a:lnTo>
                <a:lnTo>
                  <a:pt x="220547" y="1549400"/>
                </a:lnTo>
                <a:lnTo>
                  <a:pt x="198170" y="1511300"/>
                </a:lnTo>
                <a:lnTo>
                  <a:pt x="178053" y="1460500"/>
                </a:lnTo>
                <a:lnTo>
                  <a:pt x="160217" y="1422400"/>
                </a:lnTo>
                <a:lnTo>
                  <a:pt x="144687" y="1371600"/>
                </a:lnTo>
                <a:lnTo>
                  <a:pt x="131484" y="1333500"/>
                </a:lnTo>
                <a:lnTo>
                  <a:pt x="120630" y="1282700"/>
                </a:lnTo>
                <a:lnTo>
                  <a:pt x="112149" y="1231900"/>
                </a:lnTo>
                <a:lnTo>
                  <a:pt x="106063" y="1193800"/>
                </a:lnTo>
                <a:lnTo>
                  <a:pt x="102395" y="1143000"/>
                </a:lnTo>
                <a:lnTo>
                  <a:pt x="101168" y="1092200"/>
                </a:lnTo>
                <a:lnTo>
                  <a:pt x="102395" y="1041400"/>
                </a:lnTo>
                <a:lnTo>
                  <a:pt x="106063" y="1003300"/>
                </a:lnTo>
                <a:lnTo>
                  <a:pt x="112149" y="952500"/>
                </a:lnTo>
                <a:lnTo>
                  <a:pt x="120630" y="901700"/>
                </a:lnTo>
                <a:lnTo>
                  <a:pt x="131484" y="850900"/>
                </a:lnTo>
                <a:lnTo>
                  <a:pt x="144687" y="812800"/>
                </a:lnTo>
                <a:lnTo>
                  <a:pt x="160217" y="762000"/>
                </a:lnTo>
                <a:lnTo>
                  <a:pt x="178053" y="723900"/>
                </a:lnTo>
                <a:lnTo>
                  <a:pt x="198170" y="673100"/>
                </a:lnTo>
                <a:lnTo>
                  <a:pt x="220547" y="635000"/>
                </a:lnTo>
                <a:lnTo>
                  <a:pt x="245160" y="596900"/>
                </a:lnTo>
                <a:lnTo>
                  <a:pt x="271892" y="546100"/>
                </a:lnTo>
                <a:lnTo>
                  <a:pt x="300601" y="508000"/>
                </a:lnTo>
                <a:lnTo>
                  <a:pt x="331227" y="469900"/>
                </a:lnTo>
                <a:lnTo>
                  <a:pt x="363713" y="431800"/>
                </a:lnTo>
                <a:lnTo>
                  <a:pt x="398000" y="406400"/>
                </a:lnTo>
                <a:lnTo>
                  <a:pt x="434030" y="368300"/>
                </a:lnTo>
                <a:lnTo>
                  <a:pt x="471744" y="330200"/>
                </a:lnTo>
                <a:lnTo>
                  <a:pt x="511084" y="304800"/>
                </a:lnTo>
                <a:lnTo>
                  <a:pt x="551992" y="279400"/>
                </a:lnTo>
                <a:lnTo>
                  <a:pt x="594408" y="254000"/>
                </a:lnTo>
                <a:lnTo>
                  <a:pt x="638276" y="228600"/>
                </a:lnTo>
                <a:lnTo>
                  <a:pt x="683283" y="203200"/>
                </a:lnTo>
                <a:lnTo>
                  <a:pt x="729297" y="177800"/>
                </a:lnTo>
                <a:lnTo>
                  <a:pt x="776233" y="165100"/>
                </a:lnTo>
                <a:lnTo>
                  <a:pt x="824011" y="139700"/>
                </a:lnTo>
                <a:lnTo>
                  <a:pt x="921756" y="114300"/>
                </a:lnTo>
                <a:lnTo>
                  <a:pt x="971559" y="114300"/>
                </a:lnTo>
                <a:lnTo>
                  <a:pt x="1072612" y="88900"/>
                </a:lnTo>
                <a:lnTo>
                  <a:pt x="1647903" y="88900"/>
                </a:lnTo>
                <a:lnTo>
                  <a:pt x="1624441" y="76200"/>
                </a:lnTo>
                <a:lnTo>
                  <a:pt x="1328759" y="0"/>
                </a:lnTo>
                <a:close/>
              </a:path>
              <a:path w="2350135" h="2184400">
                <a:moveTo>
                  <a:pt x="1647903" y="88900"/>
                </a:moveTo>
                <a:lnTo>
                  <a:pt x="1277471" y="88900"/>
                </a:lnTo>
                <a:lnTo>
                  <a:pt x="1378524" y="114300"/>
                </a:lnTo>
                <a:lnTo>
                  <a:pt x="1428327" y="114300"/>
                </a:lnTo>
                <a:lnTo>
                  <a:pt x="1526073" y="139700"/>
                </a:lnTo>
                <a:lnTo>
                  <a:pt x="1573850" y="165100"/>
                </a:lnTo>
                <a:lnTo>
                  <a:pt x="1620787" y="177800"/>
                </a:lnTo>
                <a:lnTo>
                  <a:pt x="1666800" y="203200"/>
                </a:lnTo>
                <a:lnTo>
                  <a:pt x="1711807" y="228600"/>
                </a:lnTo>
                <a:lnTo>
                  <a:pt x="1755675" y="254000"/>
                </a:lnTo>
                <a:lnTo>
                  <a:pt x="1798092" y="279400"/>
                </a:lnTo>
                <a:lnTo>
                  <a:pt x="1838999" y="304800"/>
                </a:lnTo>
                <a:lnTo>
                  <a:pt x="1878339" y="330200"/>
                </a:lnTo>
                <a:lnTo>
                  <a:pt x="1916053" y="368300"/>
                </a:lnTo>
                <a:lnTo>
                  <a:pt x="1952083" y="406400"/>
                </a:lnTo>
                <a:lnTo>
                  <a:pt x="1986370" y="431800"/>
                </a:lnTo>
                <a:lnTo>
                  <a:pt x="2018856" y="469900"/>
                </a:lnTo>
                <a:lnTo>
                  <a:pt x="2049482" y="508000"/>
                </a:lnTo>
                <a:lnTo>
                  <a:pt x="2078191" y="546100"/>
                </a:lnTo>
                <a:lnTo>
                  <a:pt x="2104923" y="596900"/>
                </a:lnTo>
                <a:lnTo>
                  <a:pt x="2129537" y="635000"/>
                </a:lnTo>
                <a:lnTo>
                  <a:pt x="2151914" y="673100"/>
                </a:lnTo>
                <a:lnTo>
                  <a:pt x="2172033" y="723900"/>
                </a:lnTo>
                <a:lnTo>
                  <a:pt x="2189870" y="762000"/>
                </a:lnTo>
                <a:lnTo>
                  <a:pt x="2205402" y="812800"/>
                </a:lnTo>
                <a:lnTo>
                  <a:pt x="2218607" y="850900"/>
                </a:lnTo>
                <a:lnTo>
                  <a:pt x="2229462" y="901700"/>
                </a:lnTo>
                <a:lnTo>
                  <a:pt x="2237944" y="952500"/>
                </a:lnTo>
                <a:lnTo>
                  <a:pt x="2244031" y="1003300"/>
                </a:lnTo>
                <a:lnTo>
                  <a:pt x="2247700" y="1041400"/>
                </a:lnTo>
                <a:lnTo>
                  <a:pt x="2248928" y="1092200"/>
                </a:lnTo>
                <a:lnTo>
                  <a:pt x="2247700" y="1143000"/>
                </a:lnTo>
                <a:lnTo>
                  <a:pt x="2244031" y="1193800"/>
                </a:lnTo>
                <a:lnTo>
                  <a:pt x="2237944" y="1231900"/>
                </a:lnTo>
                <a:lnTo>
                  <a:pt x="2229462" y="1282700"/>
                </a:lnTo>
                <a:lnTo>
                  <a:pt x="2218607" y="1333500"/>
                </a:lnTo>
                <a:lnTo>
                  <a:pt x="2205402" y="1371600"/>
                </a:lnTo>
                <a:lnTo>
                  <a:pt x="2189870" y="1422400"/>
                </a:lnTo>
                <a:lnTo>
                  <a:pt x="2172033" y="1460500"/>
                </a:lnTo>
                <a:lnTo>
                  <a:pt x="2151914" y="1511300"/>
                </a:lnTo>
                <a:lnTo>
                  <a:pt x="2129537" y="1549400"/>
                </a:lnTo>
                <a:lnTo>
                  <a:pt x="2104923" y="1600200"/>
                </a:lnTo>
                <a:lnTo>
                  <a:pt x="2078191" y="1638300"/>
                </a:lnTo>
                <a:lnTo>
                  <a:pt x="2049482" y="1676399"/>
                </a:lnTo>
                <a:lnTo>
                  <a:pt x="2018856" y="1714499"/>
                </a:lnTo>
                <a:lnTo>
                  <a:pt x="1986370" y="1752599"/>
                </a:lnTo>
                <a:lnTo>
                  <a:pt x="1952083" y="1790699"/>
                </a:lnTo>
                <a:lnTo>
                  <a:pt x="1916053" y="1816099"/>
                </a:lnTo>
                <a:lnTo>
                  <a:pt x="1878339" y="1854199"/>
                </a:lnTo>
                <a:lnTo>
                  <a:pt x="1838999" y="1879599"/>
                </a:lnTo>
                <a:lnTo>
                  <a:pt x="1798092" y="1904999"/>
                </a:lnTo>
                <a:lnTo>
                  <a:pt x="1755675" y="1943099"/>
                </a:lnTo>
                <a:lnTo>
                  <a:pt x="1711807" y="1955799"/>
                </a:lnTo>
                <a:lnTo>
                  <a:pt x="1666800" y="1981199"/>
                </a:lnTo>
                <a:lnTo>
                  <a:pt x="1620787" y="2006599"/>
                </a:lnTo>
                <a:lnTo>
                  <a:pt x="1573850" y="2019299"/>
                </a:lnTo>
                <a:lnTo>
                  <a:pt x="1526073" y="2044699"/>
                </a:lnTo>
                <a:lnTo>
                  <a:pt x="1378524" y="2082799"/>
                </a:lnTo>
                <a:lnTo>
                  <a:pt x="1328211" y="2082799"/>
                </a:lnTo>
                <a:lnTo>
                  <a:pt x="1277471" y="2095499"/>
                </a:lnTo>
                <a:lnTo>
                  <a:pt x="1647903" y="2095499"/>
                </a:lnTo>
                <a:lnTo>
                  <a:pt x="1671366" y="2082799"/>
                </a:lnTo>
                <a:lnTo>
                  <a:pt x="1717428" y="2070099"/>
                </a:lnTo>
                <a:lnTo>
                  <a:pt x="1762556" y="2044699"/>
                </a:lnTo>
                <a:lnTo>
                  <a:pt x="1806558" y="2019299"/>
                </a:lnTo>
                <a:lnTo>
                  <a:pt x="1849249" y="1993899"/>
                </a:lnTo>
                <a:lnTo>
                  <a:pt x="1890577" y="1968499"/>
                </a:lnTo>
                <a:lnTo>
                  <a:pt x="1930492" y="1930399"/>
                </a:lnTo>
                <a:lnTo>
                  <a:pt x="1968941" y="1904999"/>
                </a:lnTo>
                <a:lnTo>
                  <a:pt x="2005874" y="1866899"/>
                </a:lnTo>
                <a:lnTo>
                  <a:pt x="2041239" y="1828799"/>
                </a:lnTo>
                <a:lnTo>
                  <a:pt x="2074986" y="1803399"/>
                </a:lnTo>
                <a:lnTo>
                  <a:pt x="2107062" y="1765299"/>
                </a:lnTo>
                <a:lnTo>
                  <a:pt x="2137416" y="1727199"/>
                </a:lnTo>
                <a:lnTo>
                  <a:pt x="2165998" y="1689099"/>
                </a:lnTo>
                <a:lnTo>
                  <a:pt x="2192756" y="1638300"/>
                </a:lnTo>
                <a:lnTo>
                  <a:pt x="2217483" y="1600200"/>
                </a:lnTo>
                <a:lnTo>
                  <a:pt x="2240164" y="1562100"/>
                </a:lnTo>
                <a:lnTo>
                  <a:pt x="2260780" y="1511300"/>
                </a:lnTo>
                <a:lnTo>
                  <a:pt x="2279310" y="1473200"/>
                </a:lnTo>
                <a:lnTo>
                  <a:pt x="2295735" y="1422400"/>
                </a:lnTo>
                <a:lnTo>
                  <a:pt x="2310034" y="1371600"/>
                </a:lnTo>
                <a:lnTo>
                  <a:pt x="2322189" y="1333500"/>
                </a:lnTo>
                <a:lnTo>
                  <a:pt x="2332178" y="1282700"/>
                </a:lnTo>
                <a:lnTo>
                  <a:pt x="2339982" y="1231900"/>
                </a:lnTo>
                <a:lnTo>
                  <a:pt x="2345581" y="1193800"/>
                </a:lnTo>
                <a:lnTo>
                  <a:pt x="2348955" y="1143000"/>
                </a:lnTo>
                <a:lnTo>
                  <a:pt x="2350084" y="1092200"/>
                </a:lnTo>
                <a:lnTo>
                  <a:pt x="2348955" y="1041400"/>
                </a:lnTo>
                <a:lnTo>
                  <a:pt x="2345581" y="1003300"/>
                </a:lnTo>
                <a:lnTo>
                  <a:pt x="2339982" y="952500"/>
                </a:lnTo>
                <a:lnTo>
                  <a:pt x="2332178" y="901700"/>
                </a:lnTo>
                <a:lnTo>
                  <a:pt x="2322189" y="850900"/>
                </a:lnTo>
                <a:lnTo>
                  <a:pt x="2310034" y="812800"/>
                </a:lnTo>
                <a:lnTo>
                  <a:pt x="2295735" y="762000"/>
                </a:lnTo>
                <a:lnTo>
                  <a:pt x="2279310" y="723900"/>
                </a:lnTo>
                <a:lnTo>
                  <a:pt x="2260780" y="673100"/>
                </a:lnTo>
                <a:lnTo>
                  <a:pt x="2240164" y="635000"/>
                </a:lnTo>
                <a:lnTo>
                  <a:pt x="2217483" y="584200"/>
                </a:lnTo>
                <a:lnTo>
                  <a:pt x="2192756" y="546100"/>
                </a:lnTo>
                <a:lnTo>
                  <a:pt x="2165998" y="508000"/>
                </a:lnTo>
                <a:lnTo>
                  <a:pt x="2137416" y="457200"/>
                </a:lnTo>
                <a:lnTo>
                  <a:pt x="2107062" y="419100"/>
                </a:lnTo>
                <a:lnTo>
                  <a:pt x="2074986" y="393700"/>
                </a:lnTo>
                <a:lnTo>
                  <a:pt x="2041239" y="355600"/>
                </a:lnTo>
                <a:lnTo>
                  <a:pt x="2005874" y="317500"/>
                </a:lnTo>
                <a:lnTo>
                  <a:pt x="1968941" y="279400"/>
                </a:lnTo>
                <a:lnTo>
                  <a:pt x="1930492" y="254000"/>
                </a:lnTo>
                <a:lnTo>
                  <a:pt x="1890577" y="228600"/>
                </a:lnTo>
                <a:lnTo>
                  <a:pt x="1849249" y="190500"/>
                </a:lnTo>
                <a:lnTo>
                  <a:pt x="1806558" y="165100"/>
                </a:lnTo>
                <a:lnTo>
                  <a:pt x="1762556" y="139700"/>
                </a:lnTo>
                <a:lnTo>
                  <a:pt x="1717428" y="114300"/>
                </a:lnTo>
                <a:lnTo>
                  <a:pt x="1671366" y="101600"/>
                </a:lnTo>
                <a:lnTo>
                  <a:pt x="1647903" y="8890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object 3"/>
          <p:cNvSpPr/>
          <p:nvPr/>
        </p:nvSpPr>
        <p:spPr>
          <a:xfrm>
            <a:off x="1094760" y="1683000"/>
            <a:ext cx="8118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Strain</a:t>
            </a:r>
            <a:r>
              <a:rPr b="0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1" name="object 4"/>
          <p:cNvGrpSpPr/>
          <p:nvPr/>
        </p:nvGrpSpPr>
        <p:grpSpPr>
          <a:xfrm>
            <a:off x="407160" y="849960"/>
            <a:ext cx="2243160" cy="1770480"/>
            <a:chOff x="407160" y="849960"/>
            <a:chExt cx="2243160" cy="1770480"/>
          </a:xfrm>
        </p:grpSpPr>
        <p:sp>
          <p:nvSpPr>
            <p:cNvPr id="82" name="object 5"/>
            <p:cNvSpPr/>
            <p:nvPr/>
          </p:nvSpPr>
          <p:spPr>
            <a:xfrm>
              <a:off x="1978200" y="849960"/>
              <a:ext cx="672120" cy="780120"/>
            </a:xfrm>
            <a:custGeom>
              <a:avLst/>
              <a:gdLst>
                <a:gd name="textAreaLeft" fmla="*/ 0 w 672120"/>
                <a:gd name="textAreaRight" fmla="*/ 672480 w 672120"/>
                <a:gd name="textAreaTop" fmla="*/ 0 h 780120"/>
                <a:gd name="textAreaBottom" fmla="*/ 780480 h 780120"/>
              </a:gdLst>
              <a:ahLst/>
              <a:rect l="textAreaLeft" t="textAreaTop" r="textAreaRight" b="textAreaBottom"/>
              <a:pathLst>
                <a:path w="672464" h="780414">
                  <a:moveTo>
                    <a:pt x="337312" y="188645"/>
                  </a:moveTo>
                  <a:lnTo>
                    <a:pt x="65519" y="0"/>
                  </a:lnTo>
                  <a:lnTo>
                    <a:pt x="0" y="94322"/>
                  </a:lnTo>
                  <a:lnTo>
                    <a:pt x="136080" y="188645"/>
                  </a:lnTo>
                  <a:lnTo>
                    <a:pt x="272161" y="282956"/>
                  </a:lnTo>
                  <a:lnTo>
                    <a:pt x="337312" y="188645"/>
                  </a:lnTo>
                  <a:close/>
                </a:path>
                <a:path w="672464" h="780414">
                  <a:moveTo>
                    <a:pt x="672122" y="737997"/>
                  </a:moveTo>
                  <a:lnTo>
                    <a:pt x="550799" y="430199"/>
                  </a:lnTo>
                  <a:lnTo>
                    <a:pt x="443877" y="472325"/>
                  </a:lnTo>
                  <a:lnTo>
                    <a:pt x="504723" y="626033"/>
                  </a:lnTo>
                  <a:lnTo>
                    <a:pt x="565200" y="780122"/>
                  </a:lnTo>
                  <a:lnTo>
                    <a:pt x="672122" y="737997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3" name="object 6"/>
            <p:cNvSpPr/>
            <p:nvPr/>
          </p:nvSpPr>
          <p:spPr>
            <a:xfrm>
              <a:off x="407160" y="1136880"/>
              <a:ext cx="2142720" cy="1483560"/>
            </a:xfrm>
            <a:custGeom>
              <a:avLst/>
              <a:gdLst>
                <a:gd name="textAreaLeft" fmla="*/ 0 w 2142720"/>
                <a:gd name="textAreaRight" fmla="*/ 2143080 w 2142720"/>
                <a:gd name="textAreaTop" fmla="*/ 0 h 1483560"/>
                <a:gd name="textAreaBottom" fmla="*/ 1483920 h 1483560"/>
              </a:gdLst>
              <a:ahLst/>
              <a:rect l="textAreaLeft" t="textAreaTop" r="textAreaRight" b="textAreaBottom"/>
              <a:pathLst>
                <a:path w="2143125" h="1483995">
                  <a:moveTo>
                    <a:pt x="281152" y="64795"/>
                  </a:moveTo>
                  <a:lnTo>
                    <a:pt x="186118" y="0"/>
                  </a:lnTo>
                  <a:lnTo>
                    <a:pt x="93243" y="136804"/>
                  </a:lnTo>
                  <a:lnTo>
                    <a:pt x="0" y="273596"/>
                  </a:lnTo>
                  <a:lnTo>
                    <a:pt x="95034" y="338404"/>
                  </a:lnTo>
                  <a:lnTo>
                    <a:pt x="281152" y="64795"/>
                  </a:lnTo>
                  <a:close/>
                </a:path>
                <a:path w="2143125" h="1483995">
                  <a:moveTo>
                    <a:pt x="2143074" y="1222197"/>
                  </a:moveTo>
                  <a:lnTo>
                    <a:pt x="2059914" y="1157757"/>
                  </a:lnTo>
                  <a:lnTo>
                    <a:pt x="1958759" y="1288440"/>
                  </a:lnTo>
                  <a:lnTo>
                    <a:pt x="1857235" y="1419479"/>
                  </a:lnTo>
                  <a:lnTo>
                    <a:pt x="1940394" y="1483563"/>
                  </a:lnTo>
                  <a:lnTo>
                    <a:pt x="2143074" y="1222197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84" name="object 7"/>
          <p:cNvSpPr/>
          <p:nvPr/>
        </p:nvSpPr>
        <p:spPr>
          <a:xfrm>
            <a:off x="3546360" y="749520"/>
            <a:ext cx="2791080" cy="2463480"/>
          </a:xfrm>
          <a:custGeom>
            <a:avLst/>
            <a:gdLst>
              <a:gd name="textAreaLeft" fmla="*/ 0 w 2791080"/>
              <a:gd name="textAreaRight" fmla="*/ 2791440 w 2791080"/>
              <a:gd name="textAreaTop" fmla="*/ 0 h 2463480"/>
              <a:gd name="textAreaBottom" fmla="*/ 2463840 h 2463480"/>
            </a:gdLst>
            <a:ahLst/>
            <a:rect l="textAreaLeft" t="textAreaTop" r="textAreaRight" b="textAreaBottom"/>
            <a:pathLst>
              <a:path w="2791460" h="2463800">
                <a:moveTo>
                  <a:pt x="1604164" y="2451100"/>
                </a:moveTo>
                <a:lnTo>
                  <a:pt x="1187281" y="2451100"/>
                </a:lnTo>
                <a:lnTo>
                  <a:pt x="1238993" y="2463800"/>
                </a:lnTo>
                <a:lnTo>
                  <a:pt x="1552446" y="2463800"/>
                </a:lnTo>
                <a:lnTo>
                  <a:pt x="1604164" y="2451100"/>
                </a:lnTo>
                <a:close/>
              </a:path>
              <a:path w="2791460" h="2463800">
                <a:moveTo>
                  <a:pt x="1604156" y="12700"/>
                </a:moveTo>
                <a:lnTo>
                  <a:pt x="1187272" y="12700"/>
                </a:lnTo>
                <a:lnTo>
                  <a:pt x="837858" y="101600"/>
                </a:lnTo>
                <a:lnTo>
                  <a:pt x="743611" y="152400"/>
                </a:lnTo>
                <a:lnTo>
                  <a:pt x="697674" y="165100"/>
                </a:lnTo>
                <a:lnTo>
                  <a:pt x="652794" y="190500"/>
                </a:lnTo>
                <a:lnTo>
                  <a:pt x="609055" y="215900"/>
                </a:lnTo>
                <a:lnTo>
                  <a:pt x="566493" y="241300"/>
                </a:lnTo>
                <a:lnTo>
                  <a:pt x="525146" y="279400"/>
                </a:lnTo>
                <a:lnTo>
                  <a:pt x="485053" y="304800"/>
                </a:lnTo>
                <a:lnTo>
                  <a:pt x="446251" y="330200"/>
                </a:lnTo>
                <a:lnTo>
                  <a:pt x="408778" y="368300"/>
                </a:lnTo>
                <a:lnTo>
                  <a:pt x="372671" y="393700"/>
                </a:lnTo>
                <a:lnTo>
                  <a:pt x="337968" y="431800"/>
                </a:lnTo>
                <a:lnTo>
                  <a:pt x="304708" y="469900"/>
                </a:lnTo>
                <a:lnTo>
                  <a:pt x="272927" y="508000"/>
                </a:lnTo>
                <a:lnTo>
                  <a:pt x="242664" y="546100"/>
                </a:lnTo>
                <a:lnTo>
                  <a:pt x="213956" y="584200"/>
                </a:lnTo>
                <a:lnTo>
                  <a:pt x="159627" y="660400"/>
                </a:lnTo>
                <a:lnTo>
                  <a:pt x="134488" y="711200"/>
                </a:lnTo>
                <a:lnTo>
                  <a:pt x="111442" y="749300"/>
                </a:lnTo>
                <a:lnTo>
                  <a:pt x="90506" y="800100"/>
                </a:lnTo>
                <a:lnTo>
                  <a:pt x="71700" y="850900"/>
                </a:lnTo>
                <a:lnTo>
                  <a:pt x="55039" y="889000"/>
                </a:lnTo>
                <a:lnTo>
                  <a:pt x="40543" y="939800"/>
                </a:lnTo>
                <a:lnTo>
                  <a:pt x="28229" y="990600"/>
                </a:lnTo>
                <a:lnTo>
                  <a:pt x="18113" y="1041400"/>
                </a:lnTo>
                <a:lnTo>
                  <a:pt x="10215" y="1092200"/>
                </a:lnTo>
                <a:lnTo>
                  <a:pt x="4552" y="1143000"/>
                </a:lnTo>
                <a:lnTo>
                  <a:pt x="1140" y="1193800"/>
                </a:lnTo>
                <a:lnTo>
                  <a:pt x="0" y="1231900"/>
                </a:lnTo>
                <a:lnTo>
                  <a:pt x="1140" y="1282700"/>
                </a:lnTo>
                <a:lnTo>
                  <a:pt x="4552" y="1333500"/>
                </a:lnTo>
                <a:lnTo>
                  <a:pt x="10215" y="1384300"/>
                </a:lnTo>
                <a:lnTo>
                  <a:pt x="18113" y="1435100"/>
                </a:lnTo>
                <a:lnTo>
                  <a:pt x="28229" y="1485900"/>
                </a:lnTo>
                <a:lnTo>
                  <a:pt x="40543" y="1536700"/>
                </a:lnTo>
                <a:lnTo>
                  <a:pt x="55039" y="1574800"/>
                </a:lnTo>
                <a:lnTo>
                  <a:pt x="71700" y="1625600"/>
                </a:lnTo>
                <a:lnTo>
                  <a:pt x="90506" y="1676400"/>
                </a:lnTo>
                <a:lnTo>
                  <a:pt x="111442" y="1714500"/>
                </a:lnTo>
                <a:lnTo>
                  <a:pt x="134488" y="1765300"/>
                </a:lnTo>
                <a:lnTo>
                  <a:pt x="159627" y="1816100"/>
                </a:lnTo>
                <a:lnTo>
                  <a:pt x="213957" y="1892300"/>
                </a:lnTo>
                <a:lnTo>
                  <a:pt x="242665" y="1930400"/>
                </a:lnTo>
                <a:lnTo>
                  <a:pt x="272931" y="1968500"/>
                </a:lnTo>
                <a:lnTo>
                  <a:pt x="304716" y="2006600"/>
                </a:lnTo>
                <a:lnTo>
                  <a:pt x="337985" y="2044700"/>
                </a:lnTo>
                <a:lnTo>
                  <a:pt x="372700" y="2070100"/>
                </a:lnTo>
                <a:lnTo>
                  <a:pt x="408824" y="2108200"/>
                </a:lnTo>
                <a:lnTo>
                  <a:pt x="446320" y="2146300"/>
                </a:lnTo>
                <a:lnTo>
                  <a:pt x="485151" y="2171700"/>
                </a:lnTo>
                <a:lnTo>
                  <a:pt x="525281" y="2197100"/>
                </a:lnTo>
                <a:lnTo>
                  <a:pt x="566671" y="2235200"/>
                </a:lnTo>
                <a:lnTo>
                  <a:pt x="609287" y="2260600"/>
                </a:lnTo>
                <a:lnTo>
                  <a:pt x="653089" y="2286000"/>
                </a:lnTo>
                <a:lnTo>
                  <a:pt x="698042" y="2298700"/>
                </a:lnTo>
                <a:lnTo>
                  <a:pt x="790588" y="2349500"/>
                </a:lnTo>
                <a:lnTo>
                  <a:pt x="838037" y="2362200"/>
                </a:lnTo>
                <a:lnTo>
                  <a:pt x="886200" y="2387600"/>
                </a:lnTo>
                <a:lnTo>
                  <a:pt x="1135920" y="2451100"/>
                </a:lnTo>
                <a:lnTo>
                  <a:pt x="1655534" y="2451100"/>
                </a:lnTo>
                <a:lnTo>
                  <a:pt x="1905373" y="2387600"/>
                </a:lnTo>
                <a:lnTo>
                  <a:pt x="1953581" y="2362200"/>
                </a:lnTo>
                <a:lnTo>
                  <a:pt x="1292732" y="2362200"/>
                </a:lnTo>
                <a:lnTo>
                  <a:pt x="1241601" y="2349500"/>
                </a:lnTo>
                <a:lnTo>
                  <a:pt x="1190789" y="2349500"/>
                </a:lnTo>
                <a:lnTo>
                  <a:pt x="1140358" y="2336800"/>
                </a:lnTo>
                <a:lnTo>
                  <a:pt x="1090367" y="2336800"/>
                </a:lnTo>
                <a:lnTo>
                  <a:pt x="991945" y="2311400"/>
                </a:lnTo>
                <a:lnTo>
                  <a:pt x="943635" y="2286000"/>
                </a:lnTo>
                <a:lnTo>
                  <a:pt x="849115" y="2260600"/>
                </a:lnTo>
                <a:lnTo>
                  <a:pt x="803025" y="2235200"/>
                </a:lnTo>
                <a:lnTo>
                  <a:pt x="757796" y="2209800"/>
                </a:lnTo>
                <a:lnTo>
                  <a:pt x="713690" y="2184400"/>
                </a:lnTo>
                <a:lnTo>
                  <a:pt x="670792" y="2159000"/>
                </a:lnTo>
                <a:lnTo>
                  <a:pt x="629145" y="2133600"/>
                </a:lnTo>
                <a:lnTo>
                  <a:pt x="588794" y="2108200"/>
                </a:lnTo>
                <a:lnTo>
                  <a:pt x="549782" y="2082800"/>
                </a:lnTo>
                <a:lnTo>
                  <a:pt x="512155" y="2044700"/>
                </a:lnTo>
                <a:lnTo>
                  <a:pt x="475956" y="2019300"/>
                </a:lnTo>
                <a:lnTo>
                  <a:pt x="441229" y="1981200"/>
                </a:lnTo>
                <a:lnTo>
                  <a:pt x="408020" y="1955800"/>
                </a:lnTo>
                <a:lnTo>
                  <a:pt x="376372" y="1917700"/>
                </a:lnTo>
                <a:lnTo>
                  <a:pt x="346329" y="1879600"/>
                </a:lnTo>
                <a:lnTo>
                  <a:pt x="317935" y="1841500"/>
                </a:lnTo>
                <a:lnTo>
                  <a:pt x="291236" y="1803400"/>
                </a:lnTo>
                <a:lnTo>
                  <a:pt x="264351" y="1752600"/>
                </a:lnTo>
                <a:lnTo>
                  <a:pt x="239694" y="1714500"/>
                </a:lnTo>
                <a:lnTo>
                  <a:pt x="217284" y="1663700"/>
                </a:lnTo>
                <a:lnTo>
                  <a:pt x="197143" y="1625600"/>
                </a:lnTo>
                <a:lnTo>
                  <a:pt x="179292" y="1574800"/>
                </a:lnTo>
                <a:lnTo>
                  <a:pt x="163753" y="1524000"/>
                </a:lnTo>
                <a:lnTo>
                  <a:pt x="150547" y="1485900"/>
                </a:lnTo>
                <a:lnTo>
                  <a:pt x="139694" y="1435100"/>
                </a:lnTo>
                <a:lnTo>
                  <a:pt x="131216" y="1384300"/>
                </a:lnTo>
                <a:lnTo>
                  <a:pt x="125134" y="1333500"/>
                </a:lnTo>
                <a:lnTo>
                  <a:pt x="121469" y="1282700"/>
                </a:lnTo>
                <a:lnTo>
                  <a:pt x="120243" y="1231900"/>
                </a:lnTo>
                <a:lnTo>
                  <a:pt x="121469" y="1193800"/>
                </a:lnTo>
                <a:lnTo>
                  <a:pt x="125134" y="1143000"/>
                </a:lnTo>
                <a:lnTo>
                  <a:pt x="131216" y="1092200"/>
                </a:lnTo>
                <a:lnTo>
                  <a:pt x="139694" y="1041400"/>
                </a:lnTo>
                <a:lnTo>
                  <a:pt x="150547" y="990600"/>
                </a:lnTo>
                <a:lnTo>
                  <a:pt x="163753" y="939800"/>
                </a:lnTo>
                <a:lnTo>
                  <a:pt x="179292" y="901700"/>
                </a:lnTo>
                <a:lnTo>
                  <a:pt x="197143" y="850900"/>
                </a:lnTo>
                <a:lnTo>
                  <a:pt x="217284" y="800100"/>
                </a:lnTo>
                <a:lnTo>
                  <a:pt x="239694" y="762000"/>
                </a:lnTo>
                <a:lnTo>
                  <a:pt x="264351" y="711200"/>
                </a:lnTo>
                <a:lnTo>
                  <a:pt x="317935" y="635000"/>
                </a:lnTo>
                <a:lnTo>
                  <a:pt x="346329" y="596900"/>
                </a:lnTo>
                <a:lnTo>
                  <a:pt x="376372" y="558800"/>
                </a:lnTo>
                <a:lnTo>
                  <a:pt x="408020" y="520700"/>
                </a:lnTo>
                <a:lnTo>
                  <a:pt x="441229" y="495300"/>
                </a:lnTo>
                <a:lnTo>
                  <a:pt x="475956" y="457200"/>
                </a:lnTo>
                <a:lnTo>
                  <a:pt x="512155" y="419100"/>
                </a:lnTo>
                <a:lnTo>
                  <a:pt x="549782" y="393700"/>
                </a:lnTo>
                <a:lnTo>
                  <a:pt x="588794" y="368300"/>
                </a:lnTo>
                <a:lnTo>
                  <a:pt x="629145" y="342900"/>
                </a:lnTo>
                <a:lnTo>
                  <a:pt x="670792" y="304800"/>
                </a:lnTo>
                <a:lnTo>
                  <a:pt x="713690" y="279400"/>
                </a:lnTo>
                <a:lnTo>
                  <a:pt x="757796" y="266700"/>
                </a:lnTo>
                <a:lnTo>
                  <a:pt x="803025" y="241300"/>
                </a:lnTo>
                <a:lnTo>
                  <a:pt x="849115" y="215900"/>
                </a:lnTo>
                <a:lnTo>
                  <a:pt x="896005" y="203200"/>
                </a:lnTo>
                <a:lnTo>
                  <a:pt x="943635" y="177800"/>
                </a:lnTo>
                <a:lnTo>
                  <a:pt x="1090367" y="139700"/>
                </a:lnTo>
                <a:lnTo>
                  <a:pt x="1140358" y="139700"/>
                </a:lnTo>
                <a:lnTo>
                  <a:pt x="1241601" y="114300"/>
                </a:lnTo>
                <a:lnTo>
                  <a:pt x="1977133" y="114300"/>
                </a:lnTo>
                <a:lnTo>
                  <a:pt x="1953408" y="101600"/>
                </a:lnTo>
                <a:lnTo>
                  <a:pt x="1604156" y="12700"/>
                </a:lnTo>
                <a:close/>
              </a:path>
              <a:path w="2791460" h="2463800">
                <a:moveTo>
                  <a:pt x="1977133" y="114300"/>
                </a:moveTo>
                <a:lnTo>
                  <a:pt x="1549838" y="114300"/>
                </a:lnTo>
                <a:lnTo>
                  <a:pt x="1651081" y="139700"/>
                </a:lnTo>
                <a:lnTo>
                  <a:pt x="1701072" y="139700"/>
                </a:lnTo>
                <a:lnTo>
                  <a:pt x="1847801" y="177800"/>
                </a:lnTo>
                <a:lnTo>
                  <a:pt x="1895431" y="203200"/>
                </a:lnTo>
                <a:lnTo>
                  <a:pt x="1942320" y="215900"/>
                </a:lnTo>
                <a:lnTo>
                  <a:pt x="1988409" y="241300"/>
                </a:lnTo>
                <a:lnTo>
                  <a:pt x="2033638" y="266700"/>
                </a:lnTo>
                <a:lnTo>
                  <a:pt x="2077743" y="279400"/>
                </a:lnTo>
                <a:lnTo>
                  <a:pt x="2120642" y="304800"/>
                </a:lnTo>
                <a:lnTo>
                  <a:pt x="2162289" y="342900"/>
                </a:lnTo>
                <a:lnTo>
                  <a:pt x="2202640" y="368300"/>
                </a:lnTo>
                <a:lnTo>
                  <a:pt x="2241651" y="393700"/>
                </a:lnTo>
                <a:lnTo>
                  <a:pt x="2279279" y="419100"/>
                </a:lnTo>
                <a:lnTo>
                  <a:pt x="2315478" y="457200"/>
                </a:lnTo>
                <a:lnTo>
                  <a:pt x="2350204" y="495300"/>
                </a:lnTo>
                <a:lnTo>
                  <a:pt x="2383414" y="520700"/>
                </a:lnTo>
                <a:lnTo>
                  <a:pt x="2415062" y="558800"/>
                </a:lnTo>
                <a:lnTo>
                  <a:pt x="2445105" y="596900"/>
                </a:lnTo>
                <a:lnTo>
                  <a:pt x="2473498" y="635000"/>
                </a:lnTo>
                <a:lnTo>
                  <a:pt x="2527082" y="711200"/>
                </a:lnTo>
                <a:lnTo>
                  <a:pt x="2551741" y="762000"/>
                </a:lnTo>
                <a:lnTo>
                  <a:pt x="2574152" y="800100"/>
                </a:lnTo>
                <a:lnTo>
                  <a:pt x="2594294" y="850900"/>
                </a:lnTo>
                <a:lnTo>
                  <a:pt x="2612146" y="901700"/>
                </a:lnTo>
                <a:lnTo>
                  <a:pt x="2627687" y="939800"/>
                </a:lnTo>
                <a:lnTo>
                  <a:pt x="2640895" y="990600"/>
                </a:lnTo>
                <a:lnTo>
                  <a:pt x="2651749" y="1041400"/>
                </a:lnTo>
                <a:lnTo>
                  <a:pt x="2660228" y="1092200"/>
                </a:lnTo>
                <a:lnTo>
                  <a:pt x="2666311" y="1143000"/>
                </a:lnTo>
                <a:lnTo>
                  <a:pt x="2669977" y="1193800"/>
                </a:lnTo>
                <a:lnTo>
                  <a:pt x="2671203" y="1231900"/>
                </a:lnTo>
                <a:lnTo>
                  <a:pt x="2669977" y="1282700"/>
                </a:lnTo>
                <a:lnTo>
                  <a:pt x="2666311" y="1333500"/>
                </a:lnTo>
                <a:lnTo>
                  <a:pt x="2660228" y="1384300"/>
                </a:lnTo>
                <a:lnTo>
                  <a:pt x="2651749" y="1435100"/>
                </a:lnTo>
                <a:lnTo>
                  <a:pt x="2640895" y="1485900"/>
                </a:lnTo>
                <a:lnTo>
                  <a:pt x="2627687" y="1524000"/>
                </a:lnTo>
                <a:lnTo>
                  <a:pt x="2612146" y="1574800"/>
                </a:lnTo>
                <a:lnTo>
                  <a:pt x="2594294" y="1625600"/>
                </a:lnTo>
                <a:lnTo>
                  <a:pt x="2574152" y="1663700"/>
                </a:lnTo>
                <a:lnTo>
                  <a:pt x="2551741" y="1714500"/>
                </a:lnTo>
                <a:lnTo>
                  <a:pt x="2527082" y="1752600"/>
                </a:lnTo>
                <a:lnTo>
                  <a:pt x="2500198" y="1803400"/>
                </a:lnTo>
                <a:lnTo>
                  <a:pt x="2473498" y="1841500"/>
                </a:lnTo>
                <a:lnTo>
                  <a:pt x="2445105" y="1879600"/>
                </a:lnTo>
                <a:lnTo>
                  <a:pt x="2415062" y="1917700"/>
                </a:lnTo>
                <a:lnTo>
                  <a:pt x="2383414" y="1955800"/>
                </a:lnTo>
                <a:lnTo>
                  <a:pt x="2350204" y="1981200"/>
                </a:lnTo>
                <a:lnTo>
                  <a:pt x="2315478" y="2019300"/>
                </a:lnTo>
                <a:lnTo>
                  <a:pt x="2279279" y="2044700"/>
                </a:lnTo>
                <a:lnTo>
                  <a:pt x="2241651" y="2082800"/>
                </a:lnTo>
                <a:lnTo>
                  <a:pt x="2202640" y="2108200"/>
                </a:lnTo>
                <a:lnTo>
                  <a:pt x="2162289" y="2133600"/>
                </a:lnTo>
                <a:lnTo>
                  <a:pt x="2120642" y="2159000"/>
                </a:lnTo>
                <a:lnTo>
                  <a:pt x="2077743" y="2184400"/>
                </a:lnTo>
                <a:lnTo>
                  <a:pt x="2033638" y="2209800"/>
                </a:lnTo>
                <a:lnTo>
                  <a:pt x="1988409" y="2235200"/>
                </a:lnTo>
                <a:lnTo>
                  <a:pt x="1942320" y="2260600"/>
                </a:lnTo>
                <a:lnTo>
                  <a:pt x="1847801" y="2286000"/>
                </a:lnTo>
                <a:lnTo>
                  <a:pt x="1799492" y="2311400"/>
                </a:lnTo>
                <a:lnTo>
                  <a:pt x="1701072" y="2336800"/>
                </a:lnTo>
                <a:lnTo>
                  <a:pt x="1651081" y="2336800"/>
                </a:lnTo>
                <a:lnTo>
                  <a:pt x="1600650" y="2349500"/>
                </a:lnTo>
                <a:lnTo>
                  <a:pt x="1549838" y="2349500"/>
                </a:lnTo>
                <a:lnTo>
                  <a:pt x="1498705" y="2362200"/>
                </a:lnTo>
                <a:lnTo>
                  <a:pt x="1953581" y="2362200"/>
                </a:lnTo>
                <a:lnTo>
                  <a:pt x="2001082" y="2349500"/>
                </a:lnTo>
                <a:lnTo>
                  <a:pt x="2093760" y="2298700"/>
                </a:lnTo>
                <a:lnTo>
                  <a:pt x="2138639" y="2286000"/>
                </a:lnTo>
                <a:lnTo>
                  <a:pt x="2182379" y="2260600"/>
                </a:lnTo>
                <a:lnTo>
                  <a:pt x="2224941" y="2235200"/>
                </a:lnTo>
                <a:lnTo>
                  <a:pt x="2266288" y="2197100"/>
                </a:lnTo>
                <a:lnTo>
                  <a:pt x="2306381" y="2171700"/>
                </a:lnTo>
                <a:lnTo>
                  <a:pt x="2345184" y="2146300"/>
                </a:lnTo>
                <a:lnTo>
                  <a:pt x="2382658" y="2108200"/>
                </a:lnTo>
                <a:lnTo>
                  <a:pt x="2418765" y="2070100"/>
                </a:lnTo>
                <a:lnTo>
                  <a:pt x="2453469" y="2044700"/>
                </a:lnTo>
                <a:lnTo>
                  <a:pt x="2486731" y="2006600"/>
                </a:lnTo>
                <a:lnTo>
                  <a:pt x="2518513" y="1968500"/>
                </a:lnTo>
                <a:lnTo>
                  <a:pt x="2548778" y="1930400"/>
                </a:lnTo>
                <a:lnTo>
                  <a:pt x="2577487" y="1892300"/>
                </a:lnTo>
                <a:lnTo>
                  <a:pt x="2631817" y="1816100"/>
                </a:lnTo>
                <a:lnTo>
                  <a:pt x="2656954" y="1765300"/>
                </a:lnTo>
                <a:lnTo>
                  <a:pt x="2679998" y="1714500"/>
                </a:lnTo>
                <a:lnTo>
                  <a:pt x="2700931" y="1676400"/>
                </a:lnTo>
                <a:lnTo>
                  <a:pt x="2719737" y="1625600"/>
                </a:lnTo>
                <a:lnTo>
                  <a:pt x="2736396" y="1574800"/>
                </a:lnTo>
                <a:lnTo>
                  <a:pt x="2750892" y="1536700"/>
                </a:lnTo>
                <a:lnTo>
                  <a:pt x="2763206" y="1485900"/>
                </a:lnTo>
                <a:lnTo>
                  <a:pt x="2773321" y="1435100"/>
                </a:lnTo>
                <a:lnTo>
                  <a:pt x="2781219" y="1384300"/>
                </a:lnTo>
                <a:lnTo>
                  <a:pt x="2786882" y="1333500"/>
                </a:lnTo>
                <a:lnTo>
                  <a:pt x="2790293" y="1282700"/>
                </a:lnTo>
                <a:lnTo>
                  <a:pt x="2791434" y="1231900"/>
                </a:lnTo>
                <a:lnTo>
                  <a:pt x="2790293" y="1181100"/>
                </a:lnTo>
                <a:lnTo>
                  <a:pt x="2786882" y="1143000"/>
                </a:lnTo>
                <a:lnTo>
                  <a:pt x="2781219" y="1092200"/>
                </a:lnTo>
                <a:lnTo>
                  <a:pt x="2773321" y="1041400"/>
                </a:lnTo>
                <a:lnTo>
                  <a:pt x="2763206" y="990600"/>
                </a:lnTo>
                <a:lnTo>
                  <a:pt x="2750892" y="939800"/>
                </a:lnTo>
                <a:lnTo>
                  <a:pt x="2736396" y="889000"/>
                </a:lnTo>
                <a:lnTo>
                  <a:pt x="2719737" y="850900"/>
                </a:lnTo>
                <a:lnTo>
                  <a:pt x="2700931" y="800100"/>
                </a:lnTo>
                <a:lnTo>
                  <a:pt x="2679998" y="749300"/>
                </a:lnTo>
                <a:lnTo>
                  <a:pt x="2656954" y="711200"/>
                </a:lnTo>
                <a:lnTo>
                  <a:pt x="2631817" y="660400"/>
                </a:lnTo>
                <a:lnTo>
                  <a:pt x="2577487" y="584200"/>
                </a:lnTo>
                <a:lnTo>
                  <a:pt x="2548777" y="546100"/>
                </a:lnTo>
                <a:lnTo>
                  <a:pt x="2518509" y="508000"/>
                </a:lnTo>
                <a:lnTo>
                  <a:pt x="2486722" y="469900"/>
                </a:lnTo>
                <a:lnTo>
                  <a:pt x="2453453" y="431800"/>
                </a:lnTo>
                <a:lnTo>
                  <a:pt x="2418737" y="393700"/>
                </a:lnTo>
                <a:lnTo>
                  <a:pt x="2382613" y="368300"/>
                </a:lnTo>
                <a:lnTo>
                  <a:pt x="2345117" y="330200"/>
                </a:lnTo>
                <a:lnTo>
                  <a:pt x="2306287" y="304800"/>
                </a:lnTo>
                <a:lnTo>
                  <a:pt x="2266158" y="279400"/>
                </a:lnTo>
                <a:lnTo>
                  <a:pt x="2224768" y="241300"/>
                </a:lnTo>
                <a:lnTo>
                  <a:pt x="2182155" y="215900"/>
                </a:lnTo>
                <a:lnTo>
                  <a:pt x="2138354" y="190500"/>
                </a:lnTo>
                <a:lnTo>
                  <a:pt x="2093404" y="165100"/>
                </a:lnTo>
                <a:lnTo>
                  <a:pt x="2047540" y="152400"/>
                </a:lnTo>
                <a:lnTo>
                  <a:pt x="1977133" y="114300"/>
                </a:lnTo>
                <a:close/>
              </a:path>
              <a:path w="2791460" h="2463800">
                <a:moveTo>
                  <a:pt x="1448171" y="0"/>
                </a:moveTo>
                <a:lnTo>
                  <a:pt x="1343263" y="0"/>
                </a:lnTo>
                <a:lnTo>
                  <a:pt x="1291003" y="12700"/>
                </a:lnTo>
                <a:lnTo>
                  <a:pt x="1500430" y="12700"/>
                </a:lnTo>
                <a:lnTo>
                  <a:pt x="1448171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object 8"/>
          <p:cNvSpPr/>
          <p:nvPr/>
        </p:nvSpPr>
        <p:spPr>
          <a:xfrm>
            <a:off x="4568400" y="1818720"/>
            <a:ext cx="7477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Strain2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86" name="object 9"/>
          <p:cNvGrpSpPr/>
          <p:nvPr/>
        </p:nvGrpSpPr>
        <p:grpSpPr>
          <a:xfrm>
            <a:off x="3688920" y="747360"/>
            <a:ext cx="2624040" cy="2457000"/>
            <a:chOff x="3688920" y="747360"/>
            <a:chExt cx="2624040" cy="2457000"/>
          </a:xfrm>
        </p:grpSpPr>
        <p:sp>
          <p:nvSpPr>
            <p:cNvPr id="87" name="object 10"/>
            <p:cNvSpPr/>
            <p:nvPr/>
          </p:nvSpPr>
          <p:spPr>
            <a:xfrm>
              <a:off x="5584320" y="906480"/>
              <a:ext cx="728640" cy="853560"/>
            </a:xfrm>
            <a:custGeom>
              <a:avLst/>
              <a:gdLst>
                <a:gd name="textAreaLeft" fmla="*/ 0 w 728640"/>
                <a:gd name="textAreaRight" fmla="*/ 729000 w 728640"/>
                <a:gd name="textAreaTop" fmla="*/ 0 h 853560"/>
                <a:gd name="textAreaBottom" fmla="*/ 853920 h 853560"/>
              </a:gdLst>
              <a:ahLst/>
              <a:rect l="textAreaLeft" t="textAreaTop" r="textAreaRight" b="textAreaBottom"/>
              <a:pathLst>
                <a:path w="728979" h="854075">
                  <a:moveTo>
                    <a:pt x="337324" y="188645"/>
                  </a:moveTo>
                  <a:lnTo>
                    <a:pt x="65519" y="0"/>
                  </a:lnTo>
                  <a:lnTo>
                    <a:pt x="0" y="94322"/>
                  </a:lnTo>
                  <a:lnTo>
                    <a:pt x="136080" y="188645"/>
                  </a:lnTo>
                  <a:lnTo>
                    <a:pt x="272161" y="282968"/>
                  </a:lnTo>
                  <a:lnTo>
                    <a:pt x="337324" y="188645"/>
                  </a:lnTo>
                  <a:close/>
                </a:path>
                <a:path w="728979" h="854075">
                  <a:moveTo>
                    <a:pt x="728637" y="811441"/>
                  </a:moveTo>
                  <a:lnTo>
                    <a:pt x="607326" y="503643"/>
                  </a:lnTo>
                  <a:lnTo>
                    <a:pt x="500405" y="545769"/>
                  </a:lnTo>
                  <a:lnTo>
                    <a:pt x="561238" y="699490"/>
                  </a:lnTo>
                  <a:lnTo>
                    <a:pt x="621728" y="853567"/>
                  </a:lnTo>
                  <a:lnTo>
                    <a:pt x="728637" y="811441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88" name="object 11"/>
            <p:cNvSpPr/>
            <p:nvPr/>
          </p:nvSpPr>
          <p:spPr>
            <a:xfrm>
              <a:off x="3688920" y="1180440"/>
              <a:ext cx="280800" cy="33804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338040"/>
                <a:gd name="textAreaBottom" fmla="*/ 338400 h 338040"/>
              </a:gdLst>
              <a:ahLst/>
              <a:rect l="textAreaLeft" t="textAreaTop" r="textAreaRight" b="textAreaBottom"/>
              <a:pathLst>
                <a:path w="281304" h="338455">
                  <a:moveTo>
                    <a:pt x="186118" y="0"/>
                  </a:moveTo>
                  <a:lnTo>
                    <a:pt x="93243" y="136804"/>
                  </a:lnTo>
                  <a:lnTo>
                    <a:pt x="0" y="273596"/>
                  </a:lnTo>
                  <a:lnTo>
                    <a:pt x="95046" y="338404"/>
                  </a:lnTo>
                  <a:lnTo>
                    <a:pt x="281165" y="64795"/>
                  </a:lnTo>
                  <a:lnTo>
                    <a:pt x="186118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89" name="object 12"/>
            <p:cNvSpPr/>
            <p:nvPr/>
          </p:nvSpPr>
          <p:spPr>
            <a:xfrm>
              <a:off x="3963960" y="2768400"/>
              <a:ext cx="335520" cy="286560"/>
            </a:xfrm>
            <a:custGeom>
              <a:avLst/>
              <a:gdLst>
                <a:gd name="textAreaLeft" fmla="*/ 0 w 335520"/>
                <a:gd name="textAreaRight" fmla="*/ 335880 w 335520"/>
                <a:gd name="textAreaTop" fmla="*/ 0 h 286560"/>
                <a:gd name="textAreaBottom" fmla="*/ 286920 h 286560"/>
              </a:gdLst>
              <a:ahLst/>
              <a:rect l="textAreaLeft" t="textAreaTop" r="textAreaRight" b="textAreaBottom"/>
              <a:pathLst>
                <a:path w="335914" h="287019">
                  <a:moveTo>
                    <a:pt x="67322" y="0"/>
                  </a:moveTo>
                  <a:lnTo>
                    <a:pt x="0" y="93243"/>
                  </a:lnTo>
                  <a:lnTo>
                    <a:pt x="134277" y="190080"/>
                  </a:lnTo>
                  <a:lnTo>
                    <a:pt x="268198" y="286918"/>
                  </a:lnTo>
                  <a:lnTo>
                    <a:pt x="335521" y="193687"/>
                  </a:lnTo>
                  <a:lnTo>
                    <a:pt x="67322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0" name="object 13"/>
            <p:cNvSpPr/>
            <p:nvPr/>
          </p:nvSpPr>
          <p:spPr>
            <a:xfrm>
              <a:off x="5120280" y="3011760"/>
              <a:ext cx="383040" cy="19260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192600"/>
                <a:gd name="textAreaBottom" fmla="*/ 192960 h 192600"/>
              </a:gdLst>
              <a:ahLst/>
              <a:rect l="textAreaLeft" t="textAreaTop" r="textAreaRight" b="textAreaBottom"/>
              <a:pathLst>
                <a:path w="383539" h="193039">
                  <a:moveTo>
                    <a:pt x="358190" y="0"/>
                  </a:moveTo>
                  <a:lnTo>
                    <a:pt x="0" y="81000"/>
                  </a:lnTo>
                  <a:lnTo>
                    <a:pt x="25196" y="192963"/>
                  </a:lnTo>
                  <a:lnTo>
                    <a:pt x="204469" y="152641"/>
                  </a:lnTo>
                  <a:lnTo>
                    <a:pt x="383400" y="111963"/>
                  </a:lnTo>
                  <a:lnTo>
                    <a:pt x="358190" y="0"/>
                  </a:lnTo>
                  <a:close/>
                </a:path>
              </a:pathLst>
            </a:custGeom>
            <a:solidFill>
              <a:srgbClr val="7702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1" name="object 14"/>
            <p:cNvSpPr/>
            <p:nvPr/>
          </p:nvSpPr>
          <p:spPr>
            <a:xfrm>
              <a:off x="4408920" y="747360"/>
              <a:ext cx="383040" cy="19260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192600"/>
                <a:gd name="textAreaBottom" fmla="*/ 192960 h 192600"/>
              </a:gdLst>
              <a:ahLst/>
              <a:rect l="textAreaLeft" t="textAreaTop" r="textAreaRight" b="textAreaBottom"/>
              <a:pathLst>
                <a:path w="383539" h="193040">
                  <a:moveTo>
                    <a:pt x="358203" y="0"/>
                  </a:moveTo>
                  <a:lnTo>
                    <a:pt x="0" y="81000"/>
                  </a:lnTo>
                  <a:lnTo>
                    <a:pt x="25196" y="192963"/>
                  </a:lnTo>
                  <a:lnTo>
                    <a:pt x="204482" y="152641"/>
                  </a:lnTo>
                  <a:lnTo>
                    <a:pt x="383400" y="111963"/>
                  </a:lnTo>
                  <a:lnTo>
                    <a:pt x="358203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2" name="object 15"/>
            <p:cNvSpPr/>
            <p:nvPr/>
          </p:nvSpPr>
          <p:spPr>
            <a:xfrm>
              <a:off x="5922000" y="2432160"/>
              <a:ext cx="280800" cy="33804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338040"/>
                <a:gd name="textAreaBottom" fmla="*/ 338400 h 338040"/>
              </a:gdLst>
              <a:ahLst/>
              <a:rect l="textAreaLeft" t="textAreaTop" r="textAreaRight" b="textAreaBottom"/>
              <a:pathLst>
                <a:path w="281304" h="338455">
                  <a:moveTo>
                    <a:pt x="186118" y="0"/>
                  </a:moveTo>
                  <a:lnTo>
                    <a:pt x="93243" y="136791"/>
                  </a:lnTo>
                  <a:lnTo>
                    <a:pt x="0" y="273596"/>
                  </a:lnTo>
                  <a:lnTo>
                    <a:pt x="95046" y="338391"/>
                  </a:lnTo>
                  <a:lnTo>
                    <a:pt x="281165" y="64795"/>
                  </a:lnTo>
                  <a:lnTo>
                    <a:pt x="186118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93" name="object 16"/>
          <p:cNvGrpSpPr/>
          <p:nvPr/>
        </p:nvGrpSpPr>
        <p:grpSpPr>
          <a:xfrm>
            <a:off x="1621080" y="3549240"/>
            <a:ext cx="4650480" cy="1485000"/>
            <a:chOff x="1621080" y="3549240"/>
            <a:chExt cx="4650480" cy="1485000"/>
          </a:xfrm>
        </p:grpSpPr>
        <p:sp>
          <p:nvSpPr>
            <p:cNvPr id="94" name="object 17"/>
            <p:cNvSpPr/>
            <p:nvPr/>
          </p:nvSpPr>
          <p:spPr>
            <a:xfrm>
              <a:off x="1691280" y="3554280"/>
              <a:ext cx="4313160" cy="1479960"/>
            </a:xfrm>
            <a:custGeom>
              <a:avLst/>
              <a:gdLst>
                <a:gd name="textAreaLeft" fmla="*/ 0 w 4313160"/>
                <a:gd name="textAreaRight" fmla="*/ 4313520 w 4313160"/>
                <a:gd name="textAreaTop" fmla="*/ 0 h 1479960"/>
                <a:gd name="textAreaBottom" fmla="*/ 1480320 h 1479960"/>
              </a:gdLst>
              <a:ahLst/>
              <a:rect l="textAreaLeft" t="textAreaTop" r="textAreaRight" b="textAreaBottom"/>
              <a:pathLst>
                <a:path w="4313555" h="1480185">
                  <a:moveTo>
                    <a:pt x="1164234" y="0"/>
                  </a:moveTo>
                  <a:lnTo>
                    <a:pt x="0" y="355"/>
                  </a:lnTo>
                  <a:lnTo>
                    <a:pt x="0" y="115189"/>
                  </a:lnTo>
                  <a:lnTo>
                    <a:pt x="582117" y="115189"/>
                  </a:lnTo>
                  <a:lnTo>
                    <a:pt x="1164234" y="114833"/>
                  </a:lnTo>
                  <a:lnTo>
                    <a:pt x="1164234" y="0"/>
                  </a:lnTo>
                  <a:close/>
                </a:path>
                <a:path w="4313555" h="1480185">
                  <a:moveTo>
                    <a:pt x="2939389" y="1117790"/>
                  </a:moveTo>
                  <a:lnTo>
                    <a:pt x="2244953" y="1117790"/>
                  </a:lnTo>
                  <a:lnTo>
                    <a:pt x="2244953" y="1232636"/>
                  </a:lnTo>
                  <a:lnTo>
                    <a:pt x="2592349" y="1232636"/>
                  </a:lnTo>
                  <a:lnTo>
                    <a:pt x="2939389" y="1232636"/>
                  </a:lnTo>
                  <a:lnTo>
                    <a:pt x="2939389" y="1117790"/>
                  </a:lnTo>
                  <a:close/>
                </a:path>
                <a:path w="4313555" h="1480185">
                  <a:moveTo>
                    <a:pt x="4158716" y="1365110"/>
                  </a:moveTo>
                  <a:lnTo>
                    <a:pt x="3702951" y="1365110"/>
                  </a:lnTo>
                  <a:lnTo>
                    <a:pt x="3702951" y="1479956"/>
                  </a:lnTo>
                  <a:lnTo>
                    <a:pt x="3930840" y="1479956"/>
                  </a:lnTo>
                  <a:lnTo>
                    <a:pt x="4158716" y="1479956"/>
                  </a:lnTo>
                  <a:lnTo>
                    <a:pt x="4158716" y="1365110"/>
                  </a:lnTo>
                  <a:close/>
                </a:path>
                <a:path w="4313555" h="1480185">
                  <a:moveTo>
                    <a:pt x="4313517" y="844435"/>
                  </a:moveTo>
                  <a:lnTo>
                    <a:pt x="3272752" y="844435"/>
                  </a:lnTo>
                  <a:lnTo>
                    <a:pt x="3272752" y="958735"/>
                  </a:lnTo>
                  <a:lnTo>
                    <a:pt x="3272752" y="960005"/>
                  </a:lnTo>
                  <a:lnTo>
                    <a:pt x="3830459" y="960005"/>
                  </a:lnTo>
                  <a:lnTo>
                    <a:pt x="3830459" y="958735"/>
                  </a:lnTo>
                  <a:lnTo>
                    <a:pt x="4313517" y="958735"/>
                  </a:lnTo>
                  <a:lnTo>
                    <a:pt x="4313517" y="844435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5" name="object 18"/>
            <p:cNvSpPr/>
            <p:nvPr/>
          </p:nvSpPr>
          <p:spPr>
            <a:xfrm>
              <a:off x="5391720" y="4675680"/>
              <a:ext cx="455400" cy="114480"/>
            </a:xfrm>
            <a:custGeom>
              <a:avLst/>
              <a:gdLst>
                <a:gd name="textAreaLeft" fmla="*/ 0 w 455400"/>
                <a:gd name="textAreaRight" fmla="*/ 455760 w 45540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455929" h="114935">
                  <a:moveTo>
                    <a:pt x="455752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227876" y="114833"/>
                  </a:lnTo>
                  <a:lnTo>
                    <a:pt x="455752" y="114833"/>
                  </a:lnTo>
                  <a:lnTo>
                    <a:pt x="455752" y="0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6" name="object 19"/>
            <p:cNvSpPr/>
            <p:nvPr/>
          </p:nvSpPr>
          <p:spPr>
            <a:xfrm>
              <a:off x="1621080" y="4191120"/>
              <a:ext cx="2318040" cy="44640"/>
            </a:xfrm>
            <a:custGeom>
              <a:avLst/>
              <a:gdLst>
                <a:gd name="textAreaLeft" fmla="*/ 0 w 2318040"/>
                <a:gd name="textAreaRight" fmla="*/ 2318400 w 2318040"/>
                <a:gd name="textAreaTop" fmla="*/ 0 h 44640"/>
                <a:gd name="textAreaBottom" fmla="*/ 45000 h 44640"/>
              </a:gdLst>
              <a:ahLst/>
              <a:rect l="textAreaLeft" t="textAreaTop" r="textAreaRight" b="textAreaBottom"/>
              <a:pathLst>
                <a:path w="2318385" h="45085">
                  <a:moveTo>
                    <a:pt x="2299677" y="44640"/>
                  </a:moveTo>
                  <a:lnTo>
                    <a:pt x="2186635" y="41770"/>
                  </a:lnTo>
                </a:path>
                <a:path w="2318385" h="45085">
                  <a:moveTo>
                    <a:pt x="2318042" y="11887"/>
                  </a:moveTo>
                  <a:lnTo>
                    <a:pt x="0" y="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7" name="object 20"/>
            <p:cNvSpPr/>
            <p:nvPr/>
          </p:nvSpPr>
          <p:spPr>
            <a:xfrm>
              <a:off x="3920400" y="4167360"/>
              <a:ext cx="462600" cy="114480"/>
            </a:xfrm>
            <a:custGeom>
              <a:avLst/>
              <a:gdLst>
                <a:gd name="textAreaLeft" fmla="*/ 0 w 462600"/>
                <a:gd name="textAreaRight" fmla="*/ 462960 w 46260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462914" h="114935">
                  <a:moveTo>
                    <a:pt x="46259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231482" y="114833"/>
                  </a:lnTo>
                  <a:lnTo>
                    <a:pt x="462597" y="114833"/>
                  </a:lnTo>
                  <a:lnTo>
                    <a:pt x="462597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98" name="object 21"/>
            <p:cNvSpPr/>
            <p:nvPr/>
          </p:nvSpPr>
          <p:spPr>
            <a:xfrm>
              <a:off x="3810960" y="4203000"/>
              <a:ext cx="2460240" cy="510120"/>
            </a:xfrm>
            <a:custGeom>
              <a:avLst/>
              <a:gdLst>
                <a:gd name="textAreaLeft" fmla="*/ 0 w 2460240"/>
                <a:gd name="textAreaRight" fmla="*/ 2460600 w 2460240"/>
                <a:gd name="textAreaTop" fmla="*/ 0 h 510120"/>
                <a:gd name="textAreaBottom" fmla="*/ 510480 h 510120"/>
              </a:gdLst>
              <a:ahLst/>
              <a:rect l="textAreaLeft" t="textAreaTop" r="textAreaRight" b="textAreaBottom"/>
              <a:pathLst>
                <a:path w="2460625" h="510539">
                  <a:moveTo>
                    <a:pt x="0" y="38874"/>
                  </a:moveTo>
                  <a:lnTo>
                    <a:pt x="0" y="228244"/>
                  </a:lnTo>
                </a:path>
                <a:path w="2460625" h="510539">
                  <a:moveTo>
                    <a:pt x="2460599" y="0"/>
                  </a:moveTo>
                  <a:lnTo>
                    <a:pt x="572388" y="0"/>
                  </a:lnTo>
                </a:path>
                <a:path w="2460625" h="510539">
                  <a:moveTo>
                    <a:pt x="2422436" y="245516"/>
                  </a:moveTo>
                  <a:lnTo>
                    <a:pt x="2194191" y="245516"/>
                  </a:lnTo>
                </a:path>
                <a:path w="2460625" h="510539">
                  <a:moveTo>
                    <a:pt x="2422436" y="245516"/>
                  </a:moveTo>
                  <a:lnTo>
                    <a:pt x="2422436" y="510476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99" name="object 22"/>
            <p:cNvSpPr/>
            <p:nvPr/>
          </p:nvSpPr>
          <p:spPr>
            <a:xfrm>
              <a:off x="3627360" y="3549240"/>
              <a:ext cx="2591640" cy="128520"/>
            </a:xfrm>
            <a:custGeom>
              <a:avLst/>
              <a:gdLst>
                <a:gd name="textAreaLeft" fmla="*/ 0 w 2591640"/>
                <a:gd name="textAreaRight" fmla="*/ 2592000 w 2591640"/>
                <a:gd name="textAreaTop" fmla="*/ 0 h 128520"/>
                <a:gd name="textAreaBottom" fmla="*/ 128880 h 128520"/>
              </a:gdLst>
              <a:ahLst/>
              <a:rect l="textAreaLeft" t="textAreaTop" r="textAreaRight" b="textAreaBottom"/>
              <a:pathLst>
                <a:path w="2592070" h="128904">
                  <a:moveTo>
                    <a:pt x="1164234" y="0"/>
                  </a:moveTo>
                  <a:lnTo>
                    <a:pt x="0" y="355"/>
                  </a:lnTo>
                  <a:lnTo>
                    <a:pt x="0" y="115201"/>
                  </a:lnTo>
                  <a:lnTo>
                    <a:pt x="582117" y="115201"/>
                  </a:lnTo>
                  <a:lnTo>
                    <a:pt x="1164234" y="114833"/>
                  </a:lnTo>
                  <a:lnTo>
                    <a:pt x="1164234" y="0"/>
                  </a:lnTo>
                  <a:close/>
                </a:path>
                <a:path w="2592070" h="128904">
                  <a:moveTo>
                    <a:pt x="2591993" y="14033"/>
                  </a:moveTo>
                  <a:lnTo>
                    <a:pt x="1914842" y="14033"/>
                  </a:lnTo>
                  <a:lnTo>
                    <a:pt x="1914842" y="128879"/>
                  </a:lnTo>
                  <a:lnTo>
                    <a:pt x="2253602" y="128879"/>
                  </a:lnTo>
                  <a:lnTo>
                    <a:pt x="2591993" y="128879"/>
                  </a:lnTo>
                  <a:lnTo>
                    <a:pt x="2591993" y="14033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0" name="object 23"/>
            <p:cNvSpPr/>
            <p:nvPr/>
          </p:nvSpPr>
          <p:spPr>
            <a:xfrm>
              <a:off x="3031920" y="3834000"/>
              <a:ext cx="462600" cy="114480"/>
            </a:xfrm>
            <a:custGeom>
              <a:avLst/>
              <a:gdLst>
                <a:gd name="textAreaLeft" fmla="*/ 0 w 462600"/>
                <a:gd name="textAreaRight" fmla="*/ 462960 w 46260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462914" h="114935">
                  <a:moveTo>
                    <a:pt x="46259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231482" y="114833"/>
                  </a:lnTo>
                  <a:lnTo>
                    <a:pt x="462597" y="114833"/>
                  </a:lnTo>
                  <a:lnTo>
                    <a:pt x="462597" y="0"/>
                  </a:lnTo>
                  <a:close/>
                </a:path>
              </a:pathLst>
            </a:custGeom>
            <a:solidFill>
              <a:srgbClr val="7702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1" name="object 24"/>
            <p:cNvSpPr/>
            <p:nvPr/>
          </p:nvSpPr>
          <p:spPr>
            <a:xfrm>
              <a:off x="2855520" y="3580920"/>
              <a:ext cx="2381040" cy="312840"/>
            </a:xfrm>
            <a:custGeom>
              <a:avLst/>
              <a:gdLst>
                <a:gd name="textAreaLeft" fmla="*/ 0 w 2381040"/>
                <a:gd name="textAreaRight" fmla="*/ 2381400 w 2381040"/>
                <a:gd name="textAreaTop" fmla="*/ 0 h 312840"/>
                <a:gd name="textAreaBottom" fmla="*/ 313200 h 312840"/>
              </a:gdLst>
              <a:ahLst/>
              <a:rect l="textAreaLeft" t="textAreaTop" r="textAreaRight" b="textAreaBottom"/>
              <a:pathLst>
                <a:path w="2381250" h="313054">
                  <a:moveTo>
                    <a:pt x="771842" y="1803"/>
                  </a:moveTo>
                  <a:lnTo>
                    <a:pt x="0" y="0"/>
                  </a:lnTo>
                </a:path>
                <a:path w="2381250" h="313054">
                  <a:moveTo>
                    <a:pt x="2381046" y="1803"/>
                  </a:moveTo>
                  <a:lnTo>
                    <a:pt x="1814766" y="1803"/>
                  </a:lnTo>
                </a:path>
                <a:path w="2381250" h="313054">
                  <a:moveTo>
                    <a:pt x="63004" y="49326"/>
                  </a:moveTo>
                  <a:lnTo>
                    <a:pt x="0" y="49326"/>
                  </a:lnTo>
                </a:path>
                <a:path w="2381250" h="313054">
                  <a:moveTo>
                    <a:pt x="176758" y="300596"/>
                  </a:moveTo>
                  <a:lnTo>
                    <a:pt x="57238" y="300596"/>
                  </a:lnTo>
                </a:path>
                <a:path w="2381250" h="313054">
                  <a:moveTo>
                    <a:pt x="63004" y="49326"/>
                  </a:moveTo>
                  <a:lnTo>
                    <a:pt x="57238" y="300596"/>
                  </a:lnTo>
                </a:path>
                <a:path w="2381250" h="313054">
                  <a:moveTo>
                    <a:pt x="771842" y="59766"/>
                  </a:moveTo>
                  <a:lnTo>
                    <a:pt x="711365" y="59397"/>
                  </a:lnTo>
                </a:path>
                <a:path w="2381250" h="313054">
                  <a:moveTo>
                    <a:pt x="699846" y="312483"/>
                  </a:moveTo>
                  <a:lnTo>
                    <a:pt x="639356" y="311048"/>
                  </a:lnTo>
                </a:path>
                <a:path w="2381250" h="313054">
                  <a:moveTo>
                    <a:pt x="711365" y="59397"/>
                  </a:moveTo>
                  <a:lnTo>
                    <a:pt x="705599" y="31068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object 25"/>
            <p:cNvSpPr/>
            <p:nvPr/>
          </p:nvSpPr>
          <p:spPr>
            <a:xfrm>
              <a:off x="4968000" y="3835800"/>
              <a:ext cx="462600" cy="114480"/>
            </a:xfrm>
            <a:custGeom>
              <a:avLst/>
              <a:gdLst>
                <a:gd name="textAreaLeft" fmla="*/ 0 w 462600"/>
                <a:gd name="textAreaRight" fmla="*/ 462960 w 46260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462914" h="114935">
                  <a:moveTo>
                    <a:pt x="462597" y="0"/>
                  </a:moveTo>
                  <a:lnTo>
                    <a:pt x="0" y="0"/>
                  </a:lnTo>
                  <a:lnTo>
                    <a:pt x="0" y="114846"/>
                  </a:lnTo>
                  <a:lnTo>
                    <a:pt x="231482" y="114846"/>
                  </a:lnTo>
                  <a:lnTo>
                    <a:pt x="462597" y="114846"/>
                  </a:lnTo>
                  <a:lnTo>
                    <a:pt x="462597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3" name="object 26"/>
            <p:cNvSpPr/>
            <p:nvPr/>
          </p:nvSpPr>
          <p:spPr>
            <a:xfrm>
              <a:off x="1628280" y="3582720"/>
              <a:ext cx="4643280" cy="1402200"/>
            </a:xfrm>
            <a:custGeom>
              <a:avLst/>
              <a:gdLst>
                <a:gd name="textAreaLeft" fmla="*/ 0 w 4643280"/>
                <a:gd name="textAreaRight" fmla="*/ 4643640 w 4643280"/>
                <a:gd name="textAreaTop" fmla="*/ 0 h 1402200"/>
                <a:gd name="textAreaBottom" fmla="*/ 1402560 h 1402200"/>
              </a:gdLst>
              <a:ahLst/>
              <a:rect l="textAreaLeft" t="textAreaTop" r="textAreaRight" b="textAreaBottom"/>
              <a:pathLst>
                <a:path w="4643755" h="1402714">
                  <a:moveTo>
                    <a:pt x="3935158" y="1803"/>
                  </a:moveTo>
                  <a:lnTo>
                    <a:pt x="3163316" y="0"/>
                  </a:lnTo>
                </a:path>
                <a:path w="4643755" h="1402714">
                  <a:moveTo>
                    <a:pt x="3226320" y="49314"/>
                  </a:moveTo>
                  <a:lnTo>
                    <a:pt x="3163316" y="49314"/>
                  </a:lnTo>
                </a:path>
                <a:path w="4643755" h="1402714">
                  <a:moveTo>
                    <a:pt x="3340074" y="300596"/>
                  </a:moveTo>
                  <a:lnTo>
                    <a:pt x="3220554" y="300596"/>
                  </a:lnTo>
                </a:path>
                <a:path w="4643755" h="1402714">
                  <a:moveTo>
                    <a:pt x="3226320" y="49314"/>
                  </a:moveTo>
                  <a:lnTo>
                    <a:pt x="3220554" y="300596"/>
                  </a:lnTo>
                </a:path>
                <a:path w="4643755" h="1402714">
                  <a:moveTo>
                    <a:pt x="3935158" y="59753"/>
                  </a:moveTo>
                  <a:lnTo>
                    <a:pt x="3874681" y="59397"/>
                  </a:lnTo>
                </a:path>
                <a:path w="4643755" h="1402714">
                  <a:moveTo>
                    <a:pt x="3863162" y="312483"/>
                  </a:moveTo>
                  <a:lnTo>
                    <a:pt x="3802684" y="311035"/>
                  </a:lnTo>
                </a:path>
                <a:path w="4643755" h="1402714">
                  <a:moveTo>
                    <a:pt x="3874681" y="59397"/>
                  </a:moveTo>
                  <a:lnTo>
                    <a:pt x="3868915" y="310680"/>
                  </a:lnTo>
                </a:path>
                <a:path w="4643755" h="1402714">
                  <a:moveTo>
                    <a:pt x="4643285" y="34201"/>
                  </a:moveTo>
                  <a:lnTo>
                    <a:pt x="4643285" y="620636"/>
                  </a:lnTo>
                </a:path>
                <a:path w="4643755" h="1402714">
                  <a:moveTo>
                    <a:pt x="4643285" y="34556"/>
                  </a:moveTo>
                  <a:lnTo>
                    <a:pt x="4582795" y="34201"/>
                  </a:lnTo>
                </a:path>
                <a:path w="4643755" h="1402714">
                  <a:moveTo>
                    <a:pt x="63004" y="31318"/>
                  </a:moveTo>
                  <a:lnTo>
                    <a:pt x="0" y="31318"/>
                  </a:lnTo>
                </a:path>
                <a:path w="4643755" h="1402714">
                  <a:moveTo>
                    <a:pt x="0" y="31318"/>
                  </a:moveTo>
                  <a:lnTo>
                    <a:pt x="1079" y="589318"/>
                  </a:lnTo>
                </a:path>
                <a:path w="4643755" h="1402714">
                  <a:moveTo>
                    <a:pt x="3108236" y="653033"/>
                  </a:moveTo>
                  <a:lnTo>
                    <a:pt x="2755074" y="653033"/>
                  </a:lnTo>
                </a:path>
                <a:path w="4643755" h="1402714">
                  <a:moveTo>
                    <a:pt x="3336124" y="876604"/>
                  </a:moveTo>
                  <a:lnTo>
                    <a:pt x="3102482" y="876604"/>
                  </a:lnTo>
                </a:path>
                <a:path w="4643755" h="1402714">
                  <a:moveTo>
                    <a:pt x="3108236" y="653033"/>
                  </a:moveTo>
                  <a:lnTo>
                    <a:pt x="3102482" y="876604"/>
                  </a:lnTo>
                </a:path>
                <a:path w="4643755" h="1402714">
                  <a:moveTo>
                    <a:pt x="4605121" y="1130757"/>
                  </a:moveTo>
                  <a:lnTo>
                    <a:pt x="4219194" y="1133995"/>
                  </a:lnTo>
                </a:path>
                <a:path w="4643755" h="1402714">
                  <a:moveTo>
                    <a:pt x="4364278" y="1172159"/>
                  </a:moveTo>
                  <a:lnTo>
                    <a:pt x="4219194" y="1172159"/>
                  </a:lnTo>
                </a:path>
                <a:path w="4643755" h="1402714">
                  <a:moveTo>
                    <a:pt x="4366806" y="1389595"/>
                  </a:moveTo>
                  <a:lnTo>
                    <a:pt x="4221721" y="1389595"/>
                  </a:lnTo>
                </a:path>
                <a:path w="4643755" h="1402714">
                  <a:moveTo>
                    <a:pt x="4366806" y="1172159"/>
                  </a:moveTo>
                  <a:lnTo>
                    <a:pt x="4366806" y="1389595"/>
                  </a:lnTo>
                </a:path>
                <a:path w="4643755" h="1402714">
                  <a:moveTo>
                    <a:pt x="3763441" y="1175397"/>
                  </a:moveTo>
                  <a:lnTo>
                    <a:pt x="3618356" y="1175397"/>
                  </a:lnTo>
                </a:path>
                <a:path w="4643755" h="1402714">
                  <a:moveTo>
                    <a:pt x="3772801" y="1401838"/>
                  </a:moveTo>
                  <a:lnTo>
                    <a:pt x="3612235" y="1402194"/>
                  </a:lnTo>
                </a:path>
                <a:path w="4643755" h="1402714">
                  <a:moveTo>
                    <a:pt x="3618356" y="1175397"/>
                  </a:moveTo>
                  <a:lnTo>
                    <a:pt x="3618356" y="1402194"/>
                  </a:lnTo>
                </a:path>
                <a:path w="4643755" h="1402714">
                  <a:moveTo>
                    <a:pt x="2182685" y="848525"/>
                  </a:moveTo>
                  <a:lnTo>
                    <a:pt x="1949043" y="848525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4" name="object 27"/>
            <p:cNvSpPr/>
            <p:nvPr/>
          </p:nvSpPr>
          <p:spPr>
            <a:xfrm>
              <a:off x="2871000" y="4368960"/>
              <a:ext cx="694440" cy="114480"/>
            </a:xfrm>
            <a:custGeom>
              <a:avLst/>
              <a:gdLst>
                <a:gd name="textAreaLeft" fmla="*/ 0 w 694440"/>
                <a:gd name="textAreaRight" fmla="*/ 694800 w 69444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694689" h="114935">
                  <a:moveTo>
                    <a:pt x="694436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347395" y="114833"/>
                  </a:lnTo>
                  <a:lnTo>
                    <a:pt x="694436" y="114833"/>
                  </a:lnTo>
                  <a:lnTo>
                    <a:pt x="694436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5" name="object 28"/>
            <p:cNvSpPr/>
            <p:nvPr/>
          </p:nvSpPr>
          <p:spPr>
            <a:xfrm>
              <a:off x="2705760" y="4862520"/>
              <a:ext cx="462600" cy="114480"/>
            </a:xfrm>
            <a:custGeom>
              <a:avLst/>
              <a:gdLst>
                <a:gd name="textAreaLeft" fmla="*/ 0 w 462600"/>
                <a:gd name="textAreaRight" fmla="*/ 462960 w 46260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462914" h="114935">
                  <a:moveTo>
                    <a:pt x="46259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231482" y="114833"/>
                  </a:lnTo>
                  <a:lnTo>
                    <a:pt x="462597" y="114833"/>
                  </a:lnTo>
                  <a:lnTo>
                    <a:pt x="462597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6" name="object 29"/>
            <p:cNvSpPr/>
            <p:nvPr/>
          </p:nvSpPr>
          <p:spPr>
            <a:xfrm>
              <a:off x="2410200" y="4395600"/>
              <a:ext cx="2981520" cy="525960"/>
            </a:xfrm>
            <a:custGeom>
              <a:avLst/>
              <a:gdLst>
                <a:gd name="textAreaLeft" fmla="*/ 0 w 2981520"/>
                <a:gd name="textAreaRight" fmla="*/ 2981880 w 2981520"/>
                <a:gd name="textAreaTop" fmla="*/ 0 h 525960"/>
                <a:gd name="textAreaBottom" fmla="*/ 526320 h 525960"/>
              </a:gdLst>
              <a:ahLst/>
              <a:rect l="textAreaLeft" t="textAreaTop" r="textAreaRight" b="textAreaBottom"/>
              <a:pathLst>
                <a:path w="2981960" h="526414">
                  <a:moveTo>
                    <a:pt x="461149" y="3962"/>
                  </a:moveTo>
                  <a:lnTo>
                    <a:pt x="0" y="0"/>
                  </a:lnTo>
                </a:path>
                <a:path w="2981960" h="526414">
                  <a:moveTo>
                    <a:pt x="3594" y="0"/>
                  </a:moveTo>
                  <a:lnTo>
                    <a:pt x="6108" y="525957"/>
                  </a:lnTo>
                </a:path>
                <a:path w="2981960" h="526414">
                  <a:moveTo>
                    <a:pt x="393471" y="57962"/>
                  </a:moveTo>
                  <a:lnTo>
                    <a:pt x="389877" y="319684"/>
                  </a:lnTo>
                </a:path>
                <a:path w="2981960" h="526414">
                  <a:moveTo>
                    <a:pt x="1526400" y="319684"/>
                  </a:moveTo>
                  <a:lnTo>
                    <a:pt x="389877" y="318604"/>
                  </a:lnTo>
                </a:path>
                <a:path w="2981960" h="526414">
                  <a:moveTo>
                    <a:pt x="461149" y="56883"/>
                  </a:moveTo>
                  <a:lnTo>
                    <a:pt x="393471" y="57962"/>
                  </a:lnTo>
                </a:path>
                <a:path w="2981960" h="526414">
                  <a:moveTo>
                    <a:pt x="1526400" y="360718"/>
                  </a:moveTo>
                  <a:lnTo>
                    <a:pt x="1139393" y="360718"/>
                  </a:lnTo>
                </a:path>
                <a:path w="2981960" h="526414">
                  <a:moveTo>
                    <a:pt x="2981515" y="326885"/>
                  </a:moveTo>
                  <a:lnTo>
                    <a:pt x="2220836" y="326885"/>
                  </a:lnTo>
                </a:path>
                <a:path w="2981960" h="526414">
                  <a:moveTo>
                    <a:pt x="1139393" y="360718"/>
                  </a:moveTo>
                  <a:lnTo>
                    <a:pt x="1135799" y="523798"/>
                  </a:lnTo>
                </a:path>
                <a:path w="2981960" h="526414">
                  <a:moveTo>
                    <a:pt x="1145514" y="523798"/>
                  </a:moveTo>
                  <a:lnTo>
                    <a:pt x="758520" y="523798"/>
                  </a:lnTo>
                </a:path>
                <a:path w="2981960" h="526414">
                  <a:moveTo>
                    <a:pt x="282232" y="525957"/>
                  </a:moveTo>
                  <a:lnTo>
                    <a:pt x="3594" y="525957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07" name="object 30"/>
          <p:cNvSpPr/>
          <p:nvPr/>
        </p:nvSpPr>
        <p:spPr>
          <a:xfrm>
            <a:off x="265680" y="163800"/>
            <a:ext cx="46580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Limitations</a:t>
            </a:r>
            <a:r>
              <a:rPr b="1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1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De</a:t>
            </a:r>
            <a:r>
              <a:rPr b="1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Bruijn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Graph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assemblers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object 2"/>
          <p:cNvSpPr/>
          <p:nvPr/>
        </p:nvSpPr>
        <p:spPr>
          <a:xfrm>
            <a:off x="325440" y="757800"/>
            <a:ext cx="2349720" cy="2184120"/>
          </a:xfrm>
          <a:custGeom>
            <a:avLst/>
            <a:gdLst>
              <a:gd name="textAreaLeft" fmla="*/ 0 w 2349720"/>
              <a:gd name="textAreaRight" fmla="*/ 2350080 w 2349720"/>
              <a:gd name="textAreaTop" fmla="*/ 0 h 2184120"/>
              <a:gd name="textAreaBottom" fmla="*/ 2184480 h 2184120"/>
            </a:gdLst>
            <a:ahLst/>
            <a:rect l="textAreaLeft" t="textAreaTop" r="textAreaRight" b="textAreaBottom"/>
            <a:pathLst>
              <a:path w="2350135" h="2184400">
                <a:moveTo>
                  <a:pt x="1429536" y="2158999"/>
                </a:moveTo>
                <a:lnTo>
                  <a:pt x="920553" y="2158999"/>
                </a:lnTo>
                <a:lnTo>
                  <a:pt x="1021329" y="2184399"/>
                </a:lnTo>
                <a:lnTo>
                  <a:pt x="1328759" y="2184399"/>
                </a:lnTo>
                <a:lnTo>
                  <a:pt x="1429536" y="2158999"/>
                </a:lnTo>
                <a:close/>
              </a:path>
              <a:path w="2350135" h="2184400">
                <a:moveTo>
                  <a:pt x="1328759" y="0"/>
                </a:moveTo>
                <a:lnTo>
                  <a:pt x="1021329" y="0"/>
                </a:lnTo>
                <a:lnTo>
                  <a:pt x="725644" y="76200"/>
                </a:lnTo>
                <a:lnTo>
                  <a:pt x="678718" y="101600"/>
                </a:lnTo>
                <a:lnTo>
                  <a:pt x="632655" y="114300"/>
                </a:lnTo>
                <a:lnTo>
                  <a:pt x="587527" y="139700"/>
                </a:lnTo>
                <a:lnTo>
                  <a:pt x="543525" y="165100"/>
                </a:lnTo>
                <a:lnTo>
                  <a:pt x="500834" y="190500"/>
                </a:lnTo>
                <a:lnTo>
                  <a:pt x="459506" y="228600"/>
                </a:lnTo>
                <a:lnTo>
                  <a:pt x="419592" y="254000"/>
                </a:lnTo>
                <a:lnTo>
                  <a:pt x="381142" y="279400"/>
                </a:lnTo>
                <a:lnTo>
                  <a:pt x="344209" y="317500"/>
                </a:lnTo>
                <a:lnTo>
                  <a:pt x="308844" y="355600"/>
                </a:lnTo>
                <a:lnTo>
                  <a:pt x="275097" y="393700"/>
                </a:lnTo>
                <a:lnTo>
                  <a:pt x="243021" y="419100"/>
                </a:lnTo>
                <a:lnTo>
                  <a:pt x="212667" y="457200"/>
                </a:lnTo>
                <a:lnTo>
                  <a:pt x="184085" y="508000"/>
                </a:lnTo>
                <a:lnTo>
                  <a:pt x="157327" y="546100"/>
                </a:lnTo>
                <a:lnTo>
                  <a:pt x="132603" y="584200"/>
                </a:lnTo>
                <a:lnTo>
                  <a:pt x="109924" y="635000"/>
                </a:lnTo>
                <a:lnTo>
                  <a:pt x="89309" y="673100"/>
                </a:lnTo>
                <a:lnTo>
                  <a:pt x="70779" y="723900"/>
                </a:lnTo>
                <a:lnTo>
                  <a:pt x="54354" y="762000"/>
                </a:lnTo>
                <a:lnTo>
                  <a:pt x="40054" y="812800"/>
                </a:lnTo>
                <a:lnTo>
                  <a:pt x="27899" y="850900"/>
                </a:lnTo>
                <a:lnTo>
                  <a:pt x="17908" y="901700"/>
                </a:lnTo>
                <a:lnTo>
                  <a:pt x="10103" y="952500"/>
                </a:lnTo>
                <a:lnTo>
                  <a:pt x="4503" y="1003300"/>
                </a:lnTo>
                <a:lnTo>
                  <a:pt x="1129" y="1041400"/>
                </a:lnTo>
                <a:lnTo>
                  <a:pt x="0" y="1092200"/>
                </a:lnTo>
                <a:lnTo>
                  <a:pt x="1129" y="1143000"/>
                </a:lnTo>
                <a:lnTo>
                  <a:pt x="4503" y="1193800"/>
                </a:lnTo>
                <a:lnTo>
                  <a:pt x="10103" y="1231900"/>
                </a:lnTo>
                <a:lnTo>
                  <a:pt x="17908" y="1282700"/>
                </a:lnTo>
                <a:lnTo>
                  <a:pt x="27899" y="1333500"/>
                </a:lnTo>
                <a:lnTo>
                  <a:pt x="40054" y="1371600"/>
                </a:lnTo>
                <a:lnTo>
                  <a:pt x="54354" y="1422400"/>
                </a:lnTo>
                <a:lnTo>
                  <a:pt x="70779" y="1473200"/>
                </a:lnTo>
                <a:lnTo>
                  <a:pt x="89309" y="1511300"/>
                </a:lnTo>
                <a:lnTo>
                  <a:pt x="109924" y="1562100"/>
                </a:lnTo>
                <a:lnTo>
                  <a:pt x="132603" y="1600200"/>
                </a:lnTo>
                <a:lnTo>
                  <a:pt x="157327" y="1638300"/>
                </a:lnTo>
                <a:lnTo>
                  <a:pt x="184085" y="1689099"/>
                </a:lnTo>
                <a:lnTo>
                  <a:pt x="212667" y="1727199"/>
                </a:lnTo>
                <a:lnTo>
                  <a:pt x="243021" y="1765299"/>
                </a:lnTo>
                <a:lnTo>
                  <a:pt x="275097" y="1803399"/>
                </a:lnTo>
                <a:lnTo>
                  <a:pt x="308844" y="1828799"/>
                </a:lnTo>
                <a:lnTo>
                  <a:pt x="344209" y="1866899"/>
                </a:lnTo>
                <a:lnTo>
                  <a:pt x="381142" y="1904999"/>
                </a:lnTo>
                <a:lnTo>
                  <a:pt x="419592" y="1930399"/>
                </a:lnTo>
                <a:lnTo>
                  <a:pt x="459506" y="1968499"/>
                </a:lnTo>
                <a:lnTo>
                  <a:pt x="500834" y="1993899"/>
                </a:lnTo>
                <a:lnTo>
                  <a:pt x="543525" y="2019299"/>
                </a:lnTo>
                <a:lnTo>
                  <a:pt x="587527" y="2044699"/>
                </a:lnTo>
                <a:lnTo>
                  <a:pt x="632655" y="2070099"/>
                </a:lnTo>
                <a:lnTo>
                  <a:pt x="678718" y="2082799"/>
                </a:lnTo>
                <a:lnTo>
                  <a:pt x="725644" y="2108199"/>
                </a:lnTo>
                <a:lnTo>
                  <a:pt x="773362" y="2120899"/>
                </a:lnTo>
                <a:lnTo>
                  <a:pt x="821800" y="2146299"/>
                </a:lnTo>
                <a:lnTo>
                  <a:pt x="870888" y="2158999"/>
                </a:lnTo>
                <a:lnTo>
                  <a:pt x="1479200" y="2158999"/>
                </a:lnTo>
                <a:lnTo>
                  <a:pt x="1528287" y="2146299"/>
                </a:lnTo>
                <a:lnTo>
                  <a:pt x="1576724" y="2120899"/>
                </a:lnTo>
                <a:lnTo>
                  <a:pt x="1624441" y="2108199"/>
                </a:lnTo>
                <a:lnTo>
                  <a:pt x="1647903" y="2095499"/>
                </a:lnTo>
                <a:lnTo>
                  <a:pt x="1072612" y="2095499"/>
                </a:lnTo>
                <a:lnTo>
                  <a:pt x="1021872" y="2082799"/>
                </a:lnTo>
                <a:lnTo>
                  <a:pt x="971559" y="2082799"/>
                </a:lnTo>
                <a:lnTo>
                  <a:pt x="824011" y="2044699"/>
                </a:lnTo>
                <a:lnTo>
                  <a:pt x="776233" y="2019299"/>
                </a:lnTo>
                <a:lnTo>
                  <a:pt x="729297" y="2006599"/>
                </a:lnTo>
                <a:lnTo>
                  <a:pt x="683283" y="1981199"/>
                </a:lnTo>
                <a:lnTo>
                  <a:pt x="638276" y="1955799"/>
                </a:lnTo>
                <a:lnTo>
                  <a:pt x="594408" y="1943099"/>
                </a:lnTo>
                <a:lnTo>
                  <a:pt x="551992" y="1904999"/>
                </a:lnTo>
                <a:lnTo>
                  <a:pt x="511084" y="1879599"/>
                </a:lnTo>
                <a:lnTo>
                  <a:pt x="471744" y="1854199"/>
                </a:lnTo>
                <a:lnTo>
                  <a:pt x="434030" y="1816099"/>
                </a:lnTo>
                <a:lnTo>
                  <a:pt x="398000" y="1790699"/>
                </a:lnTo>
                <a:lnTo>
                  <a:pt x="363713" y="1752599"/>
                </a:lnTo>
                <a:lnTo>
                  <a:pt x="331227" y="1714499"/>
                </a:lnTo>
                <a:lnTo>
                  <a:pt x="300601" y="1676399"/>
                </a:lnTo>
                <a:lnTo>
                  <a:pt x="271892" y="1638300"/>
                </a:lnTo>
                <a:lnTo>
                  <a:pt x="245160" y="1600200"/>
                </a:lnTo>
                <a:lnTo>
                  <a:pt x="220547" y="1549400"/>
                </a:lnTo>
                <a:lnTo>
                  <a:pt x="198170" y="1511300"/>
                </a:lnTo>
                <a:lnTo>
                  <a:pt x="178053" y="1460500"/>
                </a:lnTo>
                <a:lnTo>
                  <a:pt x="160217" y="1422400"/>
                </a:lnTo>
                <a:lnTo>
                  <a:pt x="144687" y="1371600"/>
                </a:lnTo>
                <a:lnTo>
                  <a:pt x="131484" y="1333500"/>
                </a:lnTo>
                <a:lnTo>
                  <a:pt x="120630" y="1282700"/>
                </a:lnTo>
                <a:lnTo>
                  <a:pt x="112149" y="1231900"/>
                </a:lnTo>
                <a:lnTo>
                  <a:pt x="106063" y="1193800"/>
                </a:lnTo>
                <a:lnTo>
                  <a:pt x="102395" y="1143000"/>
                </a:lnTo>
                <a:lnTo>
                  <a:pt x="101168" y="1092200"/>
                </a:lnTo>
                <a:lnTo>
                  <a:pt x="102395" y="1041400"/>
                </a:lnTo>
                <a:lnTo>
                  <a:pt x="106063" y="1003300"/>
                </a:lnTo>
                <a:lnTo>
                  <a:pt x="112149" y="952500"/>
                </a:lnTo>
                <a:lnTo>
                  <a:pt x="120630" y="901700"/>
                </a:lnTo>
                <a:lnTo>
                  <a:pt x="131484" y="850900"/>
                </a:lnTo>
                <a:lnTo>
                  <a:pt x="144687" y="812800"/>
                </a:lnTo>
                <a:lnTo>
                  <a:pt x="160217" y="762000"/>
                </a:lnTo>
                <a:lnTo>
                  <a:pt x="178053" y="723900"/>
                </a:lnTo>
                <a:lnTo>
                  <a:pt x="198170" y="673100"/>
                </a:lnTo>
                <a:lnTo>
                  <a:pt x="220547" y="635000"/>
                </a:lnTo>
                <a:lnTo>
                  <a:pt x="245160" y="596900"/>
                </a:lnTo>
                <a:lnTo>
                  <a:pt x="271892" y="546100"/>
                </a:lnTo>
                <a:lnTo>
                  <a:pt x="300601" y="508000"/>
                </a:lnTo>
                <a:lnTo>
                  <a:pt x="331227" y="469900"/>
                </a:lnTo>
                <a:lnTo>
                  <a:pt x="363713" y="431800"/>
                </a:lnTo>
                <a:lnTo>
                  <a:pt x="398000" y="406400"/>
                </a:lnTo>
                <a:lnTo>
                  <a:pt x="434030" y="368300"/>
                </a:lnTo>
                <a:lnTo>
                  <a:pt x="471744" y="330200"/>
                </a:lnTo>
                <a:lnTo>
                  <a:pt x="511084" y="304800"/>
                </a:lnTo>
                <a:lnTo>
                  <a:pt x="551992" y="279400"/>
                </a:lnTo>
                <a:lnTo>
                  <a:pt x="594408" y="254000"/>
                </a:lnTo>
                <a:lnTo>
                  <a:pt x="638276" y="228600"/>
                </a:lnTo>
                <a:lnTo>
                  <a:pt x="683283" y="203200"/>
                </a:lnTo>
                <a:lnTo>
                  <a:pt x="729297" y="177800"/>
                </a:lnTo>
                <a:lnTo>
                  <a:pt x="776233" y="165100"/>
                </a:lnTo>
                <a:lnTo>
                  <a:pt x="824011" y="139700"/>
                </a:lnTo>
                <a:lnTo>
                  <a:pt x="921756" y="114300"/>
                </a:lnTo>
                <a:lnTo>
                  <a:pt x="971559" y="114300"/>
                </a:lnTo>
                <a:lnTo>
                  <a:pt x="1072612" y="88900"/>
                </a:lnTo>
                <a:lnTo>
                  <a:pt x="1647903" y="88900"/>
                </a:lnTo>
                <a:lnTo>
                  <a:pt x="1624441" y="76200"/>
                </a:lnTo>
                <a:lnTo>
                  <a:pt x="1328759" y="0"/>
                </a:lnTo>
                <a:close/>
              </a:path>
              <a:path w="2350135" h="2184400">
                <a:moveTo>
                  <a:pt x="1647903" y="88900"/>
                </a:moveTo>
                <a:lnTo>
                  <a:pt x="1277471" y="88900"/>
                </a:lnTo>
                <a:lnTo>
                  <a:pt x="1378524" y="114300"/>
                </a:lnTo>
                <a:lnTo>
                  <a:pt x="1428327" y="114300"/>
                </a:lnTo>
                <a:lnTo>
                  <a:pt x="1526073" y="139700"/>
                </a:lnTo>
                <a:lnTo>
                  <a:pt x="1573850" y="165100"/>
                </a:lnTo>
                <a:lnTo>
                  <a:pt x="1620787" y="177800"/>
                </a:lnTo>
                <a:lnTo>
                  <a:pt x="1666800" y="203200"/>
                </a:lnTo>
                <a:lnTo>
                  <a:pt x="1711807" y="228600"/>
                </a:lnTo>
                <a:lnTo>
                  <a:pt x="1755675" y="254000"/>
                </a:lnTo>
                <a:lnTo>
                  <a:pt x="1798092" y="279400"/>
                </a:lnTo>
                <a:lnTo>
                  <a:pt x="1838999" y="304800"/>
                </a:lnTo>
                <a:lnTo>
                  <a:pt x="1878339" y="330200"/>
                </a:lnTo>
                <a:lnTo>
                  <a:pt x="1916053" y="368300"/>
                </a:lnTo>
                <a:lnTo>
                  <a:pt x="1952083" y="406400"/>
                </a:lnTo>
                <a:lnTo>
                  <a:pt x="1986370" y="431800"/>
                </a:lnTo>
                <a:lnTo>
                  <a:pt x="2018856" y="469900"/>
                </a:lnTo>
                <a:lnTo>
                  <a:pt x="2049482" y="508000"/>
                </a:lnTo>
                <a:lnTo>
                  <a:pt x="2078191" y="546100"/>
                </a:lnTo>
                <a:lnTo>
                  <a:pt x="2104923" y="596900"/>
                </a:lnTo>
                <a:lnTo>
                  <a:pt x="2129537" y="635000"/>
                </a:lnTo>
                <a:lnTo>
                  <a:pt x="2151914" y="673100"/>
                </a:lnTo>
                <a:lnTo>
                  <a:pt x="2172033" y="723900"/>
                </a:lnTo>
                <a:lnTo>
                  <a:pt x="2189870" y="762000"/>
                </a:lnTo>
                <a:lnTo>
                  <a:pt x="2205402" y="812800"/>
                </a:lnTo>
                <a:lnTo>
                  <a:pt x="2218607" y="850900"/>
                </a:lnTo>
                <a:lnTo>
                  <a:pt x="2229462" y="901700"/>
                </a:lnTo>
                <a:lnTo>
                  <a:pt x="2237944" y="952500"/>
                </a:lnTo>
                <a:lnTo>
                  <a:pt x="2244031" y="1003300"/>
                </a:lnTo>
                <a:lnTo>
                  <a:pt x="2247700" y="1041400"/>
                </a:lnTo>
                <a:lnTo>
                  <a:pt x="2248928" y="1092200"/>
                </a:lnTo>
                <a:lnTo>
                  <a:pt x="2247700" y="1143000"/>
                </a:lnTo>
                <a:lnTo>
                  <a:pt x="2244031" y="1193800"/>
                </a:lnTo>
                <a:lnTo>
                  <a:pt x="2237944" y="1231900"/>
                </a:lnTo>
                <a:lnTo>
                  <a:pt x="2229462" y="1282700"/>
                </a:lnTo>
                <a:lnTo>
                  <a:pt x="2218607" y="1333500"/>
                </a:lnTo>
                <a:lnTo>
                  <a:pt x="2205402" y="1371600"/>
                </a:lnTo>
                <a:lnTo>
                  <a:pt x="2189870" y="1422400"/>
                </a:lnTo>
                <a:lnTo>
                  <a:pt x="2172033" y="1460500"/>
                </a:lnTo>
                <a:lnTo>
                  <a:pt x="2151914" y="1511300"/>
                </a:lnTo>
                <a:lnTo>
                  <a:pt x="2129537" y="1549400"/>
                </a:lnTo>
                <a:lnTo>
                  <a:pt x="2104923" y="1600200"/>
                </a:lnTo>
                <a:lnTo>
                  <a:pt x="2078191" y="1638300"/>
                </a:lnTo>
                <a:lnTo>
                  <a:pt x="2049482" y="1676399"/>
                </a:lnTo>
                <a:lnTo>
                  <a:pt x="2018856" y="1714499"/>
                </a:lnTo>
                <a:lnTo>
                  <a:pt x="1986370" y="1752599"/>
                </a:lnTo>
                <a:lnTo>
                  <a:pt x="1952083" y="1790699"/>
                </a:lnTo>
                <a:lnTo>
                  <a:pt x="1916053" y="1816099"/>
                </a:lnTo>
                <a:lnTo>
                  <a:pt x="1878339" y="1854199"/>
                </a:lnTo>
                <a:lnTo>
                  <a:pt x="1838999" y="1879599"/>
                </a:lnTo>
                <a:lnTo>
                  <a:pt x="1798092" y="1904999"/>
                </a:lnTo>
                <a:lnTo>
                  <a:pt x="1755675" y="1943099"/>
                </a:lnTo>
                <a:lnTo>
                  <a:pt x="1711807" y="1955799"/>
                </a:lnTo>
                <a:lnTo>
                  <a:pt x="1666800" y="1981199"/>
                </a:lnTo>
                <a:lnTo>
                  <a:pt x="1620787" y="2006599"/>
                </a:lnTo>
                <a:lnTo>
                  <a:pt x="1573850" y="2019299"/>
                </a:lnTo>
                <a:lnTo>
                  <a:pt x="1526073" y="2044699"/>
                </a:lnTo>
                <a:lnTo>
                  <a:pt x="1378524" y="2082799"/>
                </a:lnTo>
                <a:lnTo>
                  <a:pt x="1328211" y="2082799"/>
                </a:lnTo>
                <a:lnTo>
                  <a:pt x="1277471" y="2095499"/>
                </a:lnTo>
                <a:lnTo>
                  <a:pt x="1647903" y="2095499"/>
                </a:lnTo>
                <a:lnTo>
                  <a:pt x="1671366" y="2082799"/>
                </a:lnTo>
                <a:lnTo>
                  <a:pt x="1717428" y="2070099"/>
                </a:lnTo>
                <a:lnTo>
                  <a:pt x="1762556" y="2044699"/>
                </a:lnTo>
                <a:lnTo>
                  <a:pt x="1806558" y="2019299"/>
                </a:lnTo>
                <a:lnTo>
                  <a:pt x="1849249" y="1993899"/>
                </a:lnTo>
                <a:lnTo>
                  <a:pt x="1890577" y="1968499"/>
                </a:lnTo>
                <a:lnTo>
                  <a:pt x="1930492" y="1930399"/>
                </a:lnTo>
                <a:lnTo>
                  <a:pt x="1968941" y="1904999"/>
                </a:lnTo>
                <a:lnTo>
                  <a:pt x="2005874" y="1866899"/>
                </a:lnTo>
                <a:lnTo>
                  <a:pt x="2041239" y="1828799"/>
                </a:lnTo>
                <a:lnTo>
                  <a:pt x="2074986" y="1803399"/>
                </a:lnTo>
                <a:lnTo>
                  <a:pt x="2107062" y="1765299"/>
                </a:lnTo>
                <a:lnTo>
                  <a:pt x="2137416" y="1727199"/>
                </a:lnTo>
                <a:lnTo>
                  <a:pt x="2165998" y="1689099"/>
                </a:lnTo>
                <a:lnTo>
                  <a:pt x="2192756" y="1638300"/>
                </a:lnTo>
                <a:lnTo>
                  <a:pt x="2217483" y="1600200"/>
                </a:lnTo>
                <a:lnTo>
                  <a:pt x="2240164" y="1562100"/>
                </a:lnTo>
                <a:lnTo>
                  <a:pt x="2260780" y="1511300"/>
                </a:lnTo>
                <a:lnTo>
                  <a:pt x="2279310" y="1473200"/>
                </a:lnTo>
                <a:lnTo>
                  <a:pt x="2295735" y="1422400"/>
                </a:lnTo>
                <a:lnTo>
                  <a:pt x="2310034" y="1371600"/>
                </a:lnTo>
                <a:lnTo>
                  <a:pt x="2322189" y="1333500"/>
                </a:lnTo>
                <a:lnTo>
                  <a:pt x="2332178" y="1282700"/>
                </a:lnTo>
                <a:lnTo>
                  <a:pt x="2339982" y="1231900"/>
                </a:lnTo>
                <a:lnTo>
                  <a:pt x="2345581" y="1193800"/>
                </a:lnTo>
                <a:lnTo>
                  <a:pt x="2348955" y="1143000"/>
                </a:lnTo>
                <a:lnTo>
                  <a:pt x="2350084" y="1092200"/>
                </a:lnTo>
                <a:lnTo>
                  <a:pt x="2348955" y="1041400"/>
                </a:lnTo>
                <a:lnTo>
                  <a:pt x="2345581" y="1003300"/>
                </a:lnTo>
                <a:lnTo>
                  <a:pt x="2339982" y="952500"/>
                </a:lnTo>
                <a:lnTo>
                  <a:pt x="2332178" y="901700"/>
                </a:lnTo>
                <a:lnTo>
                  <a:pt x="2322189" y="850900"/>
                </a:lnTo>
                <a:lnTo>
                  <a:pt x="2310034" y="812800"/>
                </a:lnTo>
                <a:lnTo>
                  <a:pt x="2295735" y="762000"/>
                </a:lnTo>
                <a:lnTo>
                  <a:pt x="2279310" y="723900"/>
                </a:lnTo>
                <a:lnTo>
                  <a:pt x="2260780" y="673100"/>
                </a:lnTo>
                <a:lnTo>
                  <a:pt x="2240164" y="635000"/>
                </a:lnTo>
                <a:lnTo>
                  <a:pt x="2217483" y="584200"/>
                </a:lnTo>
                <a:lnTo>
                  <a:pt x="2192756" y="546100"/>
                </a:lnTo>
                <a:lnTo>
                  <a:pt x="2165998" y="508000"/>
                </a:lnTo>
                <a:lnTo>
                  <a:pt x="2137416" y="457200"/>
                </a:lnTo>
                <a:lnTo>
                  <a:pt x="2107062" y="419100"/>
                </a:lnTo>
                <a:lnTo>
                  <a:pt x="2074986" y="393700"/>
                </a:lnTo>
                <a:lnTo>
                  <a:pt x="2041239" y="355600"/>
                </a:lnTo>
                <a:lnTo>
                  <a:pt x="2005874" y="317500"/>
                </a:lnTo>
                <a:lnTo>
                  <a:pt x="1968941" y="279400"/>
                </a:lnTo>
                <a:lnTo>
                  <a:pt x="1930492" y="254000"/>
                </a:lnTo>
                <a:lnTo>
                  <a:pt x="1890577" y="228600"/>
                </a:lnTo>
                <a:lnTo>
                  <a:pt x="1849249" y="190500"/>
                </a:lnTo>
                <a:lnTo>
                  <a:pt x="1806558" y="165100"/>
                </a:lnTo>
                <a:lnTo>
                  <a:pt x="1762556" y="139700"/>
                </a:lnTo>
                <a:lnTo>
                  <a:pt x="1717428" y="114300"/>
                </a:lnTo>
                <a:lnTo>
                  <a:pt x="1671366" y="101600"/>
                </a:lnTo>
                <a:lnTo>
                  <a:pt x="1647903" y="8890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object 3"/>
          <p:cNvSpPr/>
          <p:nvPr/>
        </p:nvSpPr>
        <p:spPr>
          <a:xfrm>
            <a:off x="1094760" y="1683000"/>
            <a:ext cx="8118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Strain</a:t>
            </a:r>
            <a:r>
              <a:rPr b="0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0" name="object 4"/>
          <p:cNvGrpSpPr/>
          <p:nvPr/>
        </p:nvGrpSpPr>
        <p:grpSpPr>
          <a:xfrm>
            <a:off x="407160" y="849960"/>
            <a:ext cx="2243160" cy="1770480"/>
            <a:chOff x="407160" y="849960"/>
            <a:chExt cx="2243160" cy="1770480"/>
          </a:xfrm>
        </p:grpSpPr>
        <p:sp>
          <p:nvSpPr>
            <p:cNvPr id="111" name="object 5"/>
            <p:cNvSpPr/>
            <p:nvPr/>
          </p:nvSpPr>
          <p:spPr>
            <a:xfrm>
              <a:off x="1978200" y="849960"/>
              <a:ext cx="672120" cy="780120"/>
            </a:xfrm>
            <a:custGeom>
              <a:avLst/>
              <a:gdLst>
                <a:gd name="textAreaLeft" fmla="*/ 0 w 672120"/>
                <a:gd name="textAreaRight" fmla="*/ 672480 w 672120"/>
                <a:gd name="textAreaTop" fmla="*/ 0 h 780120"/>
                <a:gd name="textAreaBottom" fmla="*/ 780480 h 780120"/>
              </a:gdLst>
              <a:ahLst/>
              <a:rect l="textAreaLeft" t="textAreaTop" r="textAreaRight" b="textAreaBottom"/>
              <a:pathLst>
                <a:path w="672464" h="780414">
                  <a:moveTo>
                    <a:pt x="337312" y="188645"/>
                  </a:moveTo>
                  <a:lnTo>
                    <a:pt x="65519" y="0"/>
                  </a:lnTo>
                  <a:lnTo>
                    <a:pt x="0" y="94322"/>
                  </a:lnTo>
                  <a:lnTo>
                    <a:pt x="136080" y="188645"/>
                  </a:lnTo>
                  <a:lnTo>
                    <a:pt x="272161" y="282956"/>
                  </a:lnTo>
                  <a:lnTo>
                    <a:pt x="337312" y="188645"/>
                  </a:lnTo>
                  <a:close/>
                </a:path>
                <a:path w="672464" h="780414">
                  <a:moveTo>
                    <a:pt x="672122" y="737997"/>
                  </a:moveTo>
                  <a:lnTo>
                    <a:pt x="550799" y="430199"/>
                  </a:lnTo>
                  <a:lnTo>
                    <a:pt x="443877" y="472325"/>
                  </a:lnTo>
                  <a:lnTo>
                    <a:pt x="504723" y="626033"/>
                  </a:lnTo>
                  <a:lnTo>
                    <a:pt x="565200" y="780122"/>
                  </a:lnTo>
                  <a:lnTo>
                    <a:pt x="672122" y="737997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2" name="object 6"/>
            <p:cNvSpPr/>
            <p:nvPr/>
          </p:nvSpPr>
          <p:spPr>
            <a:xfrm>
              <a:off x="407160" y="1136880"/>
              <a:ext cx="2142720" cy="1483560"/>
            </a:xfrm>
            <a:custGeom>
              <a:avLst/>
              <a:gdLst>
                <a:gd name="textAreaLeft" fmla="*/ 0 w 2142720"/>
                <a:gd name="textAreaRight" fmla="*/ 2143080 w 2142720"/>
                <a:gd name="textAreaTop" fmla="*/ 0 h 1483560"/>
                <a:gd name="textAreaBottom" fmla="*/ 1483920 h 1483560"/>
              </a:gdLst>
              <a:ahLst/>
              <a:rect l="textAreaLeft" t="textAreaTop" r="textAreaRight" b="textAreaBottom"/>
              <a:pathLst>
                <a:path w="2143125" h="1483995">
                  <a:moveTo>
                    <a:pt x="281152" y="64795"/>
                  </a:moveTo>
                  <a:lnTo>
                    <a:pt x="186118" y="0"/>
                  </a:lnTo>
                  <a:lnTo>
                    <a:pt x="93243" y="136804"/>
                  </a:lnTo>
                  <a:lnTo>
                    <a:pt x="0" y="273596"/>
                  </a:lnTo>
                  <a:lnTo>
                    <a:pt x="95034" y="338404"/>
                  </a:lnTo>
                  <a:lnTo>
                    <a:pt x="281152" y="64795"/>
                  </a:lnTo>
                  <a:close/>
                </a:path>
                <a:path w="2143125" h="1483995">
                  <a:moveTo>
                    <a:pt x="2143074" y="1222197"/>
                  </a:moveTo>
                  <a:lnTo>
                    <a:pt x="2059914" y="1157757"/>
                  </a:lnTo>
                  <a:lnTo>
                    <a:pt x="1958759" y="1288440"/>
                  </a:lnTo>
                  <a:lnTo>
                    <a:pt x="1857235" y="1419479"/>
                  </a:lnTo>
                  <a:lnTo>
                    <a:pt x="1940394" y="1483563"/>
                  </a:lnTo>
                  <a:lnTo>
                    <a:pt x="2143074" y="1222197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13" name="object 7"/>
          <p:cNvSpPr/>
          <p:nvPr/>
        </p:nvSpPr>
        <p:spPr>
          <a:xfrm>
            <a:off x="3546360" y="749520"/>
            <a:ext cx="2791080" cy="2463480"/>
          </a:xfrm>
          <a:custGeom>
            <a:avLst/>
            <a:gdLst>
              <a:gd name="textAreaLeft" fmla="*/ 0 w 2791080"/>
              <a:gd name="textAreaRight" fmla="*/ 2791440 w 2791080"/>
              <a:gd name="textAreaTop" fmla="*/ 0 h 2463480"/>
              <a:gd name="textAreaBottom" fmla="*/ 2463840 h 2463480"/>
            </a:gdLst>
            <a:ahLst/>
            <a:rect l="textAreaLeft" t="textAreaTop" r="textAreaRight" b="textAreaBottom"/>
            <a:pathLst>
              <a:path w="2791460" h="2463800">
                <a:moveTo>
                  <a:pt x="1604164" y="2451100"/>
                </a:moveTo>
                <a:lnTo>
                  <a:pt x="1187281" y="2451100"/>
                </a:lnTo>
                <a:lnTo>
                  <a:pt x="1238993" y="2463800"/>
                </a:lnTo>
                <a:lnTo>
                  <a:pt x="1552446" y="2463800"/>
                </a:lnTo>
                <a:lnTo>
                  <a:pt x="1604164" y="2451100"/>
                </a:lnTo>
                <a:close/>
              </a:path>
              <a:path w="2791460" h="2463800">
                <a:moveTo>
                  <a:pt x="1604156" y="12700"/>
                </a:moveTo>
                <a:lnTo>
                  <a:pt x="1187272" y="12700"/>
                </a:lnTo>
                <a:lnTo>
                  <a:pt x="837858" y="101600"/>
                </a:lnTo>
                <a:lnTo>
                  <a:pt x="743611" y="152400"/>
                </a:lnTo>
                <a:lnTo>
                  <a:pt x="697674" y="165100"/>
                </a:lnTo>
                <a:lnTo>
                  <a:pt x="652794" y="190500"/>
                </a:lnTo>
                <a:lnTo>
                  <a:pt x="609055" y="215900"/>
                </a:lnTo>
                <a:lnTo>
                  <a:pt x="566493" y="241300"/>
                </a:lnTo>
                <a:lnTo>
                  <a:pt x="525146" y="279400"/>
                </a:lnTo>
                <a:lnTo>
                  <a:pt x="485053" y="304800"/>
                </a:lnTo>
                <a:lnTo>
                  <a:pt x="446251" y="330200"/>
                </a:lnTo>
                <a:lnTo>
                  <a:pt x="408778" y="368300"/>
                </a:lnTo>
                <a:lnTo>
                  <a:pt x="372671" y="393700"/>
                </a:lnTo>
                <a:lnTo>
                  <a:pt x="337968" y="431800"/>
                </a:lnTo>
                <a:lnTo>
                  <a:pt x="304708" y="469900"/>
                </a:lnTo>
                <a:lnTo>
                  <a:pt x="272927" y="508000"/>
                </a:lnTo>
                <a:lnTo>
                  <a:pt x="242664" y="546100"/>
                </a:lnTo>
                <a:lnTo>
                  <a:pt x="213956" y="584200"/>
                </a:lnTo>
                <a:lnTo>
                  <a:pt x="159627" y="660400"/>
                </a:lnTo>
                <a:lnTo>
                  <a:pt x="134488" y="711200"/>
                </a:lnTo>
                <a:lnTo>
                  <a:pt x="111442" y="749300"/>
                </a:lnTo>
                <a:lnTo>
                  <a:pt x="90506" y="800100"/>
                </a:lnTo>
                <a:lnTo>
                  <a:pt x="71700" y="850900"/>
                </a:lnTo>
                <a:lnTo>
                  <a:pt x="55039" y="889000"/>
                </a:lnTo>
                <a:lnTo>
                  <a:pt x="40543" y="939800"/>
                </a:lnTo>
                <a:lnTo>
                  <a:pt x="28229" y="990600"/>
                </a:lnTo>
                <a:lnTo>
                  <a:pt x="18113" y="1041400"/>
                </a:lnTo>
                <a:lnTo>
                  <a:pt x="10215" y="1092200"/>
                </a:lnTo>
                <a:lnTo>
                  <a:pt x="4552" y="1143000"/>
                </a:lnTo>
                <a:lnTo>
                  <a:pt x="1140" y="1193800"/>
                </a:lnTo>
                <a:lnTo>
                  <a:pt x="0" y="1231900"/>
                </a:lnTo>
                <a:lnTo>
                  <a:pt x="1140" y="1282700"/>
                </a:lnTo>
                <a:lnTo>
                  <a:pt x="4552" y="1333500"/>
                </a:lnTo>
                <a:lnTo>
                  <a:pt x="10215" y="1384300"/>
                </a:lnTo>
                <a:lnTo>
                  <a:pt x="18113" y="1435100"/>
                </a:lnTo>
                <a:lnTo>
                  <a:pt x="28229" y="1485900"/>
                </a:lnTo>
                <a:lnTo>
                  <a:pt x="40543" y="1536700"/>
                </a:lnTo>
                <a:lnTo>
                  <a:pt x="55039" y="1574800"/>
                </a:lnTo>
                <a:lnTo>
                  <a:pt x="71700" y="1625600"/>
                </a:lnTo>
                <a:lnTo>
                  <a:pt x="90506" y="1676400"/>
                </a:lnTo>
                <a:lnTo>
                  <a:pt x="111442" y="1714500"/>
                </a:lnTo>
                <a:lnTo>
                  <a:pt x="134488" y="1765300"/>
                </a:lnTo>
                <a:lnTo>
                  <a:pt x="159627" y="1816100"/>
                </a:lnTo>
                <a:lnTo>
                  <a:pt x="213957" y="1892300"/>
                </a:lnTo>
                <a:lnTo>
                  <a:pt x="242665" y="1930400"/>
                </a:lnTo>
                <a:lnTo>
                  <a:pt x="272931" y="1968500"/>
                </a:lnTo>
                <a:lnTo>
                  <a:pt x="304716" y="2006600"/>
                </a:lnTo>
                <a:lnTo>
                  <a:pt x="337985" y="2044700"/>
                </a:lnTo>
                <a:lnTo>
                  <a:pt x="372700" y="2070100"/>
                </a:lnTo>
                <a:lnTo>
                  <a:pt x="408824" y="2108200"/>
                </a:lnTo>
                <a:lnTo>
                  <a:pt x="446320" y="2146300"/>
                </a:lnTo>
                <a:lnTo>
                  <a:pt x="485151" y="2171700"/>
                </a:lnTo>
                <a:lnTo>
                  <a:pt x="525281" y="2197100"/>
                </a:lnTo>
                <a:lnTo>
                  <a:pt x="566671" y="2235200"/>
                </a:lnTo>
                <a:lnTo>
                  <a:pt x="609287" y="2260600"/>
                </a:lnTo>
                <a:lnTo>
                  <a:pt x="653089" y="2286000"/>
                </a:lnTo>
                <a:lnTo>
                  <a:pt x="698042" y="2298700"/>
                </a:lnTo>
                <a:lnTo>
                  <a:pt x="790588" y="2349500"/>
                </a:lnTo>
                <a:lnTo>
                  <a:pt x="838037" y="2362200"/>
                </a:lnTo>
                <a:lnTo>
                  <a:pt x="886200" y="2387600"/>
                </a:lnTo>
                <a:lnTo>
                  <a:pt x="1135920" y="2451100"/>
                </a:lnTo>
                <a:lnTo>
                  <a:pt x="1655534" y="2451100"/>
                </a:lnTo>
                <a:lnTo>
                  <a:pt x="1905373" y="2387600"/>
                </a:lnTo>
                <a:lnTo>
                  <a:pt x="1953581" y="2362200"/>
                </a:lnTo>
                <a:lnTo>
                  <a:pt x="1292732" y="2362200"/>
                </a:lnTo>
                <a:lnTo>
                  <a:pt x="1241601" y="2349500"/>
                </a:lnTo>
                <a:lnTo>
                  <a:pt x="1190789" y="2349500"/>
                </a:lnTo>
                <a:lnTo>
                  <a:pt x="1140358" y="2336800"/>
                </a:lnTo>
                <a:lnTo>
                  <a:pt x="1090367" y="2336800"/>
                </a:lnTo>
                <a:lnTo>
                  <a:pt x="991945" y="2311400"/>
                </a:lnTo>
                <a:lnTo>
                  <a:pt x="943635" y="2286000"/>
                </a:lnTo>
                <a:lnTo>
                  <a:pt x="849115" y="2260600"/>
                </a:lnTo>
                <a:lnTo>
                  <a:pt x="803025" y="2235200"/>
                </a:lnTo>
                <a:lnTo>
                  <a:pt x="757796" y="2209800"/>
                </a:lnTo>
                <a:lnTo>
                  <a:pt x="713690" y="2184400"/>
                </a:lnTo>
                <a:lnTo>
                  <a:pt x="670792" y="2159000"/>
                </a:lnTo>
                <a:lnTo>
                  <a:pt x="629145" y="2133600"/>
                </a:lnTo>
                <a:lnTo>
                  <a:pt x="588794" y="2108200"/>
                </a:lnTo>
                <a:lnTo>
                  <a:pt x="549782" y="2082800"/>
                </a:lnTo>
                <a:lnTo>
                  <a:pt x="512155" y="2044700"/>
                </a:lnTo>
                <a:lnTo>
                  <a:pt x="475956" y="2019300"/>
                </a:lnTo>
                <a:lnTo>
                  <a:pt x="441229" y="1981200"/>
                </a:lnTo>
                <a:lnTo>
                  <a:pt x="408020" y="1955800"/>
                </a:lnTo>
                <a:lnTo>
                  <a:pt x="376372" y="1917700"/>
                </a:lnTo>
                <a:lnTo>
                  <a:pt x="346329" y="1879600"/>
                </a:lnTo>
                <a:lnTo>
                  <a:pt x="317935" y="1841500"/>
                </a:lnTo>
                <a:lnTo>
                  <a:pt x="291236" y="1803400"/>
                </a:lnTo>
                <a:lnTo>
                  <a:pt x="264351" y="1752600"/>
                </a:lnTo>
                <a:lnTo>
                  <a:pt x="239694" y="1714500"/>
                </a:lnTo>
                <a:lnTo>
                  <a:pt x="217284" y="1663700"/>
                </a:lnTo>
                <a:lnTo>
                  <a:pt x="197143" y="1625600"/>
                </a:lnTo>
                <a:lnTo>
                  <a:pt x="179292" y="1574800"/>
                </a:lnTo>
                <a:lnTo>
                  <a:pt x="163753" y="1524000"/>
                </a:lnTo>
                <a:lnTo>
                  <a:pt x="150547" y="1485900"/>
                </a:lnTo>
                <a:lnTo>
                  <a:pt x="139694" y="1435100"/>
                </a:lnTo>
                <a:lnTo>
                  <a:pt x="131216" y="1384300"/>
                </a:lnTo>
                <a:lnTo>
                  <a:pt x="125134" y="1333500"/>
                </a:lnTo>
                <a:lnTo>
                  <a:pt x="121469" y="1282700"/>
                </a:lnTo>
                <a:lnTo>
                  <a:pt x="120243" y="1231900"/>
                </a:lnTo>
                <a:lnTo>
                  <a:pt x="121469" y="1193800"/>
                </a:lnTo>
                <a:lnTo>
                  <a:pt x="125134" y="1143000"/>
                </a:lnTo>
                <a:lnTo>
                  <a:pt x="131216" y="1092200"/>
                </a:lnTo>
                <a:lnTo>
                  <a:pt x="139694" y="1041400"/>
                </a:lnTo>
                <a:lnTo>
                  <a:pt x="150547" y="990600"/>
                </a:lnTo>
                <a:lnTo>
                  <a:pt x="163753" y="939800"/>
                </a:lnTo>
                <a:lnTo>
                  <a:pt x="179292" y="901700"/>
                </a:lnTo>
                <a:lnTo>
                  <a:pt x="197143" y="850900"/>
                </a:lnTo>
                <a:lnTo>
                  <a:pt x="217284" y="800100"/>
                </a:lnTo>
                <a:lnTo>
                  <a:pt x="239694" y="762000"/>
                </a:lnTo>
                <a:lnTo>
                  <a:pt x="264351" y="711200"/>
                </a:lnTo>
                <a:lnTo>
                  <a:pt x="317935" y="635000"/>
                </a:lnTo>
                <a:lnTo>
                  <a:pt x="346329" y="596900"/>
                </a:lnTo>
                <a:lnTo>
                  <a:pt x="376372" y="558800"/>
                </a:lnTo>
                <a:lnTo>
                  <a:pt x="408020" y="520700"/>
                </a:lnTo>
                <a:lnTo>
                  <a:pt x="441229" y="495300"/>
                </a:lnTo>
                <a:lnTo>
                  <a:pt x="475956" y="457200"/>
                </a:lnTo>
                <a:lnTo>
                  <a:pt x="512155" y="419100"/>
                </a:lnTo>
                <a:lnTo>
                  <a:pt x="549782" y="393700"/>
                </a:lnTo>
                <a:lnTo>
                  <a:pt x="588794" y="368300"/>
                </a:lnTo>
                <a:lnTo>
                  <a:pt x="629145" y="342900"/>
                </a:lnTo>
                <a:lnTo>
                  <a:pt x="670792" y="304800"/>
                </a:lnTo>
                <a:lnTo>
                  <a:pt x="713690" y="279400"/>
                </a:lnTo>
                <a:lnTo>
                  <a:pt x="757796" y="266700"/>
                </a:lnTo>
                <a:lnTo>
                  <a:pt x="803025" y="241300"/>
                </a:lnTo>
                <a:lnTo>
                  <a:pt x="849115" y="215900"/>
                </a:lnTo>
                <a:lnTo>
                  <a:pt x="896005" y="203200"/>
                </a:lnTo>
                <a:lnTo>
                  <a:pt x="943635" y="177800"/>
                </a:lnTo>
                <a:lnTo>
                  <a:pt x="1090367" y="139700"/>
                </a:lnTo>
                <a:lnTo>
                  <a:pt x="1140358" y="139700"/>
                </a:lnTo>
                <a:lnTo>
                  <a:pt x="1241601" y="114300"/>
                </a:lnTo>
                <a:lnTo>
                  <a:pt x="1977133" y="114300"/>
                </a:lnTo>
                <a:lnTo>
                  <a:pt x="1953408" y="101600"/>
                </a:lnTo>
                <a:lnTo>
                  <a:pt x="1604156" y="12700"/>
                </a:lnTo>
                <a:close/>
              </a:path>
              <a:path w="2791460" h="2463800">
                <a:moveTo>
                  <a:pt x="1977133" y="114300"/>
                </a:moveTo>
                <a:lnTo>
                  <a:pt x="1549838" y="114300"/>
                </a:lnTo>
                <a:lnTo>
                  <a:pt x="1651081" y="139700"/>
                </a:lnTo>
                <a:lnTo>
                  <a:pt x="1701072" y="139700"/>
                </a:lnTo>
                <a:lnTo>
                  <a:pt x="1847801" y="177800"/>
                </a:lnTo>
                <a:lnTo>
                  <a:pt x="1895431" y="203200"/>
                </a:lnTo>
                <a:lnTo>
                  <a:pt x="1942320" y="215900"/>
                </a:lnTo>
                <a:lnTo>
                  <a:pt x="1988409" y="241300"/>
                </a:lnTo>
                <a:lnTo>
                  <a:pt x="2033638" y="266700"/>
                </a:lnTo>
                <a:lnTo>
                  <a:pt x="2077743" y="279400"/>
                </a:lnTo>
                <a:lnTo>
                  <a:pt x="2120642" y="304800"/>
                </a:lnTo>
                <a:lnTo>
                  <a:pt x="2162289" y="342900"/>
                </a:lnTo>
                <a:lnTo>
                  <a:pt x="2202640" y="368300"/>
                </a:lnTo>
                <a:lnTo>
                  <a:pt x="2241651" y="393700"/>
                </a:lnTo>
                <a:lnTo>
                  <a:pt x="2279279" y="419100"/>
                </a:lnTo>
                <a:lnTo>
                  <a:pt x="2315478" y="457200"/>
                </a:lnTo>
                <a:lnTo>
                  <a:pt x="2350204" y="495300"/>
                </a:lnTo>
                <a:lnTo>
                  <a:pt x="2383414" y="520700"/>
                </a:lnTo>
                <a:lnTo>
                  <a:pt x="2415062" y="558800"/>
                </a:lnTo>
                <a:lnTo>
                  <a:pt x="2445105" y="596900"/>
                </a:lnTo>
                <a:lnTo>
                  <a:pt x="2473498" y="635000"/>
                </a:lnTo>
                <a:lnTo>
                  <a:pt x="2527082" y="711200"/>
                </a:lnTo>
                <a:lnTo>
                  <a:pt x="2551741" y="762000"/>
                </a:lnTo>
                <a:lnTo>
                  <a:pt x="2574152" y="800100"/>
                </a:lnTo>
                <a:lnTo>
                  <a:pt x="2594294" y="850900"/>
                </a:lnTo>
                <a:lnTo>
                  <a:pt x="2612146" y="901700"/>
                </a:lnTo>
                <a:lnTo>
                  <a:pt x="2627687" y="939800"/>
                </a:lnTo>
                <a:lnTo>
                  <a:pt x="2640895" y="990600"/>
                </a:lnTo>
                <a:lnTo>
                  <a:pt x="2651749" y="1041400"/>
                </a:lnTo>
                <a:lnTo>
                  <a:pt x="2660228" y="1092200"/>
                </a:lnTo>
                <a:lnTo>
                  <a:pt x="2666311" y="1143000"/>
                </a:lnTo>
                <a:lnTo>
                  <a:pt x="2669977" y="1193800"/>
                </a:lnTo>
                <a:lnTo>
                  <a:pt x="2671203" y="1231900"/>
                </a:lnTo>
                <a:lnTo>
                  <a:pt x="2669977" y="1282700"/>
                </a:lnTo>
                <a:lnTo>
                  <a:pt x="2666311" y="1333500"/>
                </a:lnTo>
                <a:lnTo>
                  <a:pt x="2660228" y="1384300"/>
                </a:lnTo>
                <a:lnTo>
                  <a:pt x="2651749" y="1435100"/>
                </a:lnTo>
                <a:lnTo>
                  <a:pt x="2640895" y="1485900"/>
                </a:lnTo>
                <a:lnTo>
                  <a:pt x="2627687" y="1524000"/>
                </a:lnTo>
                <a:lnTo>
                  <a:pt x="2612146" y="1574800"/>
                </a:lnTo>
                <a:lnTo>
                  <a:pt x="2594294" y="1625600"/>
                </a:lnTo>
                <a:lnTo>
                  <a:pt x="2574152" y="1663700"/>
                </a:lnTo>
                <a:lnTo>
                  <a:pt x="2551741" y="1714500"/>
                </a:lnTo>
                <a:lnTo>
                  <a:pt x="2527082" y="1752600"/>
                </a:lnTo>
                <a:lnTo>
                  <a:pt x="2500198" y="1803400"/>
                </a:lnTo>
                <a:lnTo>
                  <a:pt x="2473498" y="1841500"/>
                </a:lnTo>
                <a:lnTo>
                  <a:pt x="2445105" y="1879600"/>
                </a:lnTo>
                <a:lnTo>
                  <a:pt x="2415062" y="1917700"/>
                </a:lnTo>
                <a:lnTo>
                  <a:pt x="2383414" y="1955800"/>
                </a:lnTo>
                <a:lnTo>
                  <a:pt x="2350204" y="1981200"/>
                </a:lnTo>
                <a:lnTo>
                  <a:pt x="2315478" y="2019300"/>
                </a:lnTo>
                <a:lnTo>
                  <a:pt x="2279279" y="2044700"/>
                </a:lnTo>
                <a:lnTo>
                  <a:pt x="2241651" y="2082800"/>
                </a:lnTo>
                <a:lnTo>
                  <a:pt x="2202640" y="2108200"/>
                </a:lnTo>
                <a:lnTo>
                  <a:pt x="2162289" y="2133600"/>
                </a:lnTo>
                <a:lnTo>
                  <a:pt x="2120642" y="2159000"/>
                </a:lnTo>
                <a:lnTo>
                  <a:pt x="2077743" y="2184400"/>
                </a:lnTo>
                <a:lnTo>
                  <a:pt x="2033638" y="2209800"/>
                </a:lnTo>
                <a:lnTo>
                  <a:pt x="1988409" y="2235200"/>
                </a:lnTo>
                <a:lnTo>
                  <a:pt x="1942320" y="2260600"/>
                </a:lnTo>
                <a:lnTo>
                  <a:pt x="1847801" y="2286000"/>
                </a:lnTo>
                <a:lnTo>
                  <a:pt x="1799492" y="2311400"/>
                </a:lnTo>
                <a:lnTo>
                  <a:pt x="1701072" y="2336800"/>
                </a:lnTo>
                <a:lnTo>
                  <a:pt x="1651081" y="2336800"/>
                </a:lnTo>
                <a:lnTo>
                  <a:pt x="1600650" y="2349500"/>
                </a:lnTo>
                <a:lnTo>
                  <a:pt x="1549838" y="2349500"/>
                </a:lnTo>
                <a:lnTo>
                  <a:pt x="1498705" y="2362200"/>
                </a:lnTo>
                <a:lnTo>
                  <a:pt x="1953581" y="2362200"/>
                </a:lnTo>
                <a:lnTo>
                  <a:pt x="2001082" y="2349500"/>
                </a:lnTo>
                <a:lnTo>
                  <a:pt x="2093760" y="2298700"/>
                </a:lnTo>
                <a:lnTo>
                  <a:pt x="2138639" y="2286000"/>
                </a:lnTo>
                <a:lnTo>
                  <a:pt x="2182379" y="2260600"/>
                </a:lnTo>
                <a:lnTo>
                  <a:pt x="2224941" y="2235200"/>
                </a:lnTo>
                <a:lnTo>
                  <a:pt x="2266288" y="2197100"/>
                </a:lnTo>
                <a:lnTo>
                  <a:pt x="2306381" y="2171700"/>
                </a:lnTo>
                <a:lnTo>
                  <a:pt x="2345184" y="2146300"/>
                </a:lnTo>
                <a:lnTo>
                  <a:pt x="2382658" y="2108200"/>
                </a:lnTo>
                <a:lnTo>
                  <a:pt x="2418765" y="2070100"/>
                </a:lnTo>
                <a:lnTo>
                  <a:pt x="2453469" y="2044700"/>
                </a:lnTo>
                <a:lnTo>
                  <a:pt x="2486731" y="2006600"/>
                </a:lnTo>
                <a:lnTo>
                  <a:pt x="2518513" y="1968500"/>
                </a:lnTo>
                <a:lnTo>
                  <a:pt x="2548778" y="1930400"/>
                </a:lnTo>
                <a:lnTo>
                  <a:pt x="2577487" y="1892300"/>
                </a:lnTo>
                <a:lnTo>
                  <a:pt x="2631817" y="1816100"/>
                </a:lnTo>
                <a:lnTo>
                  <a:pt x="2656954" y="1765300"/>
                </a:lnTo>
                <a:lnTo>
                  <a:pt x="2679998" y="1714500"/>
                </a:lnTo>
                <a:lnTo>
                  <a:pt x="2700931" y="1676400"/>
                </a:lnTo>
                <a:lnTo>
                  <a:pt x="2719737" y="1625600"/>
                </a:lnTo>
                <a:lnTo>
                  <a:pt x="2736396" y="1574800"/>
                </a:lnTo>
                <a:lnTo>
                  <a:pt x="2750892" y="1536700"/>
                </a:lnTo>
                <a:lnTo>
                  <a:pt x="2763206" y="1485900"/>
                </a:lnTo>
                <a:lnTo>
                  <a:pt x="2773321" y="1435100"/>
                </a:lnTo>
                <a:lnTo>
                  <a:pt x="2781219" y="1384300"/>
                </a:lnTo>
                <a:lnTo>
                  <a:pt x="2786882" y="1333500"/>
                </a:lnTo>
                <a:lnTo>
                  <a:pt x="2790293" y="1282700"/>
                </a:lnTo>
                <a:lnTo>
                  <a:pt x="2791434" y="1231900"/>
                </a:lnTo>
                <a:lnTo>
                  <a:pt x="2790293" y="1181100"/>
                </a:lnTo>
                <a:lnTo>
                  <a:pt x="2786882" y="1143000"/>
                </a:lnTo>
                <a:lnTo>
                  <a:pt x="2781219" y="1092200"/>
                </a:lnTo>
                <a:lnTo>
                  <a:pt x="2773321" y="1041400"/>
                </a:lnTo>
                <a:lnTo>
                  <a:pt x="2763206" y="990600"/>
                </a:lnTo>
                <a:lnTo>
                  <a:pt x="2750892" y="939800"/>
                </a:lnTo>
                <a:lnTo>
                  <a:pt x="2736396" y="889000"/>
                </a:lnTo>
                <a:lnTo>
                  <a:pt x="2719737" y="850900"/>
                </a:lnTo>
                <a:lnTo>
                  <a:pt x="2700931" y="800100"/>
                </a:lnTo>
                <a:lnTo>
                  <a:pt x="2679998" y="749300"/>
                </a:lnTo>
                <a:lnTo>
                  <a:pt x="2656954" y="711200"/>
                </a:lnTo>
                <a:lnTo>
                  <a:pt x="2631817" y="660400"/>
                </a:lnTo>
                <a:lnTo>
                  <a:pt x="2577487" y="584200"/>
                </a:lnTo>
                <a:lnTo>
                  <a:pt x="2548777" y="546100"/>
                </a:lnTo>
                <a:lnTo>
                  <a:pt x="2518509" y="508000"/>
                </a:lnTo>
                <a:lnTo>
                  <a:pt x="2486722" y="469900"/>
                </a:lnTo>
                <a:lnTo>
                  <a:pt x="2453453" y="431800"/>
                </a:lnTo>
                <a:lnTo>
                  <a:pt x="2418737" y="393700"/>
                </a:lnTo>
                <a:lnTo>
                  <a:pt x="2382613" y="368300"/>
                </a:lnTo>
                <a:lnTo>
                  <a:pt x="2345117" y="330200"/>
                </a:lnTo>
                <a:lnTo>
                  <a:pt x="2306287" y="304800"/>
                </a:lnTo>
                <a:lnTo>
                  <a:pt x="2266158" y="279400"/>
                </a:lnTo>
                <a:lnTo>
                  <a:pt x="2224768" y="241300"/>
                </a:lnTo>
                <a:lnTo>
                  <a:pt x="2182155" y="215900"/>
                </a:lnTo>
                <a:lnTo>
                  <a:pt x="2138354" y="190500"/>
                </a:lnTo>
                <a:lnTo>
                  <a:pt x="2093404" y="165100"/>
                </a:lnTo>
                <a:lnTo>
                  <a:pt x="2047540" y="152400"/>
                </a:lnTo>
                <a:lnTo>
                  <a:pt x="1977133" y="114300"/>
                </a:lnTo>
                <a:close/>
              </a:path>
              <a:path w="2791460" h="2463800">
                <a:moveTo>
                  <a:pt x="1448171" y="0"/>
                </a:moveTo>
                <a:lnTo>
                  <a:pt x="1343263" y="0"/>
                </a:lnTo>
                <a:lnTo>
                  <a:pt x="1291003" y="12700"/>
                </a:lnTo>
                <a:lnTo>
                  <a:pt x="1500430" y="12700"/>
                </a:lnTo>
                <a:lnTo>
                  <a:pt x="1448171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object 8"/>
          <p:cNvSpPr/>
          <p:nvPr/>
        </p:nvSpPr>
        <p:spPr>
          <a:xfrm>
            <a:off x="4568400" y="1818720"/>
            <a:ext cx="7477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Strain2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15" name="object 9"/>
          <p:cNvGrpSpPr/>
          <p:nvPr/>
        </p:nvGrpSpPr>
        <p:grpSpPr>
          <a:xfrm>
            <a:off x="3688920" y="747360"/>
            <a:ext cx="6080040" cy="4543920"/>
            <a:chOff x="3688920" y="747360"/>
            <a:chExt cx="6080040" cy="4543920"/>
          </a:xfrm>
        </p:grpSpPr>
        <p:sp>
          <p:nvSpPr>
            <p:cNvPr id="116" name="object 10"/>
            <p:cNvSpPr/>
            <p:nvPr/>
          </p:nvSpPr>
          <p:spPr>
            <a:xfrm>
              <a:off x="5584320" y="906480"/>
              <a:ext cx="728640" cy="853560"/>
            </a:xfrm>
            <a:custGeom>
              <a:avLst/>
              <a:gdLst>
                <a:gd name="textAreaLeft" fmla="*/ 0 w 728640"/>
                <a:gd name="textAreaRight" fmla="*/ 729000 w 728640"/>
                <a:gd name="textAreaTop" fmla="*/ 0 h 853560"/>
                <a:gd name="textAreaBottom" fmla="*/ 853920 h 853560"/>
              </a:gdLst>
              <a:ahLst/>
              <a:rect l="textAreaLeft" t="textAreaTop" r="textAreaRight" b="textAreaBottom"/>
              <a:pathLst>
                <a:path w="728979" h="854075">
                  <a:moveTo>
                    <a:pt x="337324" y="188645"/>
                  </a:moveTo>
                  <a:lnTo>
                    <a:pt x="65519" y="0"/>
                  </a:lnTo>
                  <a:lnTo>
                    <a:pt x="0" y="94322"/>
                  </a:lnTo>
                  <a:lnTo>
                    <a:pt x="136080" y="188645"/>
                  </a:lnTo>
                  <a:lnTo>
                    <a:pt x="272161" y="282968"/>
                  </a:lnTo>
                  <a:lnTo>
                    <a:pt x="337324" y="188645"/>
                  </a:lnTo>
                  <a:close/>
                </a:path>
                <a:path w="728979" h="854075">
                  <a:moveTo>
                    <a:pt x="728637" y="811441"/>
                  </a:moveTo>
                  <a:lnTo>
                    <a:pt x="607326" y="503643"/>
                  </a:lnTo>
                  <a:lnTo>
                    <a:pt x="500405" y="545769"/>
                  </a:lnTo>
                  <a:lnTo>
                    <a:pt x="561238" y="699490"/>
                  </a:lnTo>
                  <a:lnTo>
                    <a:pt x="621728" y="853567"/>
                  </a:lnTo>
                  <a:lnTo>
                    <a:pt x="728637" y="811441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7" name="object 11"/>
            <p:cNvSpPr/>
            <p:nvPr/>
          </p:nvSpPr>
          <p:spPr>
            <a:xfrm>
              <a:off x="3688920" y="1180440"/>
              <a:ext cx="280800" cy="33804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338040"/>
                <a:gd name="textAreaBottom" fmla="*/ 338400 h 338040"/>
              </a:gdLst>
              <a:ahLst/>
              <a:rect l="textAreaLeft" t="textAreaTop" r="textAreaRight" b="textAreaBottom"/>
              <a:pathLst>
                <a:path w="281304" h="338455">
                  <a:moveTo>
                    <a:pt x="186118" y="0"/>
                  </a:moveTo>
                  <a:lnTo>
                    <a:pt x="93243" y="136804"/>
                  </a:lnTo>
                  <a:lnTo>
                    <a:pt x="0" y="273596"/>
                  </a:lnTo>
                  <a:lnTo>
                    <a:pt x="95046" y="338404"/>
                  </a:lnTo>
                  <a:lnTo>
                    <a:pt x="281165" y="64795"/>
                  </a:lnTo>
                  <a:lnTo>
                    <a:pt x="186118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18" name="object 12"/>
            <p:cNvSpPr/>
            <p:nvPr/>
          </p:nvSpPr>
          <p:spPr>
            <a:xfrm>
              <a:off x="3963960" y="2768400"/>
              <a:ext cx="335520" cy="286560"/>
            </a:xfrm>
            <a:custGeom>
              <a:avLst/>
              <a:gdLst>
                <a:gd name="textAreaLeft" fmla="*/ 0 w 335520"/>
                <a:gd name="textAreaRight" fmla="*/ 335880 w 335520"/>
                <a:gd name="textAreaTop" fmla="*/ 0 h 286560"/>
                <a:gd name="textAreaBottom" fmla="*/ 286920 h 286560"/>
              </a:gdLst>
              <a:ahLst/>
              <a:rect l="textAreaLeft" t="textAreaTop" r="textAreaRight" b="textAreaBottom"/>
              <a:pathLst>
                <a:path w="335914" h="287019">
                  <a:moveTo>
                    <a:pt x="67322" y="0"/>
                  </a:moveTo>
                  <a:lnTo>
                    <a:pt x="0" y="93243"/>
                  </a:lnTo>
                  <a:lnTo>
                    <a:pt x="134277" y="190080"/>
                  </a:lnTo>
                  <a:lnTo>
                    <a:pt x="268198" y="286918"/>
                  </a:lnTo>
                  <a:lnTo>
                    <a:pt x="335521" y="193687"/>
                  </a:lnTo>
                  <a:lnTo>
                    <a:pt x="67322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19" name="object 13"/>
            <p:cNvSpPr/>
            <p:nvPr/>
          </p:nvSpPr>
          <p:spPr>
            <a:xfrm>
              <a:off x="5120280" y="3011760"/>
              <a:ext cx="383040" cy="19260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192600"/>
                <a:gd name="textAreaBottom" fmla="*/ 192960 h 192600"/>
              </a:gdLst>
              <a:ahLst/>
              <a:rect l="textAreaLeft" t="textAreaTop" r="textAreaRight" b="textAreaBottom"/>
              <a:pathLst>
                <a:path w="383539" h="193039">
                  <a:moveTo>
                    <a:pt x="358190" y="0"/>
                  </a:moveTo>
                  <a:lnTo>
                    <a:pt x="0" y="81000"/>
                  </a:lnTo>
                  <a:lnTo>
                    <a:pt x="25196" y="192963"/>
                  </a:lnTo>
                  <a:lnTo>
                    <a:pt x="204469" y="152641"/>
                  </a:lnTo>
                  <a:lnTo>
                    <a:pt x="383400" y="111963"/>
                  </a:lnTo>
                  <a:lnTo>
                    <a:pt x="358190" y="0"/>
                  </a:lnTo>
                  <a:close/>
                </a:path>
              </a:pathLst>
            </a:custGeom>
            <a:solidFill>
              <a:srgbClr val="7702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0" name="object 14"/>
            <p:cNvSpPr/>
            <p:nvPr/>
          </p:nvSpPr>
          <p:spPr>
            <a:xfrm>
              <a:off x="4408920" y="747360"/>
              <a:ext cx="383040" cy="192600"/>
            </a:xfrm>
            <a:custGeom>
              <a:avLst/>
              <a:gdLst>
                <a:gd name="textAreaLeft" fmla="*/ 0 w 383040"/>
                <a:gd name="textAreaRight" fmla="*/ 383400 w 383040"/>
                <a:gd name="textAreaTop" fmla="*/ 0 h 192600"/>
                <a:gd name="textAreaBottom" fmla="*/ 192960 h 192600"/>
              </a:gdLst>
              <a:ahLst/>
              <a:rect l="textAreaLeft" t="textAreaTop" r="textAreaRight" b="textAreaBottom"/>
              <a:pathLst>
                <a:path w="383539" h="193040">
                  <a:moveTo>
                    <a:pt x="358203" y="0"/>
                  </a:moveTo>
                  <a:lnTo>
                    <a:pt x="0" y="81000"/>
                  </a:lnTo>
                  <a:lnTo>
                    <a:pt x="25196" y="192963"/>
                  </a:lnTo>
                  <a:lnTo>
                    <a:pt x="204482" y="152641"/>
                  </a:lnTo>
                  <a:lnTo>
                    <a:pt x="383400" y="111963"/>
                  </a:lnTo>
                  <a:lnTo>
                    <a:pt x="358203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21" name="object 15"/>
            <p:cNvSpPr/>
            <p:nvPr/>
          </p:nvSpPr>
          <p:spPr>
            <a:xfrm>
              <a:off x="5922000" y="2432160"/>
              <a:ext cx="280800" cy="338040"/>
            </a:xfrm>
            <a:custGeom>
              <a:avLst/>
              <a:gdLst>
                <a:gd name="textAreaLeft" fmla="*/ 0 w 280800"/>
                <a:gd name="textAreaRight" fmla="*/ 281160 w 280800"/>
                <a:gd name="textAreaTop" fmla="*/ 0 h 338040"/>
                <a:gd name="textAreaBottom" fmla="*/ 338400 h 338040"/>
              </a:gdLst>
              <a:ahLst/>
              <a:rect l="textAreaLeft" t="textAreaTop" r="textAreaRight" b="textAreaBottom"/>
              <a:pathLst>
                <a:path w="281304" h="338455">
                  <a:moveTo>
                    <a:pt x="186118" y="0"/>
                  </a:moveTo>
                  <a:lnTo>
                    <a:pt x="93243" y="136791"/>
                  </a:lnTo>
                  <a:lnTo>
                    <a:pt x="0" y="273596"/>
                  </a:lnTo>
                  <a:lnTo>
                    <a:pt x="95046" y="338391"/>
                  </a:lnTo>
                  <a:lnTo>
                    <a:pt x="281165" y="64795"/>
                  </a:lnTo>
                  <a:lnTo>
                    <a:pt x="186118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2" name="object 16"/>
            <p:cNvSpPr/>
            <p:nvPr/>
          </p:nvSpPr>
          <p:spPr>
            <a:xfrm>
              <a:off x="6165720" y="2192760"/>
              <a:ext cx="3603240" cy="3098520"/>
            </a:xfrm>
            <a:custGeom>
              <a:avLst/>
              <a:gdLst>
                <a:gd name="textAreaLeft" fmla="*/ 0 w 3603240"/>
                <a:gd name="textAreaRight" fmla="*/ 3603600 w 3603240"/>
                <a:gd name="textAreaTop" fmla="*/ 0 h 3098520"/>
                <a:gd name="textAreaBottom" fmla="*/ 3098880 h 3098520"/>
              </a:gdLst>
              <a:ahLst/>
              <a:rect l="textAreaLeft" t="textAreaTop" r="textAreaRight" b="textAreaBottom"/>
              <a:pathLst>
                <a:path w="3603625" h="3098800">
                  <a:moveTo>
                    <a:pt x="2049642" y="3086100"/>
                  </a:moveTo>
                  <a:lnTo>
                    <a:pt x="1553736" y="3086100"/>
                  </a:lnTo>
                  <a:lnTo>
                    <a:pt x="1602994" y="3098800"/>
                  </a:lnTo>
                  <a:lnTo>
                    <a:pt x="2000417" y="3098800"/>
                  </a:lnTo>
                  <a:lnTo>
                    <a:pt x="2049642" y="3086100"/>
                  </a:lnTo>
                  <a:close/>
                </a:path>
                <a:path w="3603625" h="3098800">
                  <a:moveTo>
                    <a:pt x="2147384" y="3073400"/>
                  </a:moveTo>
                  <a:lnTo>
                    <a:pt x="1455940" y="3073400"/>
                  </a:lnTo>
                  <a:lnTo>
                    <a:pt x="1504708" y="3086100"/>
                  </a:lnTo>
                  <a:lnTo>
                    <a:pt x="2098640" y="3086100"/>
                  </a:lnTo>
                  <a:lnTo>
                    <a:pt x="2147384" y="3073400"/>
                  </a:lnTo>
                  <a:close/>
                </a:path>
                <a:path w="3603625" h="3098800">
                  <a:moveTo>
                    <a:pt x="2195775" y="25400"/>
                  </a:moveTo>
                  <a:lnTo>
                    <a:pt x="1407385" y="25400"/>
                  </a:lnTo>
                  <a:lnTo>
                    <a:pt x="1124059" y="101600"/>
                  </a:lnTo>
                  <a:lnTo>
                    <a:pt x="1078335" y="127000"/>
                  </a:lnTo>
                  <a:lnTo>
                    <a:pt x="1033112" y="139700"/>
                  </a:lnTo>
                  <a:lnTo>
                    <a:pt x="988417" y="165100"/>
                  </a:lnTo>
                  <a:lnTo>
                    <a:pt x="944278" y="177800"/>
                  </a:lnTo>
                  <a:lnTo>
                    <a:pt x="900722" y="203200"/>
                  </a:lnTo>
                  <a:lnTo>
                    <a:pt x="855498" y="228600"/>
                  </a:lnTo>
                  <a:lnTo>
                    <a:pt x="811164" y="254000"/>
                  </a:lnTo>
                  <a:lnTo>
                    <a:pt x="767741" y="279400"/>
                  </a:lnTo>
                  <a:lnTo>
                    <a:pt x="725253" y="304800"/>
                  </a:lnTo>
                  <a:lnTo>
                    <a:pt x="683722" y="330200"/>
                  </a:lnTo>
                  <a:lnTo>
                    <a:pt x="643171" y="355600"/>
                  </a:lnTo>
                  <a:lnTo>
                    <a:pt x="603622" y="393700"/>
                  </a:lnTo>
                  <a:lnTo>
                    <a:pt x="565098" y="419100"/>
                  </a:lnTo>
                  <a:lnTo>
                    <a:pt x="527621" y="444500"/>
                  </a:lnTo>
                  <a:lnTo>
                    <a:pt x="491214" y="482600"/>
                  </a:lnTo>
                  <a:lnTo>
                    <a:pt x="455901" y="520700"/>
                  </a:lnTo>
                  <a:lnTo>
                    <a:pt x="421702" y="546100"/>
                  </a:lnTo>
                  <a:lnTo>
                    <a:pt x="388641" y="584200"/>
                  </a:lnTo>
                  <a:lnTo>
                    <a:pt x="356741" y="622300"/>
                  </a:lnTo>
                  <a:lnTo>
                    <a:pt x="326024" y="660400"/>
                  </a:lnTo>
                  <a:lnTo>
                    <a:pt x="296513" y="698500"/>
                  </a:lnTo>
                  <a:lnTo>
                    <a:pt x="268230" y="736600"/>
                  </a:lnTo>
                  <a:lnTo>
                    <a:pt x="214088" y="812800"/>
                  </a:lnTo>
                  <a:lnTo>
                    <a:pt x="188542" y="850900"/>
                  </a:lnTo>
                  <a:lnTo>
                    <a:pt x="164571" y="901700"/>
                  </a:lnTo>
                  <a:lnTo>
                    <a:pt x="142186" y="939800"/>
                  </a:lnTo>
                  <a:lnTo>
                    <a:pt x="121395" y="990600"/>
                  </a:lnTo>
                  <a:lnTo>
                    <a:pt x="102209" y="1028700"/>
                  </a:lnTo>
                  <a:lnTo>
                    <a:pt x="84639" y="1079500"/>
                  </a:lnTo>
                  <a:lnTo>
                    <a:pt x="68694" y="1117600"/>
                  </a:lnTo>
                  <a:lnTo>
                    <a:pt x="54384" y="1168400"/>
                  </a:lnTo>
                  <a:lnTo>
                    <a:pt x="41721" y="1219200"/>
                  </a:lnTo>
                  <a:lnTo>
                    <a:pt x="30712" y="1257300"/>
                  </a:lnTo>
                  <a:lnTo>
                    <a:pt x="21370" y="1308100"/>
                  </a:lnTo>
                  <a:lnTo>
                    <a:pt x="13704" y="1358900"/>
                  </a:lnTo>
                  <a:lnTo>
                    <a:pt x="7723" y="1409700"/>
                  </a:lnTo>
                  <a:lnTo>
                    <a:pt x="3439" y="1447800"/>
                  </a:lnTo>
                  <a:lnTo>
                    <a:pt x="861" y="1498600"/>
                  </a:lnTo>
                  <a:lnTo>
                    <a:pt x="0" y="1549400"/>
                  </a:lnTo>
                  <a:lnTo>
                    <a:pt x="972" y="1600200"/>
                  </a:lnTo>
                  <a:lnTo>
                    <a:pt x="3881" y="1651000"/>
                  </a:lnTo>
                  <a:lnTo>
                    <a:pt x="8716" y="1701800"/>
                  </a:lnTo>
                  <a:lnTo>
                    <a:pt x="15463" y="1752600"/>
                  </a:lnTo>
                  <a:lnTo>
                    <a:pt x="24110" y="1803400"/>
                  </a:lnTo>
                  <a:lnTo>
                    <a:pt x="34646" y="1854200"/>
                  </a:lnTo>
                  <a:lnTo>
                    <a:pt x="47058" y="1905000"/>
                  </a:lnTo>
                  <a:lnTo>
                    <a:pt x="61334" y="1955800"/>
                  </a:lnTo>
                  <a:lnTo>
                    <a:pt x="77462" y="2006600"/>
                  </a:lnTo>
                  <a:lnTo>
                    <a:pt x="95431" y="2044700"/>
                  </a:lnTo>
                  <a:lnTo>
                    <a:pt x="115226" y="2095500"/>
                  </a:lnTo>
                  <a:lnTo>
                    <a:pt x="136838" y="2146300"/>
                  </a:lnTo>
                  <a:lnTo>
                    <a:pt x="160253" y="2197100"/>
                  </a:lnTo>
                  <a:lnTo>
                    <a:pt x="185459" y="2235200"/>
                  </a:lnTo>
                  <a:lnTo>
                    <a:pt x="212445" y="2286000"/>
                  </a:lnTo>
                  <a:lnTo>
                    <a:pt x="241198" y="2324100"/>
                  </a:lnTo>
                  <a:lnTo>
                    <a:pt x="268230" y="2362200"/>
                  </a:lnTo>
                  <a:lnTo>
                    <a:pt x="296513" y="2400300"/>
                  </a:lnTo>
                  <a:lnTo>
                    <a:pt x="326024" y="2438400"/>
                  </a:lnTo>
                  <a:lnTo>
                    <a:pt x="356741" y="2476500"/>
                  </a:lnTo>
                  <a:lnTo>
                    <a:pt x="388641" y="2514600"/>
                  </a:lnTo>
                  <a:lnTo>
                    <a:pt x="421702" y="2552700"/>
                  </a:lnTo>
                  <a:lnTo>
                    <a:pt x="455901" y="2578100"/>
                  </a:lnTo>
                  <a:lnTo>
                    <a:pt x="491214" y="2616200"/>
                  </a:lnTo>
                  <a:lnTo>
                    <a:pt x="527621" y="2654300"/>
                  </a:lnTo>
                  <a:lnTo>
                    <a:pt x="565098" y="2679700"/>
                  </a:lnTo>
                  <a:lnTo>
                    <a:pt x="603622" y="2705100"/>
                  </a:lnTo>
                  <a:lnTo>
                    <a:pt x="643171" y="2743200"/>
                  </a:lnTo>
                  <a:lnTo>
                    <a:pt x="683722" y="2768600"/>
                  </a:lnTo>
                  <a:lnTo>
                    <a:pt x="725253" y="2794000"/>
                  </a:lnTo>
                  <a:lnTo>
                    <a:pt x="767741" y="2819400"/>
                  </a:lnTo>
                  <a:lnTo>
                    <a:pt x="811164" y="2844800"/>
                  </a:lnTo>
                  <a:lnTo>
                    <a:pt x="855498" y="2870200"/>
                  </a:lnTo>
                  <a:lnTo>
                    <a:pt x="900722" y="2895600"/>
                  </a:lnTo>
                  <a:lnTo>
                    <a:pt x="944278" y="2921000"/>
                  </a:lnTo>
                  <a:lnTo>
                    <a:pt x="988417" y="2933700"/>
                  </a:lnTo>
                  <a:lnTo>
                    <a:pt x="1033113" y="2959100"/>
                  </a:lnTo>
                  <a:lnTo>
                    <a:pt x="1078338" y="2971800"/>
                  </a:lnTo>
                  <a:lnTo>
                    <a:pt x="1124066" y="2997200"/>
                  </a:lnTo>
                  <a:lnTo>
                    <a:pt x="1407456" y="3073400"/>
                  </a:lnTo>
                  <a:lnTo>
                    <a:pt x="2195847" y="3073400"/>
                  </a:lnTo>
                  <a:lnTo>
                    <a:pt x="2479177" y="2997200"/>
                  </a:lnTo>
                  <a:lnTo>
                    <a:pt x="2524902" y="2971800"/>
                  </a:lnTo>
                  <a:lnTo>
                    <a:pt x="1700028" y="2971800"/>
                  </a:lnTo>
                  <a:lnTo>
                    <a:pt x="1649387" y="2959100"/>
                  </a:lnTo>
                  <a:lnTo>
                    <a:pt x="1548769" y="2959100"/>
                  </a:lnTo>
                  <a:lnTo>
                    <a:pt x="1449274" y="2933700"/>
                  </a:lnTo>
                  <a:lnTo>
                    <a:pt x="1400034" y="2933700"/>
                  </a:lnTo>
                  <a:lnTo>
                    <a:pt x="1254773" y="2895600"/>
                  </a:lnTo>
                  <a:lnTo>
                    <a:pt x="1207288" y="2870200"/>
                  </a:lnTo>
                  <a:lnTo>
                    <a:pt x="1113935" y="2844800"/>
                  </a:lnTo>
                  <a:lnTo>
                    <a:pt x="1068136" y="2819400"/>
                  </a:lnTo>
                  <a:lnTo>
                    <a:pt x="1022970" y="2806700"/>
                  </a:lnTo>
                  <a:lnTo>
                    <a:pt x="978471" y="2781300"/>
                  </a:lnTo>
                  <a:lnTo>
                    <a:pt x="932059" y="2755900"/>
                  </a:lnTo>
                  <a:lnTo>
                    <a:pt x="886665" y="2730500"/>
                  </a:lnTo>
                  <a:lnTo>
                    <a:pt x="842322" y="2705100"/>
                  </a:lnTo>
                  <a:lnTo>
                    <a:pt x="799060" y="2679700"/>
                  </a:lnTo>
                  <a:lnTo>
                    <a:pt x="756912" y="2654300"/>
                  </a:lnTo>
                  <a:lnTo>
                    <a:pt x="715909" y="2616200"/>
                  </a:lnTo>
                  <a:lnTo>
                    <a:pt x="676083" y="2590800"/>
                  </a:lnTo>
                  <a:lnTo>
                    <a:pt x="637465" y="2552700"/>
                  </a:lnTo>
                  <a:lnTo>
                    <a:pt x="600087" y="2527300"/>
                  </a:lnTo>
                  <a:lnTo>
                    <a:pt x="563982" y="2489200"/>
                  </a:lnTo>
                  <a:lnTo>
                    <a:pt x="529179" y="2451100"/>
                  </a:lnTo>
                  <a:lnTo>
                    <a:pt x="495712" y="2413000"/>
                  </a:lnTo>
                  <a:lnTo>
                    <a:pt x="463612" y="2374900"/>
                  </a:lnTo>
                  <a:lnTo>
                    <a:pt x="432911" y="2336800"/>
                  </a:lnTo>
                  <a:lnTo>
                    <a:pt x="403640" y="2298700"/>
                  </a:lnTo>
                  <a:lnTo>
                    <a:pt x="375831" y="2260600"/>
                  </a:lnTo>
                  <a:lnTo>
                    <a:pt x="347806" y="2222500"/>
                  </a:lnTo>
                  <a:lnTo>
                    <a:pt x="321628" y="2171700"/>
                  </a:lnTo>
                  <a:lnTo>
                    <a:pt x="297309" y="2133600"/>
                  </a:lnTo>
                  <a:lnTo>
                    <a:pt x="274862" y="2082800"/>
                  </a:lnTo>
                  <a:lnTo>
                    <a:pt x="254300" y="2032000"/>
                  </a:lnTo>
                  <a:lnTo>
                    <a:pt x="235635" y="1993900"/>
                  </a:lnTo>
                  <a:lnTo>
                    <a:pt x="218881" y="1943100"/>
                  </a:lnTo>
                  <a:lnTo>
                    <a:pt x="204050" y="1892300"/>
                  </a:lnTo>
                  <a:lnTo>
                    <a:pt x="191155" y="1841500"/>
                  </a:lnTo>
                  <a:lnTo>
                    <a:pt x="180208" y="1790700"/>
                  </a:lnTo>
                  <a:lnTo>
                    <a:pt x="171223" y="1752600"/>
                  </a:lnTo>
                  <a:lnTo>
                    <a:pt x="164213" y="1701800"/>
                  </a:lnTo>
                  <a:lnTo>
                    <a:pt x="159189" y="1651000"/>
                  </a:lnTo>
                  <a:lnTo>
                    <a:pt x="156166" y="1600200"/>
                  </a:lnTo>
                  <a:lnTo>
                    <a:pt x="155155" y="1549400"/>
                  </a:lnTo>
                  <a:lnTo>
                    <a:pt x="156166" y="1498600"/>
                  </a:lnTo>
                  <a:lnTo>
                    <a:pt x="159189" y="1447800"/>
                  </a:lnTo>
                  <a:lnTo>
                    <a:pt x="164213" y="1397000"/>
                  </a:lnTo>
                  <a:lnTo>
                    <a:pt x="171223" y="1346200"/>
                  </a:lnTo>
                  <a:lnTo>
                    <a:pt x="180208" y="1308100"/>
                  </a:lnTo>
                  <a:lnTo>
                    <a:pt x="191155" y="1257300"/>
                  </a:lnTo>
                  <a:lnTo>
                    <a:pt x="204050" y="1206500"/>
                  </a:lnTo>
                  <a:lnTo>
                    <a:pt x="218881" y="1155700"/>
                  </a:lnTo>
                  <a:lnTo>
                    <a:pt x="235635" y="1104900"/>
                  </a:lnTo>
                  <a:lnTo>
                    <a:pt x="254300" y="1066800"/>
                  </a:lnTo>
                  <a:lnTo>
                    <a:pt x="274862" y="1016000"/>
                  </a:lnTo>
                  <a:lnTo>
                    <a:pt x="297309" y="965200"/>
                  </a:lnTo>
                  <a:lnTo>
                    <a:pt x="321628" y="927100"/>
                  </a:lnTo>
                  <a:lnTo>
                    <a:pt x="347806" y="876300"/>
                  </a:lnTo>
                  <a:lnTo>
                    <a:pt x="375831" y="838200"/>
                  </a:lnTo>
                  <a:lnTo>
                    <a:pt x="403640" y="800100"/>
                  </a:lnTo>
                  <a:lnTo>
                    <a:pt x="432911" y="762000"/>
                  </a:lnTo>
                  <a:lnTo>
                    <a:pt x="463612" y="723900"/>
                  </a:lnTo>
                  <a:lnTo>
                    <a:pt x="495712" y="685800"/>
                  </a:lnTo>
                  <a:lnTo>
                    <a:pt x="529179" y="647700"/>
                  </a:lnTo>
                  <a:lnTo>
                    <a:pt x="563982" y="609600"/>
                  </a:lnTo>
                  <a:lnTo>
                    <a:pt x="600087" y="571500"/>
                  </a:lnTo>
                  <a:lnTo>
                    <a:pt x="637465" y="546100"/>
                  </a:lnTo>
                  <a:lnTo>
                    <a:pt x="676083" y="508000"/>
                  </a:lnTo>
                  <a:lnTo>
                    <a:pt x="715909" y="482600"/>
                  </a:lnTo>
                  <a:lnTo>
                    <a:pt x="756912" y="444500"/>
                  </a:lnTo>
                  <a:lnTo>
                    <a:pt x="799060" y="419100"/>
                  </a:lnTo>
                  <a:lnTo>
                    <a:pt x="842322" y="393700"/>
                  </a:lnTo>
                  <a:lnTo>
                    <a:pt x="886665" y="368300"/>
                  </a:lnTo>
                  <a:lnTo>
                    <a:pt x="932059" y="342900"/>
                  </a:lnTo>
                  <a:lnTo>
                    <a:pt x="978471" y="317500"/>
                  </a:lnTo>
                  <a:lnTo>
                    <a:pt x="1022970" y="292100"/>
                  </a:lnTo>
                  <a:lnTo>
                    <a:pt x="1068136" y="279400"/>
                  </a:lnTo>
                  <a:lnTo>
                    <a:pt x="1113933" y="254000"/>
                  </a:lnTo>
                  <a:lnTo>
                    <a:pt x="1207279" y="228600"/>
                  </a:lnTo>
                  <a:lnTo>
                    <a:pt x="1254757" y="203200"/>
                  </a:lnTo>
                  <a:lnTo>
                    <a:pt x="1399980" y="165100"/>
                  </a:lnTo>
                  <a:lnTo>
                    <a:pt x="1449199" y="165100"/>
                  </a:lnTo>
                  <a:lnTo>
                    <a:pt x="1548640" y="139700"/>
                  </a:lnTo>
                  <a:lnTo>
                    <a:pt x="1649181" y="139700"/>
                  </a:lnTo>
                  <a:lnTo>
                    <a:pt x="1699775" y="127000"/>
                  </a:lnTo>
                  <a:lnTo>
                    <a:pt x="2524898" y="127000"/>
                  </a:lnTo>
                  <a:lnTo>
                    <a:pt x="2479170" y="101600"/>
                  </a:lnTo>
                  <a:lnTo>
                    <a:pt x="2195775" y="25400"/>
                  </a:lnTo>
                  <a:close/>
                </a:path>
                <a:path w="3603625" h="3098800">
                  <a:moveTo>
                    <a:pt x="2524898" y="127000"/>
                  </a:moveTo>
                  <a:lnTo>
                    <a:pt x="1903206" y="127000"/>
                  </a:lnTo>
                  <a:lnTo>
                    <a:pt x="1953848" y="139700"/>
                  </a:lnTo>
                  <a:lnTo>
                    <a:pt x="2054467" y="139700"/>
                  </a:lnTo>
                  <a:lnTo>
                    <a:pt x="2153962" y="165100"/>
                  </a:lnTo>
                  <a:lnTo>
                    <a:pt x="2203201" y="165100"/>
                  </a:lnTo>
                  <a:lnTo>
                    <a:pt x="2348461" y="203200"/>
                  </a:lnTo>
                  <a:lnTo>
                    <a:pt x="2395944" y="228600"/>
                  </a:lnTo>
                  <a:lnTo>
                    <a:pt x="2489296" y="254000"/>
                  </a:lnTo>
                  <a:lnTo>
                    <a:pt x="2535095" y="279400"/>
                  </a:lnTo>
                  <a:lnTo>
                    <a:pt x="2580261" y="292100"/>
                  </a:lnTo>
                  <a:lnTo>
                    <a:pt x="2624759" y="317500"/>
                  </a:lnTo>
                  <a:lnTo>
                    <a:pt x="2671173" y="342900"/>
                  </a:lnTo>
                  <a:lnTo>
                    <a:pt x="2716568" y="368300"/>
                  </a:lnTo>
                  <a:lnTo>
                    <a:pt x="2760913" y="393700"/>
                  </a:lnTo>
                  <a:lnTo>
                    <a:pt x="2804175" y="419100"/>
                  </a:lnTo>
                  <a:lnTo>
                    <a:pt x="2846324" y="444500"/>
                  </a:lnTo>
                  <a:lnTo>
                    <a:pt x="2887327" y="482600"/>
                  </a:lnTo>
                  <a:lnTo>
                    <a:pt x="2927153" y="508000"/>
                  </a:lnTo>
                  <a:lnTo>
                    <a:pt x="2965770" y="546100"/>
                  </a:lnTo>
                  <a:lnTo>
                    <a:pt x="3003147" y="571500"/>
                  </a:lnTo>
                  <a:lnTo>
                    <a:pt x="3039252" y="609600"/>
                  </a:lnTo>
                  <a:lnTo>
                    <a:pt x="3074053" y="647700"/>
                  </a:lnTo>
                  <a:lnTo>
                    <a:pt x="3107520" y="685800"/>
                  </a:lnTo>
                  <a:lnTo>
                    <a:pt x="3139619" y="723900"/>
                  </a:lnTo>
                  <a:lnTo>
                    <a:pt x="3170320" y="762000"/>
                  </a:lnTo>
                  <a:lnTo>
                    <a:pt x="3199591" y="800100"/>
                  </a:lnTo>
                  <a:lnTo>
                    <a:pt x="3227400" y="838200"/>
                  </a:lnTo>
                  <a:lnTo>
                    <a:pt x="3255424" y="876300"/>
                  </a:lnTo>
                  <a:lnTo>
                    <a:pt x="3281602" y="927100"/>
                  </a:lnTo>
                  <a:lnTo>
                    <a:pt x="3305921" y="965200"/>
                  </a:lnTo>
                  <a:lnTo>
                    <a:pt x="3328368" y="1016000"/>
                  </a:lnTo>
                  <a:lnTo>
                    <a:pt x="3348930" y="1066800"/>
                  </a:lnTo>
                  <a:lnTo>
                    <a:pt x="3367595" y="1104900"/>
                  </a:lnTo>
                  <a:lnTo>
                    <a:pt x="3384349" y="1155700"/>
                  </a:lnTo>
                  <a:lnTo>
                    <a:pt x="3399180" y="1206500"/>
                  </a:lnTo>
                  <a:lnTo>
                    <a:pt x="3412076" y="1257300"/>
                  </a:lnTo>
                  <a:lnTo>
                    <a:pt x="3423022" y="1308100"/>
                  </a:lnTo>
                  <a:lnTo>
                    <a:pt x="3432007" y="1346200"/>
                  </a:lnTo>
                  <a:lnTo>
                    <a:pt x="3439017" y="1397000"/>
                  </a:lnTo>
                  <a:lnTo>
                    <a:pt x="3444041" y="1447800"/>
                  </a:lnTo>
                  <a:lnTo>
                    <a:pt x="3447064" y="1498600"/>
                  </a:lnTo>
                  <a:lnTo>
                    <a:pt x="3448075" y="1549400"/>
                  </a:lnTo>
                  <a:lnTo>
                    <a:pt x="3447064" y="1600200"/>
                  </a:lnTo>
                  <a:lnTo>
                    <a:pt x="3444041" y="1651000"/>
                  </a:lnTo>
                  <a:lnTo>
                    <a:pt x="3439017" y="1701800"/>
                  </a:lnTo>
                  <a:lnTo>
                    <a:pt x="3432007" y="1752600"/>
                  </a:lnTo>
                  <a:lnTo>
                    <a:pt x="3423022" y="1790700"/>
                  </a:lnTo>
                  <a:lnTo>
                    <a:pt x="3412076" y="1841500"/>
                  </a:lnTo>
                  <a:lnTo>
                    <a:pt x="3399180" y="1892300"/>
                  </a:lnTo>
                  <a:lnTo>
                    <a:pt x="3384349" y="1943100"/>
                  </a:lnTo>
                  <a:lnTo>
                    <a:pt x="3367595" y="1993900"/>
                  </a:lnTo>
                  <a:lnTo>
                    <a:pt x="3348930" y="2032000"/>
                  </a:lnTo>
                  <a:lnTo>
                    <a:pt x="3328368" y="2082800"/>
                  </a:lnTo>
                  <a:lnTo>
                    <a:pt x="3305921" y="2133600"/>
                  </a:lnTo>
                  <a:lnTo>
                    <a:pt x="3281602" y="2171700"/>
                  </a:lnTo>
                  <a:lnTo>
                    <a:pt x="3255424" y="2222500"/>
                  </a:lnTo>
                  <a:lnTo>
                    <a:pt x="3227400" y="2260600"/>
                  </a:lnTo>
                  <a:lnTo>
                    <a:pt x="3199591" y="2298700"/>
                  </a:lnTo>
                  <a:lnTo>
                    <a:pt x="3170320" y="2336800"/>
                  </a:lnTo>
                  <a:lnTo>
                    <a:pt x="3139619" y="2374900"/>
                  </a:lnTo>
                  <a:lnTo>
                    <a:pt x="3107520" y="2413000"/>
                  </a:lnTo>
                  <a:lnTo>
                    <a:pt x="3074053" y="2451100"/>
                  </a:lnTo>
                  <a:lnTo>
                    <a:pt x="3039252" y="2489200"/>
                  </a:lnTo>
                  <a:lnTo>
                    <a:pt x="3003147" y="2527300"/>
                  </a:lnTo>
                  <a:lnTo>
                    <a:pt x="2965770" y="2552700"/>
                  </a:lnTo>
                  <a:lnTo>
                    <a:pt x="2927153" y="2590800"/>
                  </a:lnTo>
                  <a:lnTo>
                    <a:pt x="2887327" y="2616200"/>
                  </a:lnTo>
                  <a:lnTo>
                    <a:pt x="2846324" y="2654300"/>
                  </a:lnTo>
                  <a:lnTo>
                    <a:pt x="2804175" y="2679700"/>
                  </a:lnTo>
                  <a:lnTo>
                    <a:pt x="2760913" y="2705100"/>
                  </a:lnTo>
                  <a:lnTo>
                    <a:pt x="2716568" y="2730500"/>
                  </a:lnTo>
                  <a:lnTo>
                    <a:pt x="2671173" y="2755900"/>
                  </a:lnTo>
                  <a:lnTo>
                    <a:pt x="2624759" y="2781300"/>
                  </a:lnTo>
                  <a:lnTo>
                    <a:pt x="2580261" y="2806700"/>
                  </a:lnTo>
                  <a:lnTo>
                    <a:pt x="2535095" y="2819400"/>
                  </a:lnTo>
                  <a:lnTo>
                    <a:pt x="2489298" y="2844800"/>
                  </a:lnTo>
                  <a:lnTo>
                    <a:pt x="2395954" y="2870200"/>
                  </a:lnTo>
                  <a:lnTo>
                    <a:pt x="2348477" y="2895600"/>
                  </a:lnTo>
                  <a:lnTo>
                    <a:pt x="2203256" y="2933700"/>
                  </a:lnTo>
                  <a:lnTo>
                    <a:pt x="2154037" y="2933700"/>
                  </a:lnTo>
                  <a:lnTo>
                    <a:pt x="2054596" y="2959100"/>
                  </a:lnTo>
                  <a:lnTo>
                    <a:pt x="1954054" y="2959100"/>
                  </a:lnTo>
                  <a:lnTo>
                    <a:pt x="1903459" y="2971800"/>
                  </a:lnTo>
                  <a:lnTo>
                    <a:pt x="2524902" y="2971800"/>
                  </a:lnTo>
                  <a:lnTo>
                    <a:pt x="2570126" y="2959100"/>
                  </a:lnTo>
                  <a:lnTo>
                    <a:pt x="2614822" y="2933700"/>
                  </a:lnTo>
                  <a:lnTo>
                    <a:pt x="2658963" y="2921000"/>
                  </a:lnTo>
                  <a:lnTo>
                    <a:pt x="2702521" y="2895600"/>
                  </a:lnTo>
                  <a:lnTo>
                    <a:pt x="2747743" y="2870200"/>
                  </a:lnTo>
                  <a:lnTo>
                    <a:pt x="2792076" y="2844800"/>
                  </a:lnTo>
                  <a:lnTo>
                    <a:pt x="2835497" y="2819400"/>
                  </a:lnTo>
                  <a:lnTo>
                    <a:pt x="2877983" y="2794000"/>
                  </a:lnTo>
                  <a:lnTo>
                    <a:pt x="2919513" y="2768600"/>
                  </a:lnTo>
                  <a:lnTo>
                    <a:pt x="2960063" y="2743200"/>
                  </a:lnTo>
                  <a:lnTo>
                    <a:pt x="2999611" y="2705100"/>
                  </a:lnTo>
                  <a:lnTo>
                    <a:pt x="3038135" y="2679700"/>
                  </a:lnTo>
                  <a:lnTo>
                    <a:pt x="3075611" y="2654300"/>
                  </a:lnTo>
                  <a:lnTo>
                    <a:pt x="3112017" y="2616200"/>
                  </a:lnTo>
                  <a:lnTo>
                    <a:pt x="3147330" y="2578100"/>
                  </a:lnTo>
                  <a:lnTo>
                    <a:pt x="3181529" y="2552700"/>
                  </a:lnTo>
                  <a:lnTo>
                    <a:pt x="3214589" y="2514600"/>
                  </a:lnTo>
                  <a:lnTo>
                    <a:pt x="3246489" y="2476500"/>
                  </a:lnTo>
                  <a:lnTo>
                    <a:pt x="3277206" y="2438400"/>
                  </a:lnTo>
                  <a:lnTo>
                    <a:pt x="3306717" y="2400300"/>
                  </a:lnTo>
                  <a:lnTo>
                    <a:pt x="3335000" y="2362200"/>
                  </a:lnTo>
                  <a:lnTo>
                    <a:pt x="3362032" y="2324100"/>
                  </a:lnTo>
                  <a:lnTo>
                    <a:pt x="3390785" y="2286000"/>
                  </a:lnTo>
                  <a:lnTo>
                    <a:pt x="3417771" y="2235200"/>
                  </a:lnTo>
                  <a:lnTo>
                    <a:pt x="3442977" y="2197100"/>
                  </a:lnTo>
                  <a:lnTo>
                    <a:pt x="3466392" y="2146300"/>
                  </a:lnTo>
                  <a:lnTo>
                    <a:pt x="3488004" y="2095500"/>
                  </a:lnTo>
                  <a:lnTo>
                    <a:pt x="3507800" y="2044700"/>
                  </a:lnTo>
                  <a:lnTo>
                    <a:pt x="3525768" y="2006600"/>
                  </a:lnTo>
                  <a:lnTo>
                    <a:pt x="3541896" y="1955800"/>
                  </a:lnTo>
                  <a:lnTo>
                    <a:pt x="3556172" y="1905000"/>
                  </a:lnTo>
                  <a:lnTo>
                    <a:pt x="3568585" y="1854200"/>
                  </a:lnTo>
                  <a:lnTo>
                    <a:pt x="3579120" y="1803400"/>
                  </a:lnTo>
                  <a:lnTo>
                    <a:pt x="3587768" y="1752600"/>
                  </a:lnTo>
                  <a:lnTo>
                    <a:pt x="3594515" y="1701800"/>
                  </a:lnTo>
                  <a:lnTo>
                    <a:pt x="3599349" y="1651000"/>
                  </a:lnTo>
                  <a:lnTo>
                    <a:pt x="3602258" y="1600200"/>
                  </a:lnTo>
                  <a:lnTo>
                    <a:pt x="3603231" y="1549400"/>
                  </a:lnTo>
                  <a:lnTo>
                    <a:pt x="3602258" y="1498600"/>
                  </a:lnTo>
                  <a:lnTo>
                    <a:pt x="3599349" y="1447800"/>
                  </a:lnTo>
                  <a:lnTo>
                    <a:pt x="3594515" y="1397000"/>
                  </a:lnTo>
                  <a:lnTo>
                    <a:pt x="3587768" y="1346200"/>
                  </a:lnTo>
                  <a:lnTo>
                    <a:pt x="3579120" y="1295400"/>
                  </a:lnTo>
                  <a:lnTo>
                    <a:pt x="3568585" y="1244600"/>
                  </a:lnTo>
                  <a:lnTo>
                    <a:pt x="3556172" y="1193800"/>
                  </a:lnTo>
                  <a:lnTo>
                    <a:pt x="3541896" y="1143000"/>
                  </a:lnTo>
                  <a:lnTo>
                    <a:pt x="3525768" y="1092200"/>
                  </a:lnTo>
                  <a:lnTo>
                    <a:pt x="3507800" y="1054100"/>
                  </a:lnTo>
                  <a:lnTo>
                    <a:pt x="3488004" y="1003300"/>
                  </a:lnTo>
                  <a:lnTo>
                    <a:pt x="3466392" y="952500"/>
                  </a:lnTo>
                  <a:lnTo>
                    <a:pt x="3442977" y="901700"/>
                  </a:lnTo>
                  <a:lnTo>
                    <a:pt x="3417771" y="863600"/>
                  </a:lnTo>
                  <a:lnTo>
                    <a:pt x="3390785" y="812800"/>
                  </a:lnTo>
                  <a:lnTo>
                    <a:pt x="3362032" y="774700"/>
                  </a:lnTo>
                  <a:lnTo>
                    <a:pt x="3335000" y="736600"/>
                  </a:lnTo>
                  <a:lnTo>
                    <a:pt x="3306717" y="698500"/>
                  </a:lnTo>
                  <a:lnTo>
                    <a:pt x="3277206" y="660400"/>
                  </a:lnTo>
                  <a:lnTo>
                    <a:pt x="3246489" y="622300"/>
                  </a:lnTo>
                  <a:lnTo>
                    <a:pt x="3214589" y="584200"/>
                  </a:lnTo>
                  <a:lnTo>
                    <a:pt x="3181529" y="546100"/>
                  </a:lnTo>
                  <a:lnTo>
                    <a:pt x="3147330" y="520700"/>
                  </a:lnTo>
                  <a:lnTo>
                    <a:pt x="3112017" y="482600"/>
                  </a:lnTo>
                  <a:lnTo>
                    <a:pt x="3075611" y="444500"/>
                  </a:lnTo>
                  <a:lnTo>
                    <a:pt x="3038135" y="419100"/>
                  </a:lnTo>
                  <a:lnTo>
                    <a:pt x="2999611" y="393700"/>
                  </a:lnTo>
                  <a:lnTo>
                    <a:pt x="2960063" y="355600"/>
                  </a:lnTo>
                  <a:lnTo>
                    <a:pt x="2919513" y="330200"/>
                  </a:lnTo>
                  <a:lnTo>
                    <a:pt x="2877983" y="304800"/>
                  </a:lnTo>
                  <a:lnTo>
                    <a:pt x="2835497" y="279400"/>
                  </a:lnTo>
                  <a:lnTo>
                    <a:pt x="2792076" y="254000"/>
                  </a:lnTo>
                  <a:lnTo>
                    <a:pt x="2747743" y="228600"/>
                  </a:lnTo>
                  <a:lnTo>
                    <a:pt x="2702521" y="203200"/>
                  </a:lnTo>
                  <a:lnTo>
                    <a:pt x="2658963" y="177800"/>
                  </a:lnTo>
                  <a:lnTo>
                    <a:pt x="2614822" y="165100"/>
                  </a:lnTo>
                  <a:lnTo>
                    <a:pt x="2570125" y="139700"/>
                  </a:lnTo>
                  <a:lnTo>
                    <a:pt x="2524898" y="127000"/>
                  </a:lnTo>
                  <a:close/>
                </a:path>
                <a:path w="3603625" h="3098800">
                  <a:moveTo>
                    <a:pt x="2098522" y="12700"/>
                  </a:moveTo>
                  <a:lnTo>
                    <a:pt x="1504590" y="12700"/>
                  </a:lnTo>
                  <a:lnTo>
                    <a:pt x="1455847" y="25400"/>
                  </a:lnTo>
                  <a:lnTo>
                    <a:pt x="2147291" y="25400"/>
                  </a:lnTo>
                  <a:lnTo>
                    <a:pt x="2098522" y="12700"/>
                  </a:lnTo>
                  <a:close/>
                </a:path>
                <a:path w="3603625" h="3098800">
                  <a:moveTo>
                    <a:pt x="2000236" y="0"/>
                  </a:moveTo>
                  <a:lnTo>
                    <a:pt x="1602813" y="0"/>
                  </a:lnTo>
                  <a:lnTo>
                    <a:pt x="1553588" y="12700"/>
                  </a:lnTo>
                  <a:lnTo>
                    <a:pt x="2049495" y="12700"/>
                  </a:lnTo>
                  <a:lnTo>
                    <a:pt x="2000236" y="0"/>
                  </a:lnTo>
                  <a:close/>
                </a:path>
              </a:pathLst>
            </a:custGeom>
            <a:solidFill>
              <a:srgbClr val="ce71b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3" name="object 17"/>
            <p:cNvSpPr/>
            <p:nvPr/>
          </p:nvSpPr>
          <p:spPr>
            <a:xfrm>
              <a:off x="9439560" y="3019320"/>
              <a:ext cx="273240" cy="367200"/>
            </a:xfrm>
            <a:custGeom>
              <a:avLst/>
              <a:gdLst>
                <a:gd name="textAreaLeft" fmla="*/ 0 w 273240"/>
                <a:gd name="textAreaRight" fmla="*/ 273600 w 273240"/>
                <a:gd name="textAreaTop" fmla="*/ 0 h 367200"/>
                <a:gd name="textAreaBottom" fmla="*/ 367560 h 367200"/>
              </a:gdLst>
              <a:ahLst/>
              <a:rect l="textAreaLeft" t="textAreaTop" r="textAreaRight" b="textAreaBottom"/>
              <a:pathLst>
                <a:path w="273684" h="367664">
                  <a:moveTo>
                    <a:pt x="151930" y="0"/>
                  </a:moveTo>
                  <a:lnTo>
                    <a:pt x="0" y="60121"/>
                  </a:lnTo>
                  <a:lnTo>
                    <a:pt x="60490" y="213842"/>
                  </a:lnTo>
                  <a:lnTo>
                    <a:pt x="121323" y="367550"/>
                  </a:lnTo>
                  <a:lnTo>
                    <a:pt x="273240" y="307797"/>
                  </a:lnTo>
                  <a:lnTo>
                    <a:pt x="151930" y="0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24" name="object 18"/>
          <p:cNvSpPr/>
          <p:nvPr/>
        </p:nvSpPr>
        <p:spPr>
          <a:xfrm>
            <a:off x="265680" y="163800"/>
            <a:ext cx="46580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Limitations</a:t>
            </a:r>
            <a:r>
              <a:rPr b="1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1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De</a:t>
            </a:r>
            <a:r>
              <a:rPr b="1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Bruijn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Graph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assemblers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object 2"/>
          <p:cNvGrpSpPr/>
          <p:nvPr/>
        </p:nvGrpSpPr>
        <p:grpSpPr>
          <a:xfrm>
            <a:off x="1133280" y="1983240"/>
            <a:ext cx="1649880" cy="144360"/>
            <a:chOff x="1133280" y="1983240"/>
            <a:chExt cx="1649880" cy="144360"/>
          </a:xfrm>
        </p:grpSpPr>
        <p:sp>
          <p:nvSpPr>
            <p:cNvPr id="126" name="object 3"/>
            <p:cNvSpPr/>
            <p:nvPr/>
          </p:nvSpPr>
          <p:spPr>
            <a:xfrm>
              <a:off x="1133280" y="1983240"/>
              <a:ext cx="1649880" cy="144360"/>
            </a:xfrm>
            <a:custGeom>
              <a:avLst/>
              <a:gdLst>
                <a:gd name="textAreaLeft" fmla="*/ 0 w 1649880"/>
                <a:gd name="textAreaRight" fmla="*/ 1650240 w 164988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650364" h="144780">
                  <a:moveTo>
                    <a:pt x="1649869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825119" y="144360"/>
                  </a:lnTo>
                  <a:lnTo>
                    <a:pt x="1649869" y="144360"/>
                  </a:lnTo>
                  <a:lnTo>
                    <a:pt x="1649869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27" name="object 4"/>
            <p:cNvSpPr/>
            <p:nvPr/>
          </p:nvSpPr>
          <p:spPr>
            <a:xfrm>
              <a:off x="1482120" y="1983240"/>
              <a:ext cx="1088640" cy="144360"/>
            </a:xfrm>
            <a:custGeom>
              <a:avLst/>
              <a:gdLst>
                <a:gd name="textAreaLeft" fmla="*/ 0 w 1088640"/>
                <a:gd name="textAreaRight" fmla="*/ 1089000 w 108864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089025" h="144780">
                  <a:moveTo>
                    <a:pt x="127800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64084" y="144360"/>
                  </a:lnTo>
                  <a:lnTo>
                    <a:pt x="127800" y="144360"/>
                  </a:lnTo>
                  <a:lnTo>
                    <a:pt x="127800" y="0"/>
                  </a:lnTo>
                  <a:close/>
                </a:path>
                <a:path w="1089025" h="144780">
                  <a:moveTo>
                    <a:pt x="1088644" y="0"/>
                  </a:moveTo>
                  <a:lnTo>
                    <a:pt x="960843" y="0"/>
                  </a:lnTo>
                  <a:lnTo>
                    <a:pt x="960843" y="144360"/>
                  </a:lnTo>
                  <a:lnTo>
                    <a:pt x="1024928" y="144360"/>
                  </a:lnTo>
                  <a:lnTo>
                    <a:pt x="1088644" y="144360"/>
                  </a:lnTo>
                  <a:lnTo>
                    <a:pt x="1088644" y="0"/>
                  </a:lnTo>
                  <a:close/>
                </a:path>
              </a:pathLst>
            </a:custGeom>
            <a:solidFill>
              <a:srgbClr val="b6b2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28" name="object 5"/>
          <p:cNvGrpSpPr/>
          <p:nvPr/>
        </p:nvGrpSpPr>
        <p:grpSpPr>
          <a:xfrm>
            <a:off x="1112400" y="2566800"/>
            <a:ext cx="1658160" cy="144360"/>
            <a:chOff x="1112400" y="2566800"/>
            <a:chExt cx="1658160" cy="144360"/>
          </a:xfrm>
        </p:grpSpPr>
        <p:sp>
          <p:nvSpPr>
            <p:cNvPr id="129" name="object 6"/>
            <p:cNvSpPr/>
            <p:nvPr/>
          </p:nvSpPr>
          <p:spPr>
            <a:xfrm>
              <a:off x="1112400" y="2566800"/>
              <a:ext cx="1658160" cy="144360"/>
            </a:xfrm>
            <a:custGeom>
              <a:avLst/>
              <a:gdLst>
                <a:gd name="textAreaLeft" fmla="*/ 0 w 1658160"/>
                <a:gd name="textAreaRight" fmla="*/ 1658520 w 165816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658620" h="144780">
                  <a:moveTo>
                    <a:pt x="1658518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829437" y="144360"/>
                  </a:lnTo>
                  <a:lnTo>
                    <a:pt x="1658518" y="144360"/>
                  </a:lnTo>
                  <a:lnTo>
                    <a:pt x="1658518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0" name="object 7"/>
            <p:cNvSpPr/>
            <p:nvPr/>
          </p:nvSpPr>
          <p:spPr>
            <a:xfrm>
              <a:off x="1393200" y="2566800"/>
              <a:ext cx="127800" cy="14436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28269" h="144780">
                  <a:moveTo>
                    <a:pt x="127800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64071" y="144360"/>
                  </a:lnTo>
                  <a:lnTo>
                    <a:pt x="127800" y="144360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b6b2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1" name="object 8"/>
          <p:cNvGrpSpPr/>
          <p:nvPr/>
        </p:nvGrpSpPr>
        <p:grpSpPr>
          <a:xfrm>
            <a:off x="1095480" y="2906640"/>
            <a:ext cx="1658160" cy="144360"/>
            <a:chOff x="1095480" y="2906640"/>
            <a:chExt cx="1658160" cy="144360"/>
          </a:xfrm>
        </p:grpSpPr>
        <p:sp>
          <p:nvSpPr>
            <p:cNvPr id="132" name="object 9"/>
            <p:cNvSpPr/>
            <p:nvPr/>
          </p:nvSpPr>
          <p:spPr>
            <a:xfrm>
              <a:off x="1095480" y="2906640"/>
              <a:ext cx="1658160" cy="144360"/>
            </a:xfrm>
            <a:custGeom>
              <a:avLst/>
              <a:gdLst>
                <a:gd name="textAreaLeft" fmla="*/ 0 w 1658160"/>
                <a:gd name="textAreaRight" fmla="*/ 1658520 w 165816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658620" h="144780">
                  <a:moveTo>
                    <a:pt x="1658518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829449" y="144360"/>
                  </a:lnTo>
                  <a:lnTo>
                    <a:pt x="1658518" y="144360"/>
                  </a:lnTo>
                  <a:lnTo>
                    <a:pt x="1658518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3" name="object 10"/>
            <p:cNvSpPr/>
            <p:nvPr/>
          </p:nvSpPr>
          <p:spPr>
            <a:xfrm>
              <a:off x="1758960" y="2906640"/>
              <a:ext cx="127800" cy="14436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28269" h="144780">
                  <a:moveTo>
                    <a:pt x="127800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64071" y="144360"/>
                  </a:lnTo>
                  <a:lnTo>
                    <a:pt x="127800" y="144360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b6b2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134" name="object 11"/>
          <p:cNvGrpSpPr/>
          <p:nvPr/>
        </p:nvGrpSpPr>
        <p:grpSpPr>
          <a:xfrm>
            <a:off x="1120680" y="2302920"/>
            <a:ext cx="1658160" cy="144360"/>
            <a:chOff x="1120680" y="2302920"/>
            <a:chExt cx="1658160" cy="144360"/>
          </a:xfrm>
        </p:grpSpPr>
        <p:sp>
          <p:nvSpPr>
            <p:cNvPr id="135" name="object 12"/>
            <p:cNvSpPr/>
            <p:nvPr/>
          </p:nvSpPr>
          <p:spPr>
            <a:xfrm>
              <a:off x="1120680" y="2302920"/>
              <a:ext cx="1658160" cy="144360"/>
            </a:xfrm>
            <a:custGeom>
              <a:avLst/>
              <a:gdLst>
                <a:gd name="textAreaLeft" fmla="*/ 0 w 1658160"/>
                <a:gd name="textAreaRight" fmla="*/ 1658520 w 165816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658620" h="144780">
                  <a:moveTo>
                    <a:pt x="1658518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829437" y="144360"/>
                  </a:lnTo>
                  <a:lnTo>
                    <a:pt x="1658518" y="144360"/>
                  </a:lnTo>
                  <a:lnTo>
                    <a:pt x="1658518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6" name="object 13"/>
            <p:cNvSpPr/>
            <p:nvPr/>
          </p:nvSpPr>
          <p:spPr>
            <a:xfrm>
              <a:off x="2234880" y="2302920"/>
              <a:ext cx="127800" cy="14436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28269" h="144780">
                  <a:moveTo>
                    <a:pt x="127800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64071" y="144360"/>
                  </a:lnTo>
                  <a:lnTo>
                    <a:pt x="127800" y="144360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b6b2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37" name="object 14"/>
          <p:cNvSpPr/>
          <p:nvPr/>
        </p:nvSpPr>
        <p:spPr>
          <a:xfrm>
            <a:off x="2111400" y="1983240"/>
            <a:ext cx="127800" cy="144360"/>
          </a:xfrm>
          <a:custGeom>
            <a:avLst/>
            <a:gdLst>
              <a:gd name="textAreaLeft" fmla="*/ 0 w 127800"/>
              <a:gd name="textAreaRight" fmla="*/ 128160 w 12780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28269" h="144780">
                <a:moveTo>
                  <a:pt x="127800" y="0"/>
                </a:moveTo>
                <a:lnTo>
                  <a:pt x="0" y="0"/>
                </a:lnTo>
                <a:lnTo>
                  <a:pt x="0" y="144360"/>
                </a:lnTo>
                <a:lnTo>
                  <a:pt x="64084" y="144360"/>
                </a:lnTo>
                <a:lnTo>
                  <a:pt x="127800" y="144360"/>
                </a:lnTo>
                <a:lnTo>
                  <a:pt x="127800" y="0"/>
                </a:lnTo>
                <a:close/>
              </a:path>
            </a:pathLst>
          </a:custGeom>
          <a:solidFill>
            <a:srgbClr val="b6b2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object 15"/>
          <p:cNvSpPr/>
          <p:nvPr/>
        </p:nvSpPr>
        <p:spPr>
          <a:xfrm>
            <a:off x="1209960" y="1983240"/>
            <a:ext cx="127800" cy="144360"/>
          </a:xfrm>
          <a:custGeom>
            <a:avLst/>
            <a:gdLst>
              <a:gd name="textAreaLeft" fmla="*/ 0 w 127800"/>
              <a:gd name="textAreaRight" fmla="*/ 128160 w 12780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28269" h="144780">
                <a:moveTo>
                  <a:pt x="127800" y="0"/>
                </a:moveTo>
                <a:lnTo>
                  <a:pt x="0" y="0"/>
                </a:lnTo>
                <a:lnTo>
                  <a:pt x="0" y="144360"/>
                </a:lnTo>
                <a:lnTo>
                  <a:pt x="64084" y="144360"/>
                </a:lnTo>
                <a:lnTo>
                  <a:pt x="127800" y="144360"/>
                </a:lnTo>
                <a:lnTo>
                  <a:pt x="127800" y="0"/>
                </a:lnTo>
                <a:close/>
              </a:path>
            </a:pathLst>
          </a:custGeom>
          <a:solidFill>
            <a:srgbClr val="b6b2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9" name="object 16"/>
          <p:cNvGrpSpPr/>
          <p:nvPr/>
        </p:nvGrpSpPr>
        <p:grpSpPr>
          <a:xfrm>
            <a:off x="681480" y="1168200"/>
            <a:ext cx="3511800" cy="2959200"/>
            <a:chOff x="681480" y="1168200"/>
            <a:chExt cx="3511800" cy="2959200"/>
          </a:xfrm>
        </p:grpSpPr>
        <p:sp>
          <p:nvSpPr>
            <p:cNvPr id="140" name="object 17"/>
            <p:cNvSpPr/>
            <p:nvPr/>
          </p:nvSpPr>
          <p:spPr>
            <a:xfrm>
              <a:off x="1103040" y="3229920"/>
              <a:ext cx="1658160" cy="144360"/>
            </a:xfrm>
            <a:custGeom>
              <a:avLst/>
              <a:gdLst>
                <a:gd name="textAreaLeft" fmla="*/ 0 w 1658160"/>
                <a:gd name="textAreaRight" fmla="*/ 1658520 w 165816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658620" h="144779">
                  <a:moveTo>
                    <a:pt x="1658518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829436" y="144360"/>
                  </a:lnTo>
                  <a:lnTo>
                    <a:pt x="1658518" y="144360"/>
                  </a:lnTo>
                  <a:lnTo>
                    <a:pt x="1658518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1" name="object 18"/>
            <p:cNvSpPr/>
            <p:nvPr/>
          </p:nvSpPr>
          <p:spPr>
            <a:xfrm>
              <a:off x="681480" y="1168200"/>
              <a:ext cx="3511800" cy="2959200"/>
            </a:xfrm>
            <a:custGeom>
              <a:avLst/>
              <a:gdLst>
                <a:gd name="textAreaLeft" fmla="*/ 0 w 3511800"/>
                <a:gd name="textAreaRight" fmla="*/ 3512160 w 3511800"/>
                <a:gd name="textAreaTop" fmla="*/ 0 h 2959200"/>
                <a:gd name="textAreaBottom" fmla="*/ 2959560 h 2959200"/>
              </a:gdLst>
              <a:ahLst/>
              <a:rect l="textAreaLeft" t="textAreaTop" r="textAreaRight" b="textAreaBottom"/>
              <a:pathLst>
                <a:path w="3512185" h="2959735">
                  <a:moveTo>
                    <a:pt x="3512159" y="1479600"/>
                  </a:moveTo>
                  <a:lnTo>
                    <a:pt x="3511212" y="1528211"/>
                  </a:lnTo>
                  <a:lnTo>
                    <a:pt x="3508377" y="1576683"/>
                  </a:lnTo>
                  <a:lnTo>
                    <a:pt x="3503666" y="1624978"/>
                  </a:lnTo>
                  <a:lnTo>
                    <a:pt x="3497090" y="1673057"/>
                  </a:lnTo>
                  <a:lnTo>
                    <a:pt x="3488659" y="1720884"/>
                  </a:lnTo>
                  <a:lnTo>
                    <a:pt x="3478385" y="1768419"/>
                  </a:lnTo>
                  <a:lnTo>
                    <a:pt x="3466280" y="1815625"/>
                  </a:lnTo>
                  <a:lnTo>
                    <a:pt x="3452353" y="1862464"/>
                  </a:lnTo>
                  <a:lnTo>
                    <a:pt x="3436617" y="1908898"/>
                  </a:lnTo>
                  <a:lnTo>
                    <a:pt x="3419081" y="1954889"/>
                  </a:lnTo>
                  <a:lnTo>
                    <a:pt x="3399758" y="2000398"/>
                  </a:lnTo>
                  <a:lnTo>
                    <a:pt x="3378658" y="2045389"/>
                  </a:lnTo>
                  <a:lnTo>
                    <a:pt x="3355793" y="2089822"/>
                  </a:lnTo>
                  <a:lnTo>
                    <a:pt x="3331173" y="2133661"/>
                  </a:lnTo>
                  <a:lnTo>
                    <a:pt x="3304810" y="2176866"/>
                  </a:lnTo>
                  <a:lnTo>
                    <a:pt x="3276714" y="2219401"/>
                  </a:lnTo>
                  <a:lnTo>
                    <a:pt x="3248829" y="2258708"/>
                  </a:lnTo>
                  <a:lnTo>
                    <a:pt x="3219574" y="2297199"/>
                  </a:lnTo>
                  <a:lnTo>
                    <a:pt x="3188973" y="2334851"/>
                  </a:lnTo>
                  <a:lnTo>
                    <a:pt x="3157054" y="2371641"/>
                  </a:lnTo>
                  <a:lnTo>
                    <a:pt x="3123842" y="2407546"/>
                  </a:lnTo>
                  <a:lnTo>
                    <a:pt x="3089365" y="2442541"/>
                  </a:lnTo>
                  <a:lnTo>
                    <a:pt x="3053649" y="2476605"/>
                  </a:lnTo>
                  <a:lnTo>
                    <a:pt x="3016719" y="2509713"/>
                  </a:lnTo>
                  <a:lnTo>
                    <a:pt x="2978603" y="2541842"/>
                  </a:lnTo>
                  <a:lnTo>
                    <a:pt x="2939326" y="2572969"/>
                  </a:lnTo>
                  <a:lnTo>
                    <a:pt x="2898916" y="2603070"/>
                  </a:lnTo>
                  <a:lnTo>
                    <a:pt x="2857398" y="2632123"/>
                  </a:lnTo>
                  <a:lnTo>
                    <a:pt x="2814799" y="2660104"/>
                  </a:lnTo>
                  <a:lnTo>
                    <a:pt x="2771145" y="2686989"/>
                  </a:lnTo>
                  <a:lnTo>
                    <a:pt x="2726463" y="2712756"/>
                  </a:lnTo>
                  <a:lnTo>
                    <a:pt x="2680779" y="2737380"/>
                  </a:lnTo>
                  <a:lnTo>
                    <a:pt x="2634119" y="2760840"/>
                  </a:lnTo>
                  <a:lnTo>
                    <a:pt x="2589274" y="2781929"/>
                  </a:lnTo>
                  <a:lnTo>
                    <a:pt x="2543801" y="2801870"/>
                  </a:lnTo>
                  <a:lnTo>
                    <a:pt x="2497729" y="2820658"/>
                  </a:lnTo>
                  <a:lnTo>
                    <a:pt x="2451091" y="2838285"/>
                  </a:lnTo>
                  <a:lnTo>
                    <a:pt x="2403917" y="2854743"/>
                  </a:lnTo>
                  <a:lnTo>
                    <a:pt x="2356238" y="2870026"/>
                  </a:lnTo>
                  <a:lnTo>
                    <a:pt x="2308086" y="2884128"/>
                  </a:lnTo>
                  <a:lnTo>
                    <a:pt x="2259492" y="2897039"/>
                  </a:lnTo>
                  <a:lnTo>
                    <a:pt x="2210487" y="2908755"/>
                  </a:lnTo>
                  <a:lnTo>
                    <a:pt x="2161102" y="2919267"/>
                  </a:lnTo>
                  <a:lnTo>
                    <a:pt x="2111368" y="2928569"/>
                  </a:lnTo>
                  <a:lnTo>
                    <a:pt x="2061316" y="2936654"/>
                  </a:lnTo>
                  <a:lnTo>
                    <a:pt x="2010978" y="2943514"/>
                  </a:lnTo>
                  <a:lnTo>
                    <a:pt x="1960385" y="2949143"/>
                  </a:lnTo>
                  <a:lnTo>
                    <a:pt x="1909567" y="2953533"/>
                  </a:lnTo>
                  <a:lnTo>
                    <a:pt x="1858556" y="2956677"/>
                  </a:lnTo>
                  <a:lnTo>
                    <a:pt x="1807383" y="2958569"/>
                  </a:lnTo>
                  <a:lnTo>
                    <a:pt x="1756079" y="2959201"/>
                  </a:lnTo>
                  <a:lnTo>
                    <a:pt x="1704774" y="2958569"/>
                  </a:lnTo>
                  <a:lnTo>
                    <a:pt x="1653599" y="2956677"/>
                  </a:lnTo>
                  <a:lnTo>
                    <a:pt x="1602587" y="2953533"/>
                  </a:lnTo>
                  <a:lnTo>
                    <a:pt x="1551769" y="2949143"/>
                  </a:lnTo>
                  <a:lnTo>
                    <a:pt x="1501175" y="2943514"/>
                  </a:lnTo>
                  <a:lnTo>
                    <a:pt x="1450837" y="2936654"/>
                  </a:lnTo>
                  <a:lnTo>
                    <a:pt x="1400785" y="2928569"/>
                  </a:lnTo>
                  <a:lnTo>
                    <a:pt x="1351052" y="2919267"/>
                  </a:lnTo>
                  <a:lnTo>
                    <a:pt x="1301667" y="2908755"/>
                  </a:lnTo>
                  <a:lnTo>
                    <a:pt x="1252662" y="2897039"/>
                  </a:lnTo>
                  <a:lnTo>
                    <a:pt x="1204069" y="2884128"/>
                  </a:lnTo>
                  <a:lnTo>
                    <a:pt x="1155918" y="2870026"/>
                  </a:lnTo>
                  <a:lnTo>
                    <a:pt x="1108240" y="2854743"/>
                  </a:lnTo>
                  <a:lnTo>
                    <a:pt x="1061067" y="2838285"/>
                  </a:lnTo>
                  <a:lnTo>
                    <a:pt x="1014429" y="2820658"/>
                  </a:lnTo>
                  <a:lnTo>
                    <a:pt x="968357" y="2801870"/>
                  </a:lnTo>
                  <a:lnTo>
                    <a:pt x="922884" y="2781929"/>
                  </a:lnTo>
                  <a:lnTo>
                    <a:pt x="878039" y="2760840"/>
                  </a:lnTo>
                  <a:lnTo>
                    <a:pt x="831380" y="2737380"/>
                  </a:lnTo>
                  <a:lnTo>
                    <a:pt x="785696" y="2712756"/>
                  </a:lnTo>
                  <a:lnTo>
                    <a:pt x="741013" y="2686989"/>
                  </a:lnTo>
                  <a:lnTo>
                    <a:pt x="697360" y="2660104"/>
                  </a:lnTo>
                  <a:lnTo>
                    <a:pt x="654760" y="2632123"/>
                  </a:lnTo>
                  <a:lnTo>
                    <a:pt x="613242" y="2603070"/>
                  </a:lnTo>
                  <a:lnTo>
                    <a:pt x="572832" y="2572969"/>
                  </a:lnTo>
                  <a:lnTo>
                    <a:pt x="533555" y="2541842"/>
                  </a:lnTo>
                  <a:lnTo>
                    <a:pt x="495438" y="2509713"/>
                  </a:lnTo>
                  <a:lnTo>
                    <a:pt x="458507" y="2476605"/>
                  </a:lnTo>
                  <a:lnTo>
                    <a:pt x="422790" y="2442541"/>
                  </a:lnTo>
                  <a:lnTo>
                    <a:pt x="388312" y="2407546"/>
                  </a:lnTo>
                  <a:lnTo>
                    <a:pt x="355099" y="2371641"/>
                  </a:lnTo>
                  <a:lnTo>
                    <a:pt x="323179" y="2334851"/>
                  </a:lnTo>
                  <a:lnTo>
                    <a:pt x="292576" y="2297199"/>
                  </a:lnTo>
                  <a:lnTo>
                    <a:pt x="263319" y="2258708"/>
                  </a:lnTo>
                  <a:lnTo>
                    <a:pt x="235432" y="2219401"/>
                  </a:lnTo>
                  <a:lnTo>
                    <a:pt x="207338" y="2176866"/>
                  </a:lnTo>
                  <a:lnTo>
                    <a:pt x="180977" y="2133661"/>
                  </a:lnTo>
                  <a:lnTo>
                    <a:pt x="156359" y="2089822"/>
                  </a:lnTo>
                  <a:lnTo>
                    <a:pt x="133495" y="2045389"/>
                  </a:lnTo>
                  <a:lnTo>
                    <a:pt x="112396" y="2000398"/>
                  </a:lnTo>
                  <a:lnTo>
                    <a:pt x="93074" y="1954889"/>
                  </a:lnTo>
                  <a:lnTo>
                    <a:pt x="75540" y="1908898"/>
                  </a:lnTo>
                  <a:lnTo>
                    <a:pt x="59804" y="1862464"/>
                  </a:lnTo>
                  <a:lnTo>
                    <a:pt x="45878" y="1815625"/>
                  </a:lnTo>
                  <a:lnTo>
                    <a:pt x="33772" y="1768419"/>
                  </a:lnTo>
                  <a:lnTo>
                    <a:pt x="23499" y="1720884"/>
                  </a:lnTo>
                  <a:lnTo>
                    <a:pt x="15069" y="1673057"/>
                  </a:lnTo>
                  <a:lnTo>
                    <a:pt x="8493" y="1624978"/>
                  </a:lnTo>
                  <a:lnTo>
                    <a:pt x="3782" y="1576683"/>
                  </a:lnTo>
                  <a:lnTo>
                    <a:pt x="947" y="1528211"/>
                  </a:lnTo>
                  <a:lnTo>
                    <a:pt x="0" y="1479600"/>
                  </a:lnTo>
                  <a:lnTo>
                    <a:pt x="947" y="1430989"/>
                  </a:lnTo>
                  <a:lnTo>
                    <a:pt x="3782" y="1382518"/>
                  </a:lnTo>
                  <a:lnTo>
                    <a:pt x="8493" y="1334224"/>
                  </a:lnTo>
                  <a:lnTo>
                    <a:pt x="15069" y="1286145"/>
                  </a:lnTo>
                  <a:lnTo>
                    <a:pt x="23499" y="1238319"/>
                  </a:lnTo>
                  <a:lnTo>
                    <a:pt x="33772" y="1190785"/>
                  </a:lnTo>
                  <a:lnTo>
                    <a:pt x="45878" y="1143580"/>
                  </a:lnTo>
                  <a:lnTo>
                    <a:pt x="59804" y="1096741"/>
                  </a:lnTo>
                  <a:lnTo>
                    <a:pt x="75540" y="1050308"/>
                  </a:lnTo>
                  <a:lnTo>
                    <a:pt x="93074" y="1004318"/>
                  </a:lnTo>
                  <a:lnTo>
                    <a:pt x="112396" y="958808"/>
                  </a:lnTo>
                  <a:lnTo>
                    <a:pt x="133495" y="913817"/>
                  </a:lnTo>
                  <a:lnTo>
                    <a:pt x="156359" y="869383"/>
                  </a:lnTo>
                  <a:lnTo>
                    <a:pt x="180977" y="825543"/>
                  </a:lnTo>
                  <a:lnTo>
                    <a:pt x="207338" y="782336"/>
                  </a:lnTo>
                  <a:lnTo>
                    <a:pt x="235432" y="739800"/>
                  </a:lnTo>
                  <a:lnTo>
                    <a:pt x="263319" y="700495"/>
                  </a:lnTo>
                  <a:lnTo>
                    <a:pt x="292576" y="662006"/>
                  </a:lnTo>
                  <a:lnTo>
                    <a:pt x="323179" y="624355"/>
                  </a:lnTo>
                  <a:lnTo>
                    <a:pt x="355099" y="587566"/>
                  </a:lnTo>
                  <a:lnTo>
                    <a:pt x="388312" y="551663"/>
                  </a:lnTo>
                  <a:lnTo>
                    <a:pt x="422790" y="516668"/>
                  </a:lnTo>
                  <a:lnTo>
                    <a:pt x="458507" y="482605"/>
                  </a:lnTo>
                  <a:lnTo>
                    <a:pt x="495438" y="449498"/>
                  </a:lnTo>
                  <a:lnTo>
                    <a:pt x="533555" y="417368"/>
                  </a:lnTo>
                  <a:lnTo>
                    <a:pt x="572832" y="386241"/>
                  </a:lnTo>
                  <a:lnTo>
                    <a:pt x="613242" y="356139"/>
                  </a:lnTo>
                  <a:lnTo>
                    <a:pt x="654760" y="327086"/>
                  </a:lnTo>
                  <a:lnTo>
                    <a:pt x="697360" y="299104"/>
                  </a:lnTo>
                  <a:lnTo>
                    <a:pt x="741013" y="272217"/>
                  </a:lnTo>
                  <a:lnTo>
                    <a:pt x="785696" y="246449"/>
                  </a:lnTo>
                  <a:lnTo>
                    <a:pt x="831380" y="221822"/>
                  </a:lnTo>
                  <a:lnTo>
                    <a:pt x="878039" y="198361"/>
                  </a:lnTo>
                  <a:lnTo>
                    <a:pt x="922884" y="177272"/>
                  </a:lnTo>
                  <a:lnTo>
                    <a:pt x="968357" y="157330"/>
                  </a:lnTo>
                  <a:lnTo>
                    <a:pt x="1014429" y="138543"/>
                  </a:lnTo>
                  <a:lnTo>
                    <a:pt x="1061067" y="120916"/>
                  </a:lnTo>
                  <a:lnTo>
                    <a:pt x="1108240" y="104458"/>
                  </a:lnTo>
                  <a:lnTo>
                    <a:pt x="1155918" y="89174"/>
                  </a:lnTo>
                  <a:lnTo>
                    <a:pt x="1204069" y="75073"/>
                  </a:lnTo>
                  <a:lnTo>
                    <a:pt x="1252662" y="62161"/>
                  </a:lnTo>
                  <a:lnTo>
                    <a:pt x="1301667" y="50445"/>
                  </a:lnTo>
                  <a:lnTo>
                    <a:pt x="1351052" y="39933"/>
                  </a:lnTo>
                  <a:lnTo>
                    <a:pt x="1400785" y="30631"/>
                  </a:lnTo>
                  <a:lnTo>
                    <a:pt x="1450837" y="22547"/>
                  </a:lnTo>
                  <a:lnTo>
                    <a:pt x="1501175" y="15687"/>
                  </a:lnTo>
                  <a:lnTo>
                    <a:pt x="1551769" y="10058"/>
                  </a:lnTo>
                  <a:lnTo>
                    <a:pt x="1602587" y="5668"/>
                  </a:lnTo>
                  <a:lnTo>
                    <a:pt x="1653599" y="2524"/>
                  </a:lnTo>
                  <a:lnTo>
                    <a:pt x="1704774" y="632"/>
                  </a:lnTo>
                  <a:lnTo>
                    <a:pt x="1756079" y="0"/>
                  </a:lnTo>
                  <a:lnTo>
                    <a:pt x="1807383" y="632"/>
                  </a:lnTo>
                  <a:lnTo>
                    <a:pt x="1858556" y="2524"/>
                  </a:lnTo>
                  <a:lnTo>
                    <a:pt x="1909567" y="5668"/>
                  </a:lnTo>
                  <a:lnTo>
                    <a:pt x="1960385" y="10058"/>
                  </a:lnTo>
                  <a:lnTo>
                    <a:pt x="2010978" y="15687"/>
                  </a:lnTo>
                  <a:lnTo>
                    <a:pt x="2061316" y="22547"/>
                  </a:lnTo>
                  <a:lnTo>
                    <a:pt x="2111368" y="30631"/>
                  </a:lnTo>
                  <a:lnTo>
                    <a:pt x="2161102" y="39933"/>
                  </a:lnTo>
                  <a:lnTo>
                    <a:pt x="2210487" y="50445"/>
                  </a:lnTo>
                  <a:lnTo>
                    <a:pt x="2259492" y="62161"/>
                  </a:lnTo>
                  <a:lnTo>
                    <a:pt x="2308086" y="75073"/>
                  </a:lnTo>
                  <a:lnTo>
                    <a:pt x="2356238" y="89174"/>
                  </a:lnTo>
                  <a:lnTo>
                    <a:pt x="2403917" y="104458"/>
                  </a:lnTo>
                  <a:lnTo>
                    <a:pt x="2451091" y="120916"/>
                  </a:lnTo>
                  <a:lnTo>
                    <a:pt x="2497729" y="138543"/>
                  </a:lnTo>
                  <a:lnTo>
                    <a:pt x="2543801" y="157330"/>
                  </a:lnTo>
                  <a:lnTo>
                    <a:pt x="2589274" y="177272"/>
                  </a:lnTo>
                  <a:lnTo>
                    <a:pt x="2634119" y="198361"/>
                  </a:lnTo>
                  <a:lnTo>
                    <a:pt x="2680779" y="221822"/>
                  </a:lnTo>
                  <a:lnTo>
                    <a:pt x="2726463" y="246449"/>
                  </a:lnTo>
                  <a:lnTo>
                    <a:pt x="2771145" y="272217"/>
                  </a:lnTo>
                  <a:lnTo>
                    <a:pt x="2814799" y="299104"/>
                  </a:lnTo>
                  <a:lnTo>
                    <a:pt x="2857398" y="327086"/>
                  </a:lnTo>
                  <a:lnTo>
                    <a:pt x="2898916" y="356139"/>
                  </a:lnTo>
                  <a:lnTo>
                    <a:pt x="2939326" y="386241"/>
                  </a:lnTo>
                  <a:lnTo>
                    <a:pt x="2978603" y="417368"/>
                  </a:lnTo>
                  <a:lnTo>
                    <a:pt x="3016719" y="449498"/>
                  </a:lnTo>
                  <a:lnTo>
                    <a:pt x="3053649" y="482605"/>
                  </a:lnTo>
                  <a:lnTo>
                    <a:pt x="3089365" y="516668"/>
                  </a:lnTo>
                  <a:lnTo>
                    <a:pt x="3123842" y="551663"/>
                  </a:lnTo>
                  <a:lnTo>
                    <a:pt x="3157054" y="587566"/>
                  </a:lnTo>
                  <a:lnTo>
                    <a:pt x="3188973" y="624355"/>
                  </a:lnTo>
                  <a:lnTo>
                    <a:pt x="3219574" y="662006"/>
                  </a:lnTo>
                  <a:lnTo>
                    <a:pt x="3248829" y="700495"/>
                  </a:lnTo>
                  <a:lnTo>
                    <a:pt x="3276714" y="739800"/>
                  </a:lnTo>
                  <a:lnTo>
                    <a:pt x="3304810" y="782336"/>
                  </a:lnTo>
                  <a:lnTo>
                    <a:pt x="3331173" y="825543"/>
                  </a:lnTo>
                  <a:lnTo>
                    <a:pt x="3355793" y="869383"/>
                  </a:lnTo>
                  <a:lnTo>
                    <a:pt x="3378658" y="913817"/>
                  </a:lnTo>
                  <a:lnTo>
                    <a:pt x="3399758" y="958808"/>
                  </a:lnTo>
                  <a:lnTo>
                    <a:pt x="3419081" y="1004318"/>
                  </a:lnTo>
                  <a:lnTo>
                    <a:pt x="3436617" y="1050308"/>
                  </a:lnTo>
                  <a:lnTo>
                    <a:pt x="3452353" y="1096741"/>
                  </a:lnTo>
                  <a:lnTo>
                    <a:pt x="3466280" y="1143580"/>
                  </a:lnTo>
                  <a:lnTo>
                    <a:pt x="3478385" y="1190785"/>
                  </a:lnTo>
                  <a:lnTo>
                    <a:pt x="3488659" y="1238319"/>
                  </a:lnTo>
                  <a:lnTo>
                    <a:pt x="3497090" y="1286145"/>
                  </a:lnTo>
                  <a:lnTo>
                    <a:pt x="3503666" y="1334224"/>
                  </a:lnTo>
                  <a:lnTo>
                    <a:pt x="3508377" y="1382518"/>
                  </a:lnTo>
                  <a:lnTo>
                    <a:pt x="3511212" y="1430989"/>
                  </a:lnTo>
                  <a:lnTo>
                    <a:pt x="3512159" y="1479600"/>
                  </a:lnTo>
                  <a:close/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2" name="object 19"/>
            <p:cNvSpPr/>
            <p:nvPr/>
          </p:nvSpPr>
          <p:spPr>
            <a:xfrm>
              <a:off x="1675800" y="2302920"/>
              <a:ext cx="1003680" cy="407880"/>
            </a:xfrm>
            <a:custGeom>
              <a:avLst/>
              <a:gdLst>
                <a:gd name="textAreaLeft" fmla="*/ 0 w 1003680"/>
                <a:gd name="textAreaRight" fmla="*/ 1004040 w 1003680"/>
                <a:gd name="textAreaTop" fmla="*/ 0 h 407880"/>
                <a:gd name="textAreaBottom" fmla="*/ 408240 h 407880"/>
              </a:gdLst>
              <a:ahLst/>
              <a:rect l="textAreaLeft" t="textAreaTop" r="textAreaRight" b="textAreaBottom"/>
              <a:pathLst>
                <a:path w="1003935" h="408305">
                  <a:moveTo>
                    <a:pt x="127800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64071" y="144360"/>
                  </a:lnTo>
                  <a:lnTo>
                    <a:pt x="127800" y="144360"/>
                  </a:lnTo>
                  <a:lnTo>
                    <a:pt x="127800" y="0"/>
                  </a:lnTo>
                  <a:close/>
                </a:path>
                <a:path w="1003935" h="408305">
                  <a:moveTo>
                    <a:pt x="428752" y="263880"/>
                  </a:moveTo>
                  <a:lnTo>
                    <a:pt x="300951" y="263880"/>
                  </a:lnTo>
                  <a:lnTo>
                    <a:pt x="300951" y="408241"/>
                  </a:lnTo>
                  <a:lnTo>
                    <a:pt x="365036" y="408241"/>
                  </a:lnTo>
                  <a:lnTo>
                    <a:pt x="428752" y="408241"/>
                  </a:lnTo>
                  <a:lnTo>
                    <a:pt x="428752" y="263880"/>
                  </a:lnTo>
                  <a:close/>
                </a:path>
                <a:path w="1003935" h="408305">
                  <a:moveTo>
                    <a:pt x="1003312" y="0"/>
                  </a:moveTo>
                  <a:lnTo>
                    <a:pt x="875512" y="0"/>
                  </a:lnTo>
                  <a:lnTo>
                    <a:pt x="875512" y="144360"/>
                  </a:lnTo>
                  <a:lnTo>
                    <a:pt x="939596" y="144360"/>
                  </a:lnTo>
                  <a:lnTo>
                    <a:pt x="1003312" y="144360"/>
                  </a:lnTo>
                  <a:lnTo>
                    <a:pt x="1003312" y="0"/>
                  </a:lnTo>
                  <a:close/>
                </a:path>
              </a:pathLst>
            </a:custGeom>
            <a:solidFill>
              <a:srgbClr val="b6b2c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143" name="object 20"/>
          <p:cNvSpPr/>
          <p:nvPr/>
        </p:nvSpPr>
        <p:spPr>
          <a:xfrm>
            <a:off x="1067040" y="678240"/>
            <a:ext cx="2638080" cy="281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347400">
              <a:lnSpc>
                <a:spcPct val="100000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Sequencing</a:t>
            </a:r>
            <a:r>
              <a:rPr b="0" lang="en-GB" sz="1800" spc="-7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errors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474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47400">
              <a:lnSpc>
                <a:spcPct val="100000"/>
              </a:lnSpc>
              <a:spcBef>
                <a:spcPts val="720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0,1</a:t>
            </a: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%</a:t>
            </a: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(Q30)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over</a:t>
            </a: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300</a:t>
            </a: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nuc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892880">
              <a:lnSpc>
                <a:spcPct val="100000"/>
              </a:lnSpc>
              <a:spcBef>
                <a:spcPts val="831"/>
              </a:spcBef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17</a:t>
            </a:r>
            <a:r>
              <a:rPr b="0" lang="en-GB" sz="16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600" spc="-60" strike="noStrike">
                <a:solidFill>
                  <a:srgbClr val="000000"/>
                </a:solidFill>
                <a:latin typeface="Arial"/>
              </a:rPr>
              <a:t>%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marL="1892880">
              <a:lnSpc>
                <a:spcPct val="100000"/>
              </a:lnSpc>
              <a:spcBef>
                <a:spcPts val="570"/>
              </a:spcBef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22,5</a:t>
            </a:r>
            <a:r>
              <a:rPr b="0" lang="en-GB" sz="1600" spc="-52" strike="noStrike">
                <a:solidFill>
                  <a:srgbClr val="000000"/>
                </a:solidFill>
                <a:latin typeface="Arial"/>
              </a:rPr>
              <a:t> %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marL="1892880">
              <a:lnSpc>
                <a:spcPct val="100000"/>
              </a:lnSpc>
              <a:spcBef>
                <a:spcPts val="570"/>
              </a:spcBef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22.5</a:t>
            </a:r>
            <a:r>
              <a:rPr b="0" lang="en-GB" sz="1600" spc="-52" strike="noStrike">
                <a:solidFill>
                  <a:srgbClr val="000000"/>
                </a:solidFill>
                <a:latin typeface="Arial"/>
              </a:rPr>
              <a:t> %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marL="1892880">
              <a:lnSpc>
                <a:spcPct val="100000"/>
              </a:lnSpc>
              <a:spcBef>
                <a:spcPts val="561"/>
              </a:spcBef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en-GB" sz="16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600" spc="-60" strike="noStrike">
                <a:solidFill>
                  <a:srgbClr val="000000"/>
                </a:solidFill>
                <a:latin typeface="Arial"/>
              </a:rPr>
              <a:t>%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  <a:p>
            <a:pPr marL="1892880">
              <a:lnSpc>
                <a:spcPct val="100000"/>
              </a:lnSpc>
              <a:spcBef>
                <a:spcPts val="570"/>
              </a:spcBef>
            </a:pPr>
            <a:r>
              <a:rPr b="0" lang="en-GB" sz="16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en-GB" sz="16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600" spc="-52" strike="noStrike">
                <a:solidFill>
                  <a:srgbClr val="000000"/>
                </a:solidFill>
                <a:latin typeface="Arial"/>
              </a:rPr>
              <a:t>%</a:t>
            </a:r>
            <a:endParaRPr b="0" lang="en-GB" sz="16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44" name="object 21"/>
          <p:cNvGrpSpPr/>
          <p:nvPr/>
        </p:nvGrpSpPr>
        <p:grpSpPr>
          <a:xfrm>
            <a:off x="5097960" y="2789280"/>
            <a:ext cx="2019960" cy="290520"/>
            <a:chOff x="5097960" y="2789280"/>
            <a:chExt cx="2019960" cy="290520"/>
          </a:xfrm>
        </p:grpSpPr>
        <p:sp>
          <p:nvSpPr>
            <p:cNvPr id="145" name="object 22"/>
            <p:cNvSpPr/>
            <p:nvPr/>
          </p:nvSpPr>
          <p:spPr>
            <a:xfrm>
              <a:off x="5097960" y="2874600"/>
              <a:ext cx="1015560" cy="119520"/>
            </a:xfrm>
            <a:custGeom>
              <a:avLst/>
              <a:gdLst>
                <a:gd name="textAreaLeft" fmla="*/ 0 w 1015560"/>
                <a:gd name="textAreaRight" fmla="*/ 1015920 w 1015560"/>
                <a:gd name="textAreaTop" fmla="*/ 0 h 119520"/>
                <a:gd name="textAreaBottom" fmla="*/ 119880 h 119520"/>
              </a:gdLst>
              <a:ahLst/>
              <a:rect l="textAreaLeft" t="textAreaTop" r="textAreaRight" b="textAreaBottom"/>
              <a:pathLst>
                <a:path w="1016000" h="120014">
                  <a:moveTo>
                    <a:pt x="510844" y="5041"/>
                  </a:moveTo>
                  <a:lnTo>
                    <a:pt x="0" y="5041"/>
                  </a:lnTo>
                  <a:lnTo>
                    <a:pt x="0" y="119888"/>
                  </a:lnTo>
                  <a:lnTo>
                    <a:pt x="255600" y="119888"/>
                  </a:lnTo>
                  <a:lnTo>
                    <a:pt x="510844" y="119888"/>
                  </a:lnTo>
                  <a:lnTo>
                    <a:pt x="510844" y="5041"/>
                  </a:lnTo>
                  <a:close/>
                </a:path>
                <a:path w="1016000" h="120014">
                  <a:moveTo>
                    <a:pt x="1015923" y="0"/>
                  </a:moveTo>
                  <a:lnTo>
                    <a:pt x="791641" y="0"/>
                  </a:lnTo>
                  <a:lnTo>
                    <a:pt x="791641" y="114846"/>
                  </a:lnTo>
                  <a:lnTo>
                    <a:pt x="903960" y="114846"/>
                  </a:lnTo>
                  <a:lnTo>
                    <a:pt x="1015923" y="114846"/>
                  </a:lnTo>
                  <a:lnTo>
                    <a:pt x="1015923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6" name="object 23"/>
            <p:cNvSpPr/>
            <p:nvPr/>
          </p:nvSpPr>
          <p:spPr>
            <a:xfrm>
              <a:off x="5609160" y="2955240"/>
              <a:ext cx="114120" cy="734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73440"/>
                <a:gd name="textAreaBottom" fmla="*/ 73800 h 73440"/>
              </a:gdLst>
              <a:ahLst/>
              <a:rect l="textAreaLeft" t="textAreaTop" r="textAreaRight" b="textAreaBottom"/>
              <a:pathLst>
                <a:path w="114300" h="73660">
                  <a:moveTo>
                    <a:pt x="114122" y="73075"/>
                  </a:moveTo>
                  <a:lnTo>
                    <a:pt x="0" y="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7" name="object 24"/>
            <p:cNvSpPr/>
            <p:nvPr/>
          </p:nvSpPr>
          <p:spPr>
            <a:xfrm>
              <a:off x="5727960" y="280404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69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44284" y="114833"/>
                  </a:lnTo>
                  <a:lnTo>
                    <a:pt x="88569" y="114833"/>
                  </a:lnTo>
                  <a:lnTo>
                    <a:pt x="88569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48" name="object 25"/>
            <p:cNvSpPr/>
            <p:nvPr/>
          </p:nvSpPr>
          <p:spPr>
            <a:xfrm>
              <a:off x="5609160" y="2842200"/>
              <a:ext cx="300600" cy="18828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188280"/>
                <a:gd name="textAreaBottom" fmla="*/ 188640 h 188280"/>
              </a:gdLst>
              <a:ahLst/>
              <a:rect l="textAreaLeft" t="textAreaTop" r="textAreaRight" b="textAreaBottom"/>
              <a:pathLst>
                <a:path w="300989" h="188594">
                  <a:moveTo>
                    <a:pt x="118795" y="0"/>
                  </a:moveTo>
                  <a:lnTo>
                    <a:pt x="0" y="92887"/>
                  </a:lnTo>
                </a:path>
                <a:path w="300989" h="188594">
                  <a:moveTo>
                    <a:pt x="294487" y="77038"/>
                  </a:moveTo>
                  <a:lnTo>
                    <a:pt x="180365" y="3962"/>
                  </a:lnTo>
                </a:path>
                <a:path w="300989" h="188594">
                  <a:moveTo>
                    <a:pt x="300596" y="95402"/>
                  </a:moveTo>
                  <a:lnTo>
                    <a:pt x="181800" y="188277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49" name="object 26"/>
            <p:cNvSpPr/>
            <p:nvPr/>
          </p:nvSpPr>
          <p:spPr>
            <a:xfrm>
              <a:off x="5723280" y="296532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5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44284" y="114833"/>
                  </a:lnTo>
                  <a:lnTo>
                    <a:pt x="88557" y="114833"/>
                  </a:lnTo>
                  <a:lnTo>
                    <a:pt x="88557" y="0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0" name="object 27"/>
            <p:cNvSpPr/>
            <p:nvPr/>
          </p:nvSpPr>
          <p:spPr>
            <a:xfrm>
              <a:off x="6395400" y="2867400"/>
              <a:ext cx="224280" cy="114480"/>
            </a:xfrm>
            <a:custGeom>
              <a:avLst/>
              <a:gdLst>
                <a:gd name="textAreaLeft" fmla="*/ 0 w 224280"/>
                <a:gd name="textAreaRight" fmla="*/ 224640 w 22428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224790" h="114935">
                  <a:moveTo>
                    <a:pt x="224282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112318" y="114833"/>
                  </a:lnTo>
                  <a:lnTo>
                    <a:pt x="224282" y="114833"/>
                  </a:lnTo>
                  <a:lnTo>
                    <a:pt x="224282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1" name="object 28"/>
            <p:cNvSpPr/>
            <p:nvPr/>
          </p:nvSpPr>
          <p:spPr>
            <a:xfrm>
              <a:off x="6114960" y="2948040"/>
              <a:ext cx="114120" cy="734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73440"/>
                <a:gd name="textAreaBottom" fmla="*/ 73800 h 73440"/>
              </a:gdLst>
              <a:ahLst/>
              <a:rect l="textAreaLeft" t="textAreaTop" r="textAreaRight" b="textAreaBottom"/>
              <a:pathLst>
                <a:path w="114300" h="73660">
                  <a:moveTo>
                    <a:pt x="114122" y="73075"/>
                  </a:moveTo>
                  <a:lnTo>
                    <a:pt x="0" y="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2" name="object 29"/>
            <p:cNvSpPr/>
            <p:nvPr/>
          </p:nvSpPr>
          <p:spPr>
            <a:xfrm>
              <a:off x="6233760" y="279684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5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44284" y="114833"/>
                  </a:lnTo>
                  <a:lnTo>
                    <a:pt x="88557" y="114833"/>
                  </a:lnTo>
                  <a:lnTo>
                    <a:pt x="88557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3" name="object 30"/>
            <p:cNvSpPr/>
            <p:nvPr/>
          </p:nvSpPr>
          <p:spPr>
            <a:xfrm>
              <a:off x="6114960" y="2835000"/>
              <a:ext cx="300600" cy="18828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188280"/>
                <a:gd name="textAreaBottom" fmla="*/ 188640 h 188280"/>
              </a:gdLst>
              <a:ahLst/>
              <a:rect l="textAreaLeft" t="textAreaTop" r="textAreaRight" b="textAreaBottom"/>
              <a:pathLst>
                <a:path w="300989" h="188594">
                  <a:moveTo>
                    <a:pt x="118795" y="0"/>
                  </a:moveTo>
                  <a:lnTo>
                    <a:pt x="0" y="92887"/>
                  </a:lnTo>
                </a:path>
                <a:path w="300989" h="188594">
                  <a:moveTo>
                    <a:pt x="294474" y="77038"/>
                  </a:moveTo>
                  <a:lnTo>
                    <a:pt x="180352" y="3962"/>
                  </a:lnTo>
                </a:path>
                <a:path w="300989" h="188594">
                  <a:moveTo>
                    <a:pt x="300596" y="95402"/>
                  </a:moveTo>
                  <a:lnTo>
                    <a:pt x="181800" y="18829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4" name="object 31"/>
            <p:cNvSpPr/>
            <p:nvPr/>
          </p:nvSpPr>
          <p:spPr>
            <a:xfrm>
              <a:off x="6229080" y="295812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5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44272" y="114833"/>
                  </a:lnTo>
                  <a:lnTo>
                    <a:pt x="88557" y="114833"/>
                  </a:lnTo>
                  <a:lnTo>
                    <a:pt x="88557" y="0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5" name="object 32"/>
            <p:cNvSpPr/>
            <p:nvPr/>
          </p:nvSpPr>
          <p:spPr>
            <a:xfrm>
              <a:off x="6893640" y="2859840"/>
              <a:ext cx="224280" cy="114480"/>
            </a:xfrm>
            <a:custGeom>
              <a:avLst/>
              <a:gdLst>
                <a:gd name="textAreaLeft" fmla="*/ 0 w 224280"/>
                <a:gd name="textAreaRight" fmla="*/ 224640 w 22428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224790" h="114935">
                  <a:moveTo>
                    <a:pt x="224281" y="0"/>
                  </a:moveTo>
                  <a:lnTo>
                    <a:pt x="0" y="0"/>
                  </a:lnTo>
                  <a:lnTo>
                    <a:pt x="0" y="114846"/>
                  </a:lnTo>
                  <a:lnTo>
                    <a:pt x="112318" y="114846"/>
                  </a:lnTo>
                  <a:lnTo>
                    <a:pt x="224281" y="114846"/>
                  </a:lnTo>
                  <a:lnTo>
                    <a:pt x="224281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6" name="object 33"/>
            <p:cNvSpPr/>
            <p:nvPr/>
          </p:nvSpPr>
          <p:spPr>
            <a:xfrm>
              <a:off x="6613200" y="2940480"/>
              <a:ext cx="114120" cy="734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73440"/>
                <a:gd name="textAreaBottom" fmla="*/ 73800 h 73440"/>
              </a:gdLst>
              <a:ahLst/>
              <a:rect l="textAreaLeft" t="textAreaTop" r="textAreaRight" b="textAreaBottom"/>
              <a:pathLst>
                <a:path w="114300" h="73660">
                  <a:moveTo>
                    <a:pt x="114122" y="73075"/>
                  </a:moveTo>
                  <a:lnTo>
                    <a:pt x="0" y="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7" name="object 34"/>
            <p:cNvSpPr/>
            <p:nvPr/>
          </p:nvSpPr>
          <p:spPr>
            <a:xfrm>
              <a:off x="6732000" y="278928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57" y="0"/>
                  </a:moveTo>
                  <a:lnTo>
                    <a:pt x="0" y="0"/>
                  </a:lnTo>
                  <a:lnTo>
                    <a:pt x="0" y="114846"/>
                  </a:lnTo>
                  <a:lnTo>
                    <a:pt x="44272" y="114846"/>
                  </a:lnTo>
                  <a:lnTo>
                    <a:pt x="88557" y="114846"/>
                  </a:lnTo>
                  <a:lnTo>
                    <a:pt x="88557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58" name="object 35"/>
            <p:cNvSpPr/>
            <p:nvPr/>
          </p:nvSpPr>
          <p:spPr>
            <a:xfrm>
              <a:off x="6613200" y="2827440"/>
              <a:ext cx="300600" cy="18828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188280"/>
                <a:gd name="textAreaBottom" fmla="*/ 188640 h 188280"/>
              </a:gdLst>
              <a:ahLst/>
              <a:rect l="textAreaLeft" t="textAreaTop" r="textAreaRight" b="textAreaBottom"/>
              <a:pathLst>
                <a:path w="300990" h="188594">
                  <a:moveTo>
                    <a:pt x="118808" y="0"/>
                  </a:moveTo>
                  <a:lnTo>
                    <a:pt x="0" y="92875"/>
                  </a:lnTo>
                </a:path>
                <a:path w="300990" h="188594">
                  <a:moveTo>
                    <a:pt x="294487" y="77038"/>
                  </a:moveTo>
                  <a:lnTo>
                    <a:pt x="180365" y="3962"/>
                  </a:lnTo>
                </a:path>
                <a:path w="300990" h="188594">
                  <a:moveTo>
                    <a:pt x="300608" y="95402"/>
                  </a:moveTo>
                  <a:lnTo>
                    <a:pt x="181800" y="188277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59" name="object 36"/>
            <p:cNvSpPr/>
            <p:nvPr/>
          </p:nvSpPr>
          <p:spPr>
            <a:xfrm>
              <a:off x="6727320" y="295056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5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44284" y="114833"/>
                  </a:lnTo>
                  <a:lnTo>
                    <a:pt x="88557" y="114833"/>
                  </a:lnTo>
                  <a:lnTo>
                    <a:pt x="88557" y="0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60" name="object 37"/>
          <p:cNvGrpSpPr/>
          <p:nvPr/>
        </p:nvGrpSpPr>
        <p:grpSpPr>
          <a:xfrm>
            <a:off x="7371000" y="2869560"/>
            <a:ext cx="718200" cy="108360"/>
            <a:chOff x="7371000" y="2869560"/>
            <a:chExt cx="718200" cy="108360"/>
          </a:xfrm>
        </p:grpSpPr>
        <p:sp>
          <p:nvSpPr>
            <p:cNvPr id="161" name="object 38"/>
            <p:cNvSpPr/>
            <p:nvPr/>
          </p:nvSpPr>
          <p:spPr>
            <a:xfrm>
              <a:off x="7371000" y="2923560"/>
              <a:ext cx="617040" cy="360"/>
            </a:xfrm>
            <a:custGeom>
              <a:avLst/>
              <a:gdLst>
                <a:gd name="textAreaLeft" fmla="*/ 0 w 617040"/>
                <a:gd name="textAreaRight" fmla="*/ 617400 w 6170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617220" h="0">
                  <a:moveTo>
                    <a:pt x="0" y="0"/>
                  </a:moveTo>
                  <a:lnTo>
                    <a:pt x="617042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2" name="object 39"/>
            <p:cNvSpPr/>
            <p:nvPr/>
          </p:nvSpPr>
          <p:spPr>
            <a:xfrm>
              <a:off x="7980840" y="28695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63" name="object 40"/>
          <p:cNvSpPr/>
          <p:nvPr/>
        </p:nvSpPr>
        <p:spPr>
          <a:xfrm>
            <a:off x="8285040" y="2842920"/>
            <a:ext cx="510840" cy="114480"/>
          </a:xfrm>
          <a:custGeom>
            <a:avLst/>
            <a:gdLst>
              <a:gd name="textAreaLeft" fmla="*/ 0 w 510840"/>
              <a:gd name="textAreaRight" fmla="*/ 511200 w 510840"/>
              <a:gd name="textAreaTop" fmla="*/ 0 h 114480"/>
              <a:gd name="textAreaBottom" fmla="*/ 114840 h 114480"/>
            </a:gdLst>
            <a:ahLst/>
            <a:rect l="textAreaLeft" t="textAreaTop" r="textAreaRight" b="textAreaBottom"/>
            <a:pathLst>
              <a:path w="511175" h="114935">
                <a:moveTo>
                  <a:pt x="510844" y="0"/>
                </a:moveTo>
                <a:lnTo>
                  <a:pt x="0" y="0"/>
                </a:lnTo>
                <a:lnTo>
                  <a:pt x="0" y="114833"/>
                </a:lnTo>
                <a:lnTo>
                  <a:pt x="255600" y="114833"/>
                </a:lnTo>
                <a:lnTo>
                  <a:pt x="510844" y="114833"/>
                </a:lnTo>
                <a:lnTo>
                  <a:pt x="510844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4" name="object 41"/>
          <p:cNvSpPr/>
          <p:nvPr/>
        </p:nvSpPr>
        <p:spPr>
          <a:xfrm>
            <a:off x="8322480" y="3035880"/>
            <a:ext cx="224280" cy="114480"/>
          </a:xfrm>
          <a:custGeom>
            <a:avLst/>
            <a:gdLst>
              <a:gd name="textAreaLeft" fmla="*/ 0 w 224280"/>
              <a:gd name="textAreaRight" fmla="*/ 224640 w 224280"/>
              <a:gd name="textAreaTop" fmla="*/ 0 h 114480"/>
              <a:gd name="textAreaBottom" fmla="*/ 114840 h 114480"/>
            </a:gdLst>
            <a:ahLst/>
            <a:rect l="textAreaLeft" t="textAreaTop" r="textAreaRight" b="textAreaBottom"/>
            <a:pathLst>
              <a:path w="224790" h="114935">
                <a:moveTo>
                  <a:pt x="224281" y="0"/>
                </a:moveTo>
                <a:lnTo>
                  <a:pt x="0" y="0"/>
                </a:lnTo>
                <a:lnTo>
                  <a:pt x="0" y="114833"/>
                </a:lnTo>
                <a:lnTo>
                  <a:pt x="112318" y="114833"/>
                </a:lnTo>
                <a:lnTo>
                  <a:pt x="224281" y="114833"/>
                </a:lnTo>
                <a:lnTo>
                  <a:pt x="224281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object 42"/>
          <p:cNvSpPr/>
          <p:nvPr/>
        </p:nvSpPr>
        <p:spPr>
          <a:xfrm>
            <a:off x="8308080" y="3226320"/>
            <a:ext cx="224280" cy="114480"/>
          </a:xfrm>
          <a:custGeom>
            <a:avLst/>
            <a:gdLst>
              <a:gd name="textAreaLeft" fmla="*/ 0 w 224280"/>
              <a:gd name="textAreaRight" fmla="*/ 224640 w 224280"/>
              <a:gd name="textAreaTop" fmla="*/ 0 h 114480"/>
              <a:gd name="textAreaBottom" fmla="*/ 114840 h 114480"/>
            </a:gdLst>
            <a:ahLst/>
            <a:rect l="textAreaLeft" t="textAreaTop" r="textAreaRight" b="textAreaBottom"/>
            <a:pathLst>
              <a:path w="224790" h="114935">
                <a:moveTo>
                  <a:pt x="224269" y="0"/>
                </a:moveTo>
                <a:lnTo>
                  <a:pt x="0" y="0"/>
                </a:lnTo>
                <a:lnTo>
                  <a:pt x="0" y="114833"/>
                </a:lnTo>
                <a:lnTo>
                  <a:pt x="112318" y="114833"/>
                </a:lnTo>
                <a:lnTo>
                  <a:pt x="224269" y="114833"/>
                </a:lnTo>
                <a:lnTo>
                  <a:pt x="224269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6" name="object 43"/>
          <p:cNvSpPr/>
          <p:nvPr/>
        </p:nvSpPr>
        <p:spPr>
          <a:xfrm>
            <a:off x="8307720" y="3409560"/>
            <a:ext cx="224280" cy="114480"/>
          </a:xfrm>
          <a:custGeom>
            <a:avLst/>
            <a:gdLst>
              <a:gd name="textAreaLeft" fmla="*/ 0 w 224280"/>
              <a:gd name="textAreaRight" fmla="*/ 224640 w 224280"/>
              <a:gd name="textAreaTop" fmla="*/ 0 h 114480"/>
              <a:gd name="textAreaBottom" fmla="*/ 114840 h 114480"/>
            </a:gdLst>
            <a:ahLst/>
            <a:rect l="textAreaLeft" t="textAreaTop" r="textAreaRight" b="textAreaBottom"/>
            <a:pathLst>
              <a:path w="224790" h="114935">
                <a:moveTo>
                  <a:pt x="224282" y="0"/>
                </a:moveTo>
                <a:lnTo>
                  <a:pt x="0" y="0"/>
                </a:lnTo>
                <a:lnTo>
                  <a:pt x="0" y="114846"/>
                </a:lnTo>
                <a:lnTo>
                  <a:pt x="112318" y="114846"/>
                </a:lnTo>
                <a:lnTo>
                  <a:pt x="224282" y="114846"/>
                </a:lnTo>
                <a:lnTo>
                  <a:pt x="224282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167" name="object 44"/>
          <p:cNvGrpSpPr/>
          <p:nvPr/>
        </p:nvGrpSpPr>
        <p:grpSpPr>
          <a:xfrm>
            <a:off x="6126840" y="3184200"/>
            <a:ext cx="108360" cy="612720"/>
            <a:chOff x="6126840" y="3184200"/>
            <a:chExt cx="108360" cy="612720"/>
          </a:xfrm>
        </p:grpSpPr>
        <p:sp>
          <p:nvSpPr>
            <p:cNvPr id="168" name="object 45"/>
            <p:cNvSpPr/>
            <p:nvPr/>
          </p:nvSpPr>
          <p:spPr>
            <a:xfrm>
              <a:off x="6180480" y="3184200"/>
              <a:ext cx="9720" cy="51192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511920"/>
                <a:gd name="textAreaBottom" fmla="*/ 512280 h 511920"/>
              </a:gdLst>
              <a:ahLst/>
              <a:rect l="textAreaLeft" t="textAreaTop" r="textAreaRight" b="textAreaBottom"/>
              <a:pathLst>
                <a:path w="10160" h="512445">
                  <a:moveTo>
                    <a:pt x="9715" y="0"/>
                  </a:moveTo>
                  <a:lnTo>
                    <a:pt x="0" y="512279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69" name="object 46"/>
            <p:cNvSpPr/>
            <p:nvPr/>
          </p:nvSpPr>
          <p:spPr>
            <a:xfrm>
              <a:off x="6126840" y="3688200"/>
              <a:ext cx="108360" cy="10872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720"/>
                <a:gd name="textAreaBottom" fmla="*/ 109080 h 108720"/>
              </a:gdLst>
              <a:ahLst/>
              <a:rect l="textAreaLeft" t="textAreaTop" r="textAreaRight" b="textAreaBottom"/>
              <a:pathLst>
                <a:path w="108585" h="109220">
                  <a:moveTo>
                    <a:pt x="0" y="0"/>
                  </a:moveTo>
                  <a:lnTo>
                    <a:pt x="51841" y="109080"/>
                  </a:lnTo>
                  <a:lnTo>
                    <a:pt x="108000" y="2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70" name="object 47"/>
          <p:cNvSpPr/>
          <p:nvPr/>
        </p:nvSpPr>
        <p:spPr>
          <a:xfrm>
            <a:off x="5297760" y="4507200"/>
            <a:ext cx="1658160" cy="144360"/>
          </a:xfrm>
          <a:custGeom>
            <a:avLst/>
            <a:gdLst>
              <a:gd name="textAreaLeft" fmla="*/ 0 w 1658160"/>
              <a:gd name="textAreaRight" fmla="*/ 1658520 w 165816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658620" h="144779">
                <a:moveTo>
                  <a:pt x="1658531" y="0"/>
                </a:moveTo>
                <a:lnTo>
                  <a:pt x="0" y="0"/>
                </a:lnTo>
                <a:lnTo>
                  <a:pt x="0" y="144360"/>
                </a:lnTo>
                <a:lnTo>
                  <a:pt x="829449" y="144360"/>
                </a:lnTo>
                <a:lnTo>
                  <a:pt x="1658531" y="144360"/>
                </a:lnTo>
                <a:lnTo>
                  <a:pt x="1658531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265680" y="163800"/>
            <a:ext cx="465804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Limitations</a:t>
            </a:r>
            <a:r>
              <a:rPr b="1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1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De</a:t>
            </a:r>
            <a:r>
              <a:rPr b="1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Bruijn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Graph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assemblers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object 2"/>
          <p:cNvGrpSpPr/>
          <p:nvPr/>
        </p:nvGrpSpPr>
        <p:grpSpPr>
          <a:xfrm>
            <a:off x="893520" y="1593360"/>
            <a:ext cx="2744640" cy="1109160"/>
            <a:chOff x="893520" y="1593360"/>
            <a:chExt cx="2744640" cy="1109160"/>
          </a:xfrm>
        </p:grpSpPr>
        <p:sp>
          <p:nvSpPr>
            <p:cNvPr id="173" name="object 3"/>
            <p:cNvSpPr/>
            <p:nvPr/>
          </p:nvSpPr>
          <p:spPr>
            <a:xfrm>
              <a:off x="1505880" y="2027880"/>
              <a:ext cx="1658160" cy="144360"/>
            </a:xfrm>
            <a:custGeom>
              <a:avLst/>
              <a:gdLst>
                <a:gd name="textAreaLeft" fmla="*/ 0 w 1658160"/>
                <a:gd name="textAreaRight" fmla="*/ 1658520 w 165816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658620" h="144780">
                  <a:moveTo>
                    <a:pt x="1658518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829437" y="144360"/>
                  </a:lnTo>
                  <a:lnTo>
                    <a:pt x="1658518" y="144360"/>
                  </a:lnTo>
                  <a:lnTo>
                    <a:pt x="1658518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4" name="object 4"/>
            <p:cNvSpPr/>
            <p:nvPr/>
          </p:nvSpPr>
          <p:spPr>
            <a:xfrm>
              <a:off x="2106360" y="2027880"/>
              <a:ext cx="127800" cy="144360"/>
            </a:xfrm>
            <a:custGeom>
              <a:avLst/>
              <a:gdLst>
                <a:gd name="textAreaLeft" fmla="*/ 0 w 127800"/>
                <a:gd name="textAreaRight" fmla="*/ 128160 w 12780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28269" h="144780">
                  <a:moveTo>
                    <a:pt x="127800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64084" y="144360"/>
                  </a:lnTo>
                  <a:lnTo>
                    <a:pt x="127800" y="144360"/>
                  </a:lnTo>
                  <a:lnTo>
                    <a:pt x="127800" y="0"/>
                  </a:lnTo>
                  <a:close/>
                </a:path>
              </a:pathLst>
            </a:custGeom>
            <a:solidFill>
              <a:srgbClr val="f00c0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5" name="object 5"/>
            <p:cNvSpPr/>
            <p:nvPr/>
          </p:nvSpPr>
          <p:spPr>
            <a:xfrm>
              <a:off x="893520" y="1593360"/>
              <a:ext cx="2744640" cy="1109160"/>
            </a:xfrm>
            <a:custGeom>
              <a:avLst/>
              <a:gdLst>
                <a:gd name="textAreaLeft" fmla="*/ 0 w 2744640"/>
                <a:gd name="textAreaRight" fmla="*/ 2745000 w 2744640"/>
                <a:gd name="textAreaTop" fmla="*/ 0 h 1109160"/>
                <a:gd name="textAreaBottom" fmla="*/ 1109520 h 1109160"/>
              </a:gdLst>
              <a:ahLst/>
              <a:rect l="textAreaLeft" t="textAreaTop" r="textAreaRight" b="textAreaBottom"/>
              <a:pathLst>
                <a:path w="2745104" h="1109345">
                  <a:moveTo>
                    <a:pt x="2744635" y="554405"/>
                  </a:moveTo>
                  <a:lnTo>
                    <a:pt x="2740773" y="595947"/>
                  </a:lnTo>
                  <a:lnTo>
                    <a:pt x="2729261" y="637135"/>
                  </a:lnTo>
                  <a:lnTo>
                    <a:pt x="2710204" y="677794"/>
                  </a:lnTo>
                  <a:lnTo>
                    <a:pt x="2683710" y="717746"/>
                  </a:lnTo>
                  <a:lnTo>
                    <a:pt x="2649885" y="756817"/>
                  </a:lnTo>
                  <a:lnTo>
                    <a:pt x="2608838" y="794830"/>
                  </a:lnTo>
                  <a:lnTo>
                    <a:pt x="2560675" y="831608"/>
                  </a:lnTo>
                  <a:lnTo>
                    <a:pt x="2526577" y="854229"/>
                  </a:lnTo>
                  <a:lnTo>
                    <a:pt x="2489920" y="876118"/>
                  </a:lnTo>
                  <a:lnTo>
                    <a:pt x="2450786" y="897244"/>
                  </a:lnTo>
                  <a:lnTo>
                    <a:pt x="2409258" y="917571"/>
                  </a:lnTo>
                  <a:lnTo>
                    <a:pt x="2365418" y="937065"/>
                  </a:lnTo>
                  <a:lnTo>
                    <a:pt x="2319350" y="955693"/>
                  </a:lnTo>
                  <a:lnTo>
                    <a:pt x="2271136" y="973420"/>
                  </a:lnTo>
                  <a:lnTo>
                    <a:pt x="2220859" y="990213"/>
                  </a:lnTo>
                  <a:lnTo>
                    <a:pt x="2168602" y="1006037"/>
                  </a:lnTo>
                  <a:lnTo>
                    <a:pt x="2114448" y="1020858"/>
                  </a:lnTo>
                  <a:lnTo>
                    <a:pt x="2058479" y="1034643"/>
                  </a:lnTo>
                  <a:lnTo>
                    <a:pt x="2013386" y="1044704"/>
                  </a:lnTo>
                  <a:lnTo>
                    <a:pt x="1967476" y="1054055"/>
                  </a:lnTo>
                  <a:lnTo>
                    <a:pt x="1920802" y="1062689"/>
                  </a:lnTo>
                  <a:lnTo>
                    <a:pt x="1873419" y="1070602"/>
                  </a:lnTo>
                  <a:lnTo>
                    <a:pt x="1825380" y="1077787"/>
                  </a:lnTo>
                  <a:lnTo>
                    <a:pt x="1776737" y="1084239"/>
                  </a:lnTo>
                  <a:lnTo>
                    <a:pt x="1727546" y="1089953"/>
                  </a:lnTo>
                  <a:lnTo>
                    <a:pt x="1677858" y="1094923"/>
                  </a:lnTo>
                  <a:lnTo>
                    <a:pt x="1627729" y="1099144"/>
                  </a:lnTo>
                  <a:lnTo>
                    <a:pt x="1577211" y="1102609"/>
                  </a:lnTo>
                  <a:lnTo>
                    <a:pt x="1526358" y="1105314"/>
                  </a:lnTo>
                  <a:lnTo>
                    <a:pt x="1475223" y="1107253"/>
                  </a:lnTo>
                  <a:lnTo>
                    <a:pt x="1423860" y="1108421"/>
                  </a:lnTo>
                  <a:lnTo>
                    <a:pt x="1372323" y="1108811"/>
                  </a:lnTo>
                  <a:lnTo>
                    <a:pt x="1320784" y="1108421"/>
                  </a:lnTo>
                  <a:lnTo>
                    <a:pt x="1269419" y="1107253"/>
                  </a:lnTo>
                  <a:lnTo>
                    <a:pt x="1218283" y="1105314"/>
                  </a:lnTo>
                  <a:lnTo>
                    <a:pt x="1167428" y="1102609"/>
                  </a:lnTo>
                  <a:lnTo>
                    <a:pt x="1116909" y="1099144"/>
                  </a:lnTo>
                  <a:lnTo>
                    <a:pt x="1066778" y="1094923"/>
                  </a:lnTo>
                  <a:lnTo>
                    <a:pt x="1017090" y="1089953"/>
                  </a:lnTo>
                  <a:lnTo>
                    <a:pt x="967898" y="1084239"/>
                  </a:lnTo>
                  <a:lnTo>
                    <a:pt x="919255" y="1077787"/>
                  </a:lnTo>
                  <a:lnTo>
                    <a:pt x="871215" y="1070602"/>
                  </a:lnTo>
                  <a:lnTo>
                    <a:pt x="823832" y="1062689"/>
                  </a:lnTo>
                  <a:lnTo>
                    <a:pt x="777158" y="1054055"/>
                  </a:lnTo>
                  <a:lnTo>
                    <a:pt x="731248" y="1044704"/>
                  </a:lnTo>
                  <a:lnTo>
                    <a:pt x="686155" y="1034643"/>
                  </a:lnTo>
                  <a:lnTo>
                    <a:pt x="630189" y="1020858"/>
                  </a:lnTo>
                  <a:lnTo>
                    <a:pt x="576037" y="1006037"/>
                  </a:lnTo>
                  <a:lnTo>
                    <a:pt x="523782" y="990213"/>
                  </a:lnTo>
                  <a:lnTo>
                    <a:pt x="473507" y="973420"/>
                  </a:lnTo>
                  <a:lnTo>
                    <a:pt x="425294" y="955693"/>
                  </a:lnTo>
                  <a:lnTo>
                    <a:pt x="379226" y="937065"/>
                  </a:lnTo>
                  <a:lnTo>
                    <a:pt x="335385" y="917571"/>
                  </a:lnTo>
                  <a:lnTo>
                    <a:pt x="293856" y="897244"/>
                  </a:lnTo>
                  <a:lnTo>
                    <a:pt x="254720" y="876118"/>
                  </a:lnTo>
                  <a:lnTo>
                    <a:pt x="218060" y="854229"/>
                  </a:lnTo>
                  <a:lnTo>
                    <a:pt x="183959" y="831608"/>
                  </a:lnTo>
                  <a:lnTo>
                    <a:pt x="135796" y="794830"/>
                  </a:lnTo>
                  <a:lnTo>
                    <a:pt x="94749" y="756817"/>
                  </a:lnTo>
                  <a:lnTo>
                    <a:pt x="60925" y="717746"/>
                  </a:lnTo>
                  <a:lnTo>
                    <a:pt x="34430" y="677794"/>
                  </a:lnTo>
                  <a:lnTo>
                    <a:pt x="15374" y="637135"/>
                  </a:lnTo>
                  <a:lnTo>
                    <a:pt x="3861" y="595947"/>
                  </a:lnTo>
                  <a:lnTo>
                    <a:pt x="0" y="554405"/>
                  </a:lnTo>
                  <a:lnTo>
                    <a:pt x="3861" y="512864"/>
                  </a:lnTo>
                  <a:lnTo>
                    <a:pt x="15374" y="471676"/>
                  </a:lnTo>
                  <a:lnTo>
                    <a:pt x="34430" y="431017"/>
                  </a:lnTo>
                  <a:lnTo>
                    <a:pt x="60925" y="391064"/>
                  </a:lnTo>
                  <a:lnTo>
                    <a:pt x="94749" y="351993"/>
                  </a:lnTo>
                  <a:lnTo>
                    <a:pt x="135796" y="313981"/>
                  </a:lnTo>
                  <a:lnTo>
                    <a:pt x="183959" y="277202"/>
                  </a:lnTo>
                  <a:lnTo>
                    <a:pt x="218060" y="254582"/>
                  </a:lnTo>
                  <a:lnTo>
                    <a:pt x="254720" y="232692"/>
                  </a:lnTo>
                  <a:lnTo>
                    <a:pt x="293856" y="211567"/>
                  </a:lnTo>
                  <a:lnTo>
                    <a:pt x="335385" y="191240"/>
                  </a:lnTo>
                  <a:lnTo>
                    <a:pt x="379226" y="171746"/>
                  </a:lnTo>
                  <a:lnTo>
                    <a:pt x="425294" y="153118"/>
                  </a:lnTo>
                  <a:lnTo>
                    <a:pt x="473507" y="135391"/>
                  </a:lnTo>
                  <a:lnTo>
                    <a:pt x="523782" y="118598"/>
                  </a:lnTo>
                  <a:lnTo>
                    <a:pt x="576037" y="102774"/>
                  </a:lnTo>
                  <a:lnTo>
                    <a:pt x="630189" y="87952"/>
                  </a:lnTo>
                  <a:lnTo>
                    <a:pt x="686155" y="74168"/>
                  </a:lnTo>
                  <a:lnTo>
                    <a:pt x="731248" y="64106"/>
                  </a:lnTo>
                  <a:lnTo>
                    <a:pt x="777158" y="54756"/>
                  </a:lnTo>
                  <a:lnTo>
                    <a:pt x="823832" y="46121"/>
                  </a:lnTo>
                  <a:lnTo>
                    <a:pt x="871215" y="38209"/>
                  </a:lnTo>
                  <a:lnTo>
                    <a:pt x="919255" y="31024"/>
                  </a:lnTo>
                  <a:lnTo>
                    <a:pt x="967898" y="24571"/>
                  </a:lnTo>
                  <a:lnTo>
                    <a:pt x="1017090" y="18857"/>
                  </a:lnTo>
                  <a:lnTo>
                    <a:pt x="1066778" y="13887"/>
                  </a:lnTo>
                  <a:lnTo>
                    <a:pt x="1116909" y="9667"/>
                  </a:lnTo>
                  <a:lnTo>
                    <a:pt x="1167428" y="6201"/>
                  </a:lnTo>
                  <a:lnTo>
                    <a:pt x="1218283" y="3496"/>
                  </a:lnTo>
                  <a:lnTo>
                    <a:pt x="1269419" y="1557"/>
                  </a:lnTo>
                  <a:lnTo>
                    <a:pt x="1320784" y="390"/>
                  </a:lnTo>
                  <a:lnTo>
                    <a:pt x="1372323" y="0"/>
                  </a:lnTo>
                  <a:lnTo>
                    <a:pt x="1423860" y="390"/>
                  </a:lnTo>
                  <a:lnTo>
                    <a:pt x="1475223" y="1557"/>
                  </a:lnTo>
                  <a:lnTo>
                    <a:pt x="1526358" y="3496"/>
                  </a:lnTo>
                  <a:lnTo>
                    <a:pt x="1577211" y="6201"/>
                  </a:lnTo>
                  <a:lnTo>
                    <a:pt x="1627729" y="9667"/>
                  </a:lnTo>
                  <a:lnTo>
                    <a:pt x="1677858" y="13887"/>
                  </a:lnTo>
                  <a:lnTo>
                    <a:pt x="1727546" y="18857"/>
                  </a:lnTo>
                  <a:lnTo>
                    <a:pt x="1776737" y="24571"/>
                  </a:lnTo>
                  <a:lnTo>
                    <a:pt x="1825380" y="31024"/>
                  </a:lnTo>
                  <a:lnTo>
                    <a:pt x="1873419" y="38209"/>
                  </a:lnTo>
                  <a:lnTo>
                    <a:pt x="1920802" y="46121"/>
                  </a:lnTo>
                  <a:lnTo>
                    <a:pt x="1967476" y="54756"/>
                  </a:lnTo>
                  <a:lnTo>
                    <a:pt x="2013386" y="64106"/>
                  </a:lnTo>
                  <a:lnTo>
                    <a:pt x="2058479" y="74168"/>
                  </a:lnTo>
                  <a:lnTo>
                    <a:pt x="2114448" y="87952"/>
                  </a:lnTo>
                  <a:lnTo>
                    <a:pt x="2168602" y="102774"/>
                  </a:lnTo>
                  <a:lnTo>
                    <a:pt x="2220859" y="118598"/>
                  </a:lnTo>
                  <a:lnTo>
                    <a:pt x="2271136" y="135391"/>
                  </a:lnTo>
                  <a:lnTo>
                    <a:pt x="2319350" y="153118"/>
                  </a:lnTo>
                  <a:lnTo>
                    <a:pt x="2365418" y="171746"/>
                  </a:lnTo>
                  <a:lnTo>
                    <a:pt x="2409258" y="191240"/>
                  </a:lnTo>
                  <a:lnTo>
                    <a:pt x="2450786" y="211567"/>
                  </a:lnTo>
                  <a:lnTo>
                    <a:pt x="2489920" y="232692"/>
                  </a:lnTo>
                  <a:lnTo>
                    <a:pt x="2526577" y="254582"/>
                  </a:lnTo>
                  <a:lnTo>
                    <a:pt x="2560675" y="277202"/>
                  </a:lnTo>
                  <a:lnTo>
                    <a:pt x="2608838" y="313981"/>
                  </a:lnTo>
                  <a:lnTo>
                    <a:pt x="2649885" y="351993"/>
                  </a:lnTo>
                  <a:lnTo>
                    <a:pt x="2683710" y="391064"/>
                  </a:lnTo>
                  <a:lnTo>
                    <a:pt x="2710204" y="431017"/>
                  </a:lnTo>
                  <a:lnTo>
                    <a:pt x="2729261" y="471676"/>
                  </a:lnTo>
                  <a:lnTo>
                    <a:pt x="2740773" y="512864"/>
                  </a:lnTo>
                  <a:lnTo>
                    <a:pt x="2744635" y="554405"/>
                  </a:lnTo>
                  <a:close/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76" name="object 6"/>
            <p:cNvSpPr/>
            <p:nvPr/>
          </p:nvSpPr>
          <p:spPr>
            <a:xfrm>
              <a:off x="1505880" y="2253240"/>
              <a:ext cx="1658160" cy="144360"/>
            </a:xfrm>
            <a:custGeom>
              <a:avLst/>
              <a:gdLst>
                <a:gd name="textAreaLeft" fmla="*/ 0 w 1658160"/>
                <a:gd name="textAreaRight" fmla="*/ 1658520 w 165816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658620" h="144780">
                  <a:moveTo>
                    <a:pt x="1658518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829437" y="144360"/>
                  </a:lnTo>
                  <a:lnTo>
                    <a:pt x="1658518" y="144360"/>
                  </a:lnTo>
                  <a:lnTo>
                    <a:pt x="1658518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77" name="object 7"/>
            <p:cNvSpPr/>
            <p:nvPr/>
          </p:nvSpPr>
          <p:spPr>
            <a:xfrm>
              <a:off x="2417760" y="2027880"/>
              <a:ext cx="480240" cy="144360"/>
            </a:xfrm>
            <a:custGeom>
              <a:avLst/>
              <a:gdLst>
                <a:gd name="textAreaLeft" fmla="*/ 0 w 480240"/>
                <a:gd name="textAreaRight" fmla="*/ 480600 w 48024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480694" h="144780">
                  <a:moveTo>
                    <a:pt x="127800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64071" y="144360"/>
                  </a:lnTo>
                  <a:lnTo>
                    <a:pt x="127800" y="144360"/>
                  </a:lnTo>
                  <a:lnTo>
                    <a:pt x="127800" y="0"/>
                  </a:lnTo>
                  <a:close/>
                </a:path>
                <a:path w="480694" h="144780">
                  <a:moveTo>
                    <a:pt x="480237" y="0"/>
                  </a:moveTo>
                  <a:lnTo>
                    <a:pt x="352437" y="0"/>
                  </a:lnTo>
                  <a:lnTo>
                    <a:pt x="352437" y="144360"/>
                  </a:lnTo>
                  <a:lnTo>
                    <a:pt x="416521" y="144360"/>
                  </a:lnTo>
                  <a:lnTo>
                    <a:pt x="480237" y="144360"/>
                  </a:lnTo>
                  <a:lnTo>
                    <a:pt x="480237" y="0"/>
                  </a:lnTo>
                  <a:close/>
                </a:path>
              </a:pathLst>
            </a:custGeom>
            <a:solidFill>
              <a:srgbClr val="f00c0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78" name="object 8"/>
          <p:cNvSpPr/>
          <p:nvPr/>
        </p:nvSpPr>
        <p:spPr>
          <a:xfrm>
            <a:off x="1695600" y="1132920"/>
            <a:ext cx="6087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SNVs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79" name="object 9"/>
          <p:cNvGrpSpPr/>
          <p:nvPr/>
        </p:nvGrpSpPr>
        <p:grpSpPr>
          <a:xfrm>
            <a:off x="5097960" y="2789280"/>
            <a:ext cx="2019960" cy="290520"/>
            <a:chOff x="5097960" y="2789280"/>
            <a:chExt cx="2019960" cy="290520"/>
          </a:xfrm>
        </p:grpSpPr>
        <p:sp>
          <p:nvSpPr>
            <p:cNvPr id="180" name="object 10"/>
            <p:cNvSpPr/>
            <p:nvPr/>
          </p:nvSpPr>
          <p:spPr>
            <a:xfrm>
              <a:off x="5097960" y="2874600"/>
              <a:ext cx="1015560" cy="119520"/>
            </a:xfrm>
            <a:custGeom>
              <a:avLst/>
              <a:gdLst>
                <a:gd name="textAreaLeft" fmla="*/ 0 w 1015560"/>
                <a:gd name="textAreaRight" fmla="*/ 1015920 w 1015560"/>
                <a:gd name="textAreaTop" fmla="*/ 0 h 119520"/>
                <a:gd name="textAreaBottom" fmla="*/ 119880 h 119520"/>
              </a:gdLst>
              <a:ahLst/>
              <a:rect l="textAreaLeft" t="textAreaTop" r="textAreaRight" b="textAreaBottom"/>
              <a:pathLst>
                <a:path w="1016000" h="120014">
                  <a:moveTo>
                    <a:pt x="510844" y="5041"/>
                  </a:moveTo>
                  <a:lnTo>
                    <a:pt x="0" y="5041"/>
                  </a:lnTo>
                  <a:lnTo>
                    <a:pt x="0" y="119888"/>
                  </a:lnTo>
                  <a:lnTo>
                    <a:pt x="255600" y="119888"/>
                  </a:lnTo>
                  <a:lnTo>
                    <a:pt x="510844" y="119888"/>
                  </a:lnTo>
                  <a:lnTo>
                    <a:pt x="510844" y="5041"/>
                  </a:lnTo>
                  <a:close/>
                </a:path>
                <a:path w="1016000" h="120014">
                  <a:moveTo>
                    <a:pt x="1015923" y="0"/>
                  </a:moveTo>
                  <a:lnTo>
                    <a:pt x="791641" y="0"/>
                  </a:lnTo>
                  <a:lnTo>
                    <a:pt x="791641" y="114846"/>
                  </a:lnTo>
                  <a:lnTo>
                    <a:pt x="903960" y="114846"/>
                  </a:lnTo>
                  <a:lnTo>
                    <a:pt x="1015923" y="114846"/>
                  </a:lnTo>
                  <a:lnTo>
                    <a:pt x="1015923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1" name="object 11"/>
            <p:cNvSpPr/>
            <p:nvPr/>
          </p:nvSpPr>
          <p:spPr>
            <a:xfrm>
              <a:off x="5609160" y="2955240"/>
              <a:ext cx="114120" cy="734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73440"/>
                <a:gd name="textAreaBottom" fmla="*/ 73800 h 73440"/>
              </a:gdLst>
              <a:ahLst/>
              <a:rect l="textAreaLeft" t="textAreaTop" r="textAreaRight" b="textAreaBottom"/>
              <a:pathLst>
                <a:path w="114300" h="73660">
                  <a:moveTo>
                    <a:pt x="114122" y="73075"/>
                  </a:moveTo>
                  <a:lnTo>
                    <a:pt x="0" y="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2" name="object 12"/>
            <p:cNvSpPr/>
            <p:nvPr/>
          </p:nvSpPr>
          <p:spPr>
            <a:xfrm>
              <a:off x="5727960" y="280404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69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44284" y="114833"/>
                  </a:lnTo>
                  <a:lnTo>
                    <a:pt x="88569" y="114833"/>
                  </a:lnTo>
                  <a:lnTo>
                    <a:pt x="88569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3" name="object 13"/>
            <p:cNvSpPr/>
            <p:nvPr/>
          </p:nvSpPr>
          <p:spPr>
            <a:xfrm>
              <a:off x="5609160" y="2842200"/>
              <a:ext cx="300600" cy="18828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188280"/>
                <a:gd name="textAreaBottom" fmla="*/ 188640 h 188280"/>
              </a:gdLst>
              <a:ahLst/>
              <a:rect l="textAreaLeft" t="textAreaTop" r="textAreaRight" b="textAreaBottom"/>
              <a:pathLst>
                <a:path w="300989" h="188594">
                  <a:moveTo>
                    <a:pt x="118795" y="0"/>
                  </a:moveTo>
                  <a:lnTo>
                    <a:pt x="0" y="92887"/>
                  </a:lnTo>
                </a:path>
                <a:path w="300989" h="188594">
                  <a:moveTo>
                    <a:pt x="294487" y="77038"/>
                  </a:moveTo>
                  <a:lnTo>
                    <a:pt x="180365" y="3962"/>
                  </a:lnTo>
                </a:path>
                <a:path w="300989" h="188594">
                  <a:moveTo>
                    <a:pt x="300596" y="95402"/>
                  </a:moveTo>
                  <a:lnTo>
                    <a:pt x="181800" y="188277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4" name="object 14"/>
            <p:cNvSpPr/>
            <p:nvPr/>
          </p:nvSpPr>
          <p:spPr>
            <a:xfrm>
              <a:off x="5723280" y="296532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5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44284" y="114833"/>
                  </a:lnTo>
                  <a:lnTo>
                    <a:pt x="88557" y="114833"/>
                  </a:lnTo>
                  <a:lnTo>
                    <a:pt x="88557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5" name="object 15"/>
            <p:cNvSpPr/>
            <p:nvPr/>
          </p:nvSpPr>
          <p:spPr>
            <a:xfrm>
              <a:off x="6395400" y="2867400"/>
              <a:ext cx="224280" cy="114480"/>
            </a:xfrm>
            <a:custGeom>
              <a:avLst/>
              <a:gdLst>
                <a:gd name="textAreaLeft" fmla="*/ 0 w 224280"/>
                <a:gd name="textAreaRight" fmla="*/ 224640 w 22428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224790" h="114935">
                  <a:moveTo>
                    <a:pt x="224282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112318" y="114833"/>
                  </a:lnTo>
                  <a:lnTo>
                    <a:pt x="224282" y="114833"/>
                  </a:lnTo>
                  <a:lnTo>
                    <a:pt x="224282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6" name="object 16"/>
            <p:cNvSpPr/>
            <p:nvPr/>
          </p:nvSpPr>
          <p:spPr>
            <a:xfrm>
              <a:off x="6114960" y="2948040"/>
              <a:ext cx="114120" cy="734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73440"/>
                <a:gd name="textAreaBottom" fmla="*/ 73800 h 73440"/>
              </a:gdLst>
              <a:ahLst/>
              <a:rect l="textAreaLeft" t="textAreaTop" r="textAreaRight" b="textAreaBottom"/>
              <a:pathLst>
                <a:path w="114300" h="73660">
                  <a:moveTo>
                    <a:pt x="114122" y="73075"/>
                  </a:moveTo>
                  <a:lnTo>
                    <a:pt x="0" y="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7" name="object 17"/>
            <p:cNvSpPr/>
            <p:nvPr/>
          </p:nvSpPr>
          <p:spPr>
            <a:xfrm>
              <a:off x="6233760" y="279684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5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44284" y="114833"/>
                  </a:lnTo>
                  <a:lnTo>
                    <a:pt x="88557" y="114833"/>
                  </a:lnTo>
                  <a:lnTo>
                    <a:pt x="88557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88" name="object 18"/>
            <p:cNvSpPr/>
            <p:nvPr/>
          </p:nvSpPr>
          <p:spPr>
            <a:xfrm>
              <a:off x="6114960" y="2835000"/>
              <a:ext cx="300600" cy="18828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188280"/>
                <a:gd name="textAreaBottom" fmla="*/ 188640 h 188280"/>
              </a:gdLst>
              <a:ahLst/>
              <a:rect l="textAreaLeft" t="textAreaTop" r="textAreaRight" b="textAreaBottom"/>
              <a:pathLst>
                <a:path w="300989" h="188594">
                  <a:moveTo>
                    <a:pt x="118795" y="0"/>
                  </a:moveTo>
                  <a:lnTo>
                    <a:pt x="0" y="92887"/>
                  </a:lnTo>
                </a:path>
                <a:path w="300989" h="188594">
                  <a:moveTo>
                    <a:pt x="294474" y="77038"/>
                  </a:moveTo>
                  <a:lnTo>
                    <a:pt x="180352" y="3962"/>
                  </a:lnTo>
                </a:path>
                <a:path w="300989" h="188594">
                  <a:moveTo>
                    <a:pt x="300596" y="95402"/>
                  </a:moveTo>
                  <a:lnTo>
                    <a:pt x="181800" y="18829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89" name="object 19"/>
            <p:cNvSpPr/>
            <p:nvPr/>
          </p:nvSpPr>
          <p:spPr>
            <a:xfrm>
              <a:off x="6229080" y="295812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5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44272" y="114833"/>
                  </a:lnTo>
                  <a:lnTo>
                    <a:pt x="88557" y="114833"/>
                  </a:lnTo>
                  <a:lnTo>
                    <a:pt x="88557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0" name="object 20"/>
            <p:cNvSpPr/>
            <p:nvPr/>
          </p:nvSpPr>
          <p:spPr>
            <a:xfrm>
              <a:off x="6893640" y="2859840"/>
              <a:ext cx="224280" cy="114480"/>
            </a:xfrm>
            <a:custGeom>
              <a:avLst/>
              <a:gdLst>
                <a:gd name="textAreaLeft" fmla="*/ 0 w 224280"/>
                <a:gd name="textAreaRight" fmla="*/ 224640 w 22428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224790" h="114935">
                  <a:moveTo>
                    <a:pt x="224281" y="0"/>
                  </a:moveTo>
                  <a:lnTo>
                    <a:pt x="0" y="0"/>
                  </a:lnTo>
                  <a:lnTo>
                    <a:pt x="0" y="114846"/>
                  </a:lnTo>
                  <a:lnTo>
                    <a:pt x="112318" y="114846"/>
                  </a:lnTo>
                  <a:lnTo>
                    <a:pt x="224281" y="114846"/>
                  </a:lnTo>
                  <a:lnTo>
                    <a:pt x="224281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1" name="object 21"/>
            <p:cNvSpPr/>
            <p:nvPr/>
          </p:nvSpPr>
          <p:spPr>
            <a:xfrm>
              <a:off x="6613200" y="2940480"/>
              <a:ext cx="114120" cy="73440"/>
            </a:xfrm>
            <a:custGeom>
              <a:avLst/>
              <a:gdLst>
                <a:gd name="textAreaLeft" fmla="*/ 0 w 114120"/>
                <a:gd name="textAreaRight" fmla="*/ 114480 w 114120"/>
                <a:gd name="textAreaTop" fmla="*/ 0 h 73440"/>
                <a:gd name="textAreaBottom" fmla="*/ 73800 h 73440"/>
              </a:gdLst>
              <a:ahLst/>
              <a:rect l="textAreaLeft" t="textAreaTop" r="textAreaRight" b="textAreaBottom"/>
              <a:pathLst>
                <a:path w="114300" h="73660">
                  <a:moveTo>
                    <a:pt x="114122" y="73075"/>
                  </a:moveTo>
                  <a:lnTo>
                    <a:pt x="0" y="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2" name="object 22"/>
            <p:cNvSpPr/>
            <p:nvPr/>
          </p:nvSpPr>
          <p:spPr>
            <a:xfrm>
              <a:off x="6732000" y="278928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57" y="0"/>
                  </a:moveTo>
                  <a:lnTo>
                    <a:pt x="0" y="0"/>
                  </a:lnTo>
                  <a:lnTo>
                    <a:pt x="0" y="114846"/>
                  </a:lnTo>
                  <a:lnTo>
                    <a:pt x="44272" y="114846"/>
                  </a:lnTo>
                  <a:lnTo>
                    <a:pt x="88557" y="114846"/>
                  </a:lnTo>
                  <a:lnTo>
                    <a:pt x="88557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93" name="object 23"/>
            <p:cNvSpPr/>
            <p:nvPr/>
          </p:nvSpPr>
          <p:spPr>
            <a:xfrm>
              <a:off x="6613200" y="2827440"/>
              <a:ext cx="300600" cy="188280"/>
            </a:xfrm>
            <a:custGeom>
              <a:avLst/>
              <a:gdLst>
                <a:gd name="textAreaLeft" fmla="*/ 0 w 300600"/>
                <a:gd name="textAreaRight" fmla="*/ 300960 w 300600"/>
                <a:gd name="textAreaTop" fmla="*/ 0 h 188280"/>
                <a:gd name="textAreaBottom" fmla="*/ 188640 h 188280"/>
              </a:gdLst>
              <a:ahLst/>
              <a:rect l="textAreaLeft" t="textAreaTop" r="textAreaRight" b="textAreaBottom"/>
              <a:pathLst>
                <a:path w="300990" h="188594">
                  <a:moveTo>
                    <a:pt x="118808" y="0"/>
                  </a:moveTo>
                  <a:lnTo>
                    <a:pt x="0" y="92875"/>
                  </a:lnTo>
                </a:path>
                <a:path w="300990" h="188594">
                  <a:moveTo>
                    <a:pt x="294487" y="77038"/>
                  </a:moveTo>
                  <a:lnTo>
                    <a:pt x="180365" y="3962"/>
                  </a:lnTo>
                </a:path>
                <a:path w="300990" h="188594">
                  <a:moveTo>
                    <a:pt x="300608" y="95402"/>
                  </a:moveTo>
                  <a:lnTo>
                    <a:pt x="181800" y="188277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4" name="object 24"/>
            <p:cNvSpPr/>
            <p:nvPr/>
          </p:nvSpPr>
          <p:spPr>
            <a:xfrm>
              <a:off x="6727320" y="2950560"/>
              <a:ext cx="88560" cy="114480"/>
            </a:xfrm>
            <a:custGeom>
              <a:avLst/>
              <a:gdLst>
                <a:gd name="textAreaLeft" fmla="*/ 0 w 88560"/>
                <a:gd name="textAreaRight" fmla="*/ 88920 w 88560"/>
                <a:gd name="textAreaTop" fmla="*/ 0 h 114480"/>
                <a:gd name="textAreaBottom" fmla="*/ 114840 h 114480"/>
              </a:gdLst>
              <a:ahLst/>
              <a:rect l="textAreaLeft" t="textAreaTop" r="textAreaRight" b="textAreaBottom"/>
              <a:pathLst>
                <a:path w="88900" h="114935">
                  <a:moveTo>
                    <a:pt x="88557" y="0"/>
                  </a:moveTo>
                  <a:lnTo>
                    <a:pt x="0" y="0"/>
                  </a:lnTo>
                  <a:lnTo>
                    <a:pt x="0" y="114833"/>
                  </a:lnTo>
                  <a:lnTo>
                    <a:pt x="44284" y="114833"/>
                  </a:lnTo>
                  <a:lnTo>
                    <a:pt x="88557" y="114833"/>
                  </a:lnTo>
                  <a:lnTo>
                    <a:pt x="88557" y="0"/>
                  </a:lnTo>
                  <a:close/>
                </a:path>
              </a:pathLst>
            </a:custGeom>
            <a:solidFill>
              <a:srgbClr val="ff00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195" name="object 25"/>
          <p:cNvGrpSpPr/>
          <p:nvPr/>
        </p:nvGrpSpPr>
        <p:grpSpPr>
          <a:xfrm>
            <a:off x="7371000" y="2869560"/>
            <a:ext cx="718200" cy="108360"/>
            <a:chOff x="7371000" y="2869560"/>
            <a:chExt cx="718200" cy="108360"/>
          </a:xfrm>
        </p:grpSpPr>
        <p:sp>
          <p:nvSpPr>
            <p:cNvPr id="196" name="object 26"/>
            <p:cNvSpPr/>
            <p:nvPr/>
          </p:nvSpPr>
          <p:spPr>
            <a:xfrm>
              <a:off x="7371000" y="2923560"/>
              <a:ext cx="617040" cy="360"/>
            </a:xfrm>
            <a:custGeom>
              <a:avLst/>
              <a:gdLst>
                <a:gd name="textAreaLeft" fmla="*/ 0 w 617040"/>
                <a:gd name="textAreaRight" fmla="*/ 617400 w 61704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617220" h="0">
                  <a:moveTo>
                    <a:pt x="0" y="0"/>
                  </a:moveTo>
                  <a:lnTo>
                    <a:pt x="617042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97" name="object 27"/>
            <p:cNvSpPr/>
            <p:nvPr/>
          </p:nvSpPr>
          <p:spPr>
            <a:xfrm>
              <a:off x="7980840" y="28695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198" name="object 28"/>
          <p:cNvSpPr/>
          <p:nvPr/>
        </p:nvSpPr>
        <p:spPr>
          <a:xfrm>
            <a:off x="8285040" y="2842920"/>
            <a:ext cx="510840" cy="114480"/>
          </a:xfrm>
          <a:custGeom>
            <a:avLst/>
            <a:gdLst>
              <a:gd name="textAreaLeft" fmla="*/ 0 w 510840"/>
              <a:gd name="textAreaRight" fmla="*/ 511200 w 510840"/>
              <a:gd name="textAreaTop" fmla="*/ 0 h 114480"/>
              <a:gd name="textAreaBottom" fmla="*/ 114840 h 114480"/>
            </a:gdLst>
            <a:ahLst/>
            <a:rect l="textAreaLeft" t="textAreaTop" r="textAreaRight" b="textAreaBottom"/>
            <a:pathLst>
              <a:path w="511175" h="114935">
                <a:moveTo>
                  <a:pt x="510844" y="0"/>
                </a:moveTo>
                <a:lnTo>
                  <a:pt x="0" y="0"/>
                </a:lnTo>
                <a:lnTo>
                  <a:pt x="0" y="114833"/>
                </a:lnTo>
                <a:lnTo>
                  <a:pt x="255600" y="114833"/>
                </a:lnTo>
                <a:lnTo>
                  <a:pt x="510844" y="114833"/>
                </a:lnTo>
                <a:lnTo>
                  <a:pt x="510844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object 29"/>
          <p:cNvSpPr/>
          <p:nvPr/>
        </p:nvSpPr>
        <p:spPr>
          <a:xfrm>
            <a:off x="8322480" y="3035880"/>
            <a:ext cx="224280" cy="114480"/>
          </a:xfrm>
          <a:custGeom>
            <a:avLst/>
            <a:gdLst>
              <a:gd name="textAreaLeft" fmla="*/ 0 w 224280"/>
              <a:gd name="textAreaRight" fmla="*/ 224640 w 224280"/>
              <a:gd name="textAreaTop" fmla="*/ 0 h 114480"/>
              <a:gd name="textAreaBottom" fmla="*/ 114840 h 114480"/>
            </a:gdLst>
            <a:ahLst/>
            <a:rect l="textAreaLeft" t="textAreaTop" r="textAreaRight" b="textAreaBottom"/>
            <a:pathLst>
              <a:path w="224790" h="114935">
                <a:moveTo>
                  <a:pt x="224281" y="0"/>
                </a:moveTo>
                <a:lnTo>
                  <a:pt x="0" y="0"/>
                </a:lnTo>
                <a:lnTo>
                  <a:pt x="0" y="114833"/>
                </a:lnTo>
                <a:lnTo>
                  <a:pt x="112318" y="114833"/>
                </a:lnTo>
                <a:lnTo>
                  <a:pt x="224281" y="114833"/>
                </a:lnTo>
                <a:lnTo>
                  <a:pt x="224281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object 30"/>
          <p:cNvSpPr/>
          <p:nvPr/>
        </p:nvSpPr>
        <p:spPr>
          <a:xfrm>
            <a:off x="8308080" y="3226320"/>
            <a:ext cx="224280" cy="114480"/>
          </a:xfrm>
          <a:custGeom>
            <a:avLst/>
            <a:gdLst>
              <a:gd name="textAreaLeft" fmla="*/ 0 w 224280"/>
              <a:gd name="textAreaRight" fmla="*/ 224640 w 224280"/>
              <a:gd name="textAreaTop" fmla="*/ 0 h 114480"/>
              <a:gd name="textAreaBottom" fmla="*/ 114840 h 114480"/>
            </a:gdLst>
            <a:ahLst/>
            <a:rect l="textAreaLeft" t="textAreaTop" r="textAreaRight" b="textAreaBottom"/>
            <a:pathLst>
              <a:path w="224790" h="114935">
                <a:moveTo>
                  <a:pt x="224269" y="0"/>
                </a:moveTo>
                <a:lnTo>
                  <a:pt x="0" y="0"/>
                </a:lnTo>
                <a:lnTo>
                  <a:pt x="0" y="114833"/>
                </a:lnTo>
                <a:lnTo>
                  <a:pt x="112318" y="114833"/>
                </a:lnTo>
                <a:lnTo>
                  <a:pt x="224269" y="114833"/>
                </a:lnTo>
                <a:lnTo>
                  <a:pt x="224269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object 31"/>
          <p:cNvSpPr/>
          <p:nvPr/>
        </p:nvSpPr>
        <p:spPr>
          <a:xfrm>
            <a:off x="8307720" y="3409560"/>
            <a:ext cx="224280" cy="114480"/>
          </a:xfrm>
          <a:custGeom>
            <a:avLst/>
            <a:gdLst>
              <a:gd name="textAreaLeft" fmla="*/ 0 w 224280"/>
              <a:gd name="textAreaRight" fmla="*/ 224640 w 224280"/>
              <a:gd name="textAreaTop" fmla="*/ 0 h 114480"/>
              <a:gd name="textAreaBottom" fmla="*/ 114840 h 114480"/>
            </a:gdLst>
            <a:ahLst/>
            <a:rect l="textAreaLeft" t="textAreaTop" r="textAreaRight" b="textAreaBottom"/>
            <a:pathLst>
              <a:path w="224790" h="114935">
                <a:moveTo>
                  <a:pt x="224282" y="0"/>
                </a:moveTo>
                <a:lnTo>
                  <a:pt x="0" y="0"/>
                </a:lnTo>
                <a:lnTo>
                  <a:pt x="0" y="114846"/>
                </a:lnTo>
                <a:lnTo>
                  <a:pt x="112318" y="114846"/>
                </a:lnTo>
                <a:lnTo>
                  <a:pt x="224282" y="114846"/>
                </a:lnTo>
                <a:lnTo>
                  <a:pt x="224282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02" name="object 32"/>
          <p:cNvGrpSpPr/>
          <p:nvPr/>
        </p:nvGrpSpPr>
        <p:grpSpPr>
          <a:xfrm>
            <a:off x="6126840" y="3184200"/>
            <a:ext cx="108360" cy="612720"/>
            <a:chOff x="6126840" y="3184200"/>
            <a:chExt cx="108360" cy="612720"/>
          </a:xfrm>
        </p:grpSpPr>
        <p:sp>
          <p:nvSpPr>
            <p:cNvPr id="203" name="object 33"/>
            <p:cNvSpPr/>
            <p:nvPr/>
          </p:nvSpPr>
          <p:spPr>
            <a:xfrm>
              <a:off x="6180480" y="3184200"/>
              <a:ext cx="9720" cy="511920"/>
            </a:xfrm>
            <a:custGeom>
              <a:avLst/>
              <a:gdLst>
                <a:gd name="textAreaLeft" fmla="*/ 0 w 9720"/>
                <a:gd name="textAreaRight" fmla="*/ 10080 w 9720"/>
                <a:gd name="textAreaTop" fmla="*/ 0 h 511920"/>
                <a:gd name="textAreaBottom" fmla="*/ 512280 h 511920"/>
              </a:gdLst>
              <a:ahLst/>
              <a:rect l="textAreaLeft" t="textAreaTop" r="textAreaRight" b="textAreaBottom"/>
              <a:pathLst>
                <a:path w="10160" h="512445">
                  <a:moveTo>
                    <a:pt x="9715" y="0"/>
                  </a:moveTo>
                  <a:lnTo>
                    <a:pt x="0" y="512279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04" name="object 34"/>
            <p:cNvSpPr/>
            <p:nvPr/>
          </p:nvSpPr>
          <p:spPr>
            <a:xfrm>
              <a:off x="6126840" y="3688200"/>
              <a:ext cx="108360" cy="10872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720"/>
                <a:gd name="textAreaBottom" fmla="*/ 109080 h 108720"/>
              </a:gdLst>
              <a:ahLst/>
              <a:rect l="textAreaLeft" t="textAreaTop" r="textAreaRight" b="textAreaBottom"/>
              <a:pathLst>
                <a:path w="108585" h="109220">
                  <a:moveTo>
                    <a:pt x="0" y="0"/>
                  </a:moveTo>
                  <a:lnTo>
                    <a:pt x="51841" y="109080"/>
                  </a:lnTo>
                  <a:lnTo>
                    <a:pt x="108000" y="217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05" name="object 35"/>
          <p:cNvGrpSpPr/>
          <p:nvPr/>
        </p:nvGrpSpPr>
        <p:grpSpPr>
          <a:xfrm>
            <a:off x="5253480" y="3869280"/>
            <a:ext cx="1658160" cy="144360"/>
            <a:chOff x="5253480" y="3869280"/>
            <a:chExt cx="1658160" cy="144360"/>
          </a:xfrm>
        </p:grpSpPr>
        <p:sp>
          <p:nvSpPr>
            <p:cNvPr id="206" name="object 36"/>
            <p:cNvSpPr/>
            <p:nvPr/>
          </p:nvSpPr>
          <p:spPr>
            <a:xfrm>
              <a:off x="5253480" y="3869280"/>
              <a:ext cx="1658160" cy="144360"/>
            </a:xfrm>
            <a:custGeom>
              <a:avLst/>
              <a:gdLst>
                <a:gd name="textAreaLeft" fmla="*/ 0 w 1658160"/>
                <a:gd name="textAreaRight" fmla="*/ 1658520 w 165816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658620" h="144779">
                  <a:moveTo>
                    <a:pt x="1658518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829437" y="144360"/>
                  </a:lnTo>
                  <a:lnTo>
                    <a:pt x="1658518" y="144360"/>
                  </a:lnTo>
                  <a:lnTo>
                    <a:pt x="1658518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07" name="object 37"/>
            <p:cNvSpPr/>
            <p:nvPr/>
          </p:nvSpPr>
          <p:spPr>
            <a:xfrm>
              <a:off x="5853960" y="3869280"/>
              <a:ext cx="791640" cy="144360"/>
            </a:xfrm>
            <a:custGeom>
              <a:avLst/>
              <a:gdLst>
                <a:gd name="textAreaLeft" fmla="*/ 0 w 791640"/>
                <a:gd name="textAreaRight" fmla="*/ 792000 w 79164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791845" h="144779">
                  <a:moveTo>
                    <a:pt x="127800" y="0"/>
                  </a:moveTo>
                  <a:lnTo>
                    <a:pt x="0" y="0"/>
                  </a:lnTo>
                  <a:lnTo>
                    <a:pt x="0" y="144373"/>
                  </a:lnTo>
                  <a:lnTo>
                    <a:pt x="64071" y="144373"/>
                  </a:lnTo>
                  <a:lnTo>
                    <a:pt x="127800" y="144373"/>
                  </a:lnTo>
                  <a:lnTo>
                    <a:pt x="127800" y="0"/>
                  </a:lnTo>
                  <a:close/>
                </a:path>
                <a:path w="791845" h="144779">
                  <a:moveTo>
                    <a:pt x="439191" y="0"/>
                  </a:moveTo>
                  <a:lnTo>
                    <a:pt x="311391" y="0"/>
                  </a:lnTo>
                  <a:lnTo>
                    <a:pt x="311391" y="144373"/>
                  </a:lnTo>
                  <a:lnTo>
                    <a:pt x="375475" y="144373"/>
                  </a:lnTo>
                  <a:lnTo>
                    <a:pt x="439191" y="144373"/>
                  </a:lnTo>
                  <a:lnTo>
                    <a:pt x="439191" y="0"/>
                  </a:lnTo>
                  <a:close/>
                </a:path>
                <a:path w="791845" h="144779">
                  <a:moveTo>
                    <a:pt x="791629" y="0"/>
                  </a:moveTo>
                  <a:lnTo>
                    <a:pt x="663829" y="0"/>
                  </a:lnTo>
                  <a:lnTo>
                    <a:pt x="663829" y="144373"/>
                  </a:lnTo>
                  <a:lnTo>
                    <a:pt x="727913" y="144373"/>
                  </a:lnTo>
                  <a:lnTo>
                    <a:pt x="791629" y="144373"/>
                  </a:lnTo>
                  <a:lnTo>
                    <a:pt x="791629" y="0"/>
                  </a:lnTo>
                  <a:close/>
                </a:path>
              </a:pathLst>
            </a:custGeom>
            <a:solidFill>
              <a:srgbClr val="f00c0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08" name="object 38"/>
          <p:cNvSpPr/>
          <p:nvPr/>
        </p:nvSpPr>
        <p:spPr>
          <a:xfrm>
            <a:off x="5297760" y="4507200"/>
            <a:ext cx="1658160" cy="144360"/>
          </a:xfrm>
          <a:custGeom>
            <a:avLst/>
            <a:gdLst>
              <a:gd name="textAreaLeft" fmla="*/ 0 w 1658160"/>
              <a:gd name="textAreaRight" fmla="*/ 1658520 w 165816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658620" h="144779">
                <a:moveTo>
                  <a:pt x="1658531" y="0"/>
                </a:moveTo>
                <a:lnTo>
                  <a:pt x="0" y="0"/>
                </a:lnTo>
                <a:lnTo>
                  <a:pt x="0" y="144360"/>
                </a:lnTo>
                <a:lnTo>
                  <a:pt x="829449" y="144360"/>
                </a:lnTo>
                <a:lnTo>
                  <a:pt x="1658531" y="144360"/>
                </a:lnTo>
                <a:lnTo>
                  <a:pt x="1658531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object 39"/>
          <p:cNvSpPr/>
          <p:nvPr/>
        </p:nvSpPr>
        <p:spPr>
          <a:xfrm>
            <a:off x="5951160" y="4163040"/>
            <a:ext cx="367920" cy="9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OR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19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OR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10" name="object 40"/>
          <p:cNvGrpSpPr/>
          <p:nvPr/>
        </p:nvGrpSpPr>
        <p:grpSpPr>
          <a:xfrm>
            <a:off x="5285160" y="5215680"/>
            <a:ext cx="1658160" cy="144360"/>
            <a:chOff x="5285160" y="5215680"/>
            <a:chExt cx="1658160" cy="144360"/>
          </a:xfrm>
        </p:grpSpPr>
        <p:sp>
          <p:nvSpPr>
            <p:cNvPr id="211" name="object 41"/>
            <p:cNvSpPr/>
            <p:nvPr/>
          </p:nvSpPr>
          <p:spPr>
            <a:xfrm>
              <a:off x="5285160" y="5215680"/>
              <a:ext cx="1658160" cy="144360"/>
            </a:xfrm>
            <a:custGeom>
              <a:avLst/>
              <a:gdLst>
                <a:gd name="textAreaLeft" fmla="*/ 0 w 1658160"/>
                <a:gd name="textAreaRight" fmla="*/ 1658520 w 165816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658620" h="144779">
                  <a:moveTo>
                    <a:pt x="1658518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829449" y="144360"/>
                  </a:lnTo>
                  <a:lnTo>
                    <a:pt x="1658518" y="144360"/>
                  </a:lnTo>
                  <a:lnTo>
                    <a:pt x="1658518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12" name="object 42"/>
            <p:cNvSpPr/>
            <p:nvPr/>
          </p:nvSpPr>
          <p:spPr>
            <a:xfrm>
              <a:off x="5885640" y="5215680"/>
              <a:ext cx="439200" cy="144360"/>
            </a:xfrm>
            <a:custGeom>
              <a:avLst/>
              <a:gdLst>
                <a:gd name="textAreaLeft" fmla="*/ 0 w 439200"/>
                <a:gd name="textAreaRight" fmla="*/ 439560 w 43920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439420" h="144779">
                  <a:moveTo>
                    <a:pt x="127800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64084" y="144360"/>
                  </a:lnTo>
                  <a:lnTo>
                    <a:pt x="127800" y="144360"/>
                  </a:lnTo>
                  <a:lnTo>
                    <a:pt x="127800" y="0"/>
                  </a:lnTo>
                  <a:close/>
                </a:path>
                <a:path w="439420" h="144779">
                  <a:moveTo>
                    <a:pt x="439204" y="0"/>
                  </a:moveTo>
                  <a:lnTo>
                    <a:pt x="311404" y="0"/>
                  </a:lnTo>
                  <a:lnTo>
                    <a:pt x="311404" y="144360"/>
                  </a:lnTo>
                  <a:lnTo>
                    <a:pt x="375488" y="144360"/>
                  </a:lnTo>
                  <a:lnTo>
                    <a:pt x="439204" y="144360"/>
                  </a:lnTo>
                  <a:lnTo>
                    <a:pt x="439204" y="0"/>
                  </a:lnTo>
                  <a:close/>
                </a:path>
              </a:pathLst>
            </a:custGeom>
            <a:solidFill>
              <a:srgbClr val="f00c0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13" name="object 43"/>
          <p:cNvSpPr/>
          <p:nvPr/>
        </p:nvSpPr>
        <p:spPr>
          <a:xfrm>
            <a:off x="265680" y="163800"/>
            <a:ext cx="46580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Limitations</a:t>
            </a:r>
            <a:r>
              <a:rPr b="1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1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De</a:t>
            </a:r>
            <a:r>
              <a:rPr b="1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Bruijn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Graph</a:t>
            </a:r>
            <a:r>
              <a:rPr b="1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assemblers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title"/>
          </p:nvPr>
        </p:nvSpPr>
        <p:spPr>
          <a:xfrm>
            <a:off x="264240" y="163800"/>
            <a:ext cx="106380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0">
              <a:lnSpc>
                <a:spcPct val="100000"/>
              </a:lnSpc>
              <a:spcBef>
                <a:spcPts val="99"/>
              </a:spcBef>
              <a:buNone/>
            </a:pP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Summary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5" name="object 3"/>
          <p:cNvSpPr/>
          <p:nvPr/>
        </p:nvSpPr>
        <p:spPr>
          <a:xfrm>
            <a:off x="536040" y="1702440"/>
            <a:ext cx="514080" cy="356400"/>
          </a:xfrm>
          <a:custGeom>
            <a:avLst/>
            <a:gdLst>
              <a:gd name="textAreaLeft" fmla="*/ 0 w 514080"/>
              <a:gd name="textAreaRight" fmla="*/ 514440 w 514080"/>
              <a:gd name="textAreaTop" fmla="*/ 0 h 356400"/>
              <a:gd name="textAreaBottom" fmla="*/ 356760 h 356400"/>
            </a:gdLst>
            <a:ahLst/>
            <a:rect l="textAreaLeft" t="textAreaTop" r="textAreaRight" b="textAreaBottom"/>
            <a:pathLst>
              <a:path w="514350" h="356869">
                <a:moveTo>
                  <a:pt x="257035" y="0"/>
                </a:moveTo>
                <a:lnTo>
                  <a:pt x="190617" y="6075"/>
                </a:lnTo>
                <a:lnTo>
                  <a:pt x="128524" y="23761"/>
                </a:lnTo>
                <a:lnTo>
                  <a:pt x="75196" y="52206"/>
                </a:lnTo>
                <a:lnTo>
                  <a:pt x="34556" y="89281"/>
                </a:lnTo>
                <a:lnTo>
                  <a:pt x="8772" y="132302"/>
                </a:lnTo>
                <a:lnTo>
                  <a:pt x="2252" y="155046"/>
                </a:lnTo>
                <a:lnTo>
                  <a:pt x="2209" y="155196"/>
                </a:lnTo>
                <a:lnTo>
                  <a:pt x="33" y="178206"/>
                </a:lnTo>
                <a:lnTo>
                  <a:pt x="0" y="178562"/>
                </a:lnTo>
                <a:lnTo>
                  <a:pt x="2209" y="201722"/>
                </a:lnTo>
                <a:lnTo>
                  <a:pt x="19588" y="246556"/>
                </a:lnTo>
                <a:lnTo>
                  <a:pt x="53139" y="287038"/>
                </a:lnTo>
                <a:lnTo>
                  <a:pt x="100425" y="319935"/>
                </a:lnTo>
                <a:lnTo>
                  <a:pt x="158826" y="343250"/>
                </a:lnTo>
                <a:lnTo>
                  <a:pt x="223489" y="355232"/>
                </a:lnTo>
                <a:lnTo>
                  <a:pt x="257035" y="356768"/>
                </a:lnTo>
                <a:lnTo>
                  <a:pt x="290586" y="355232"/>
                </a:lnTo>
                <a:lnTo>
                  <a:pt x="323459" y="350693"/>
                </a:lnTo>
                <a:lnTo>
                  <a:pt x="355251" y="343250"/>
                </a:lnTo>
                <a:lnTo>
                  <a:pt x="357866" y="342366"/>
                </a:lnTo>
                <a:lnTo>
                  <a:pt x="257035" y="342366"/>
                </a:lnTo>
                <a:lnTo>
                  <a:pt x="226181" y="340960"/>
                </a:lnTo>
                <a:lnTo>
                  <a:pt x="166774" y="329915"/>
                </a:lnTo>
                <a:lnTo>
                  <a:pt x="113152" y="308481"/>
                </a:lnTo>
                <a:lnTo>
                  <a:pt x="69499" y="278285"/>
                </a:lnTo>
                <a:lnTo>
                  <a:pt x="38589" y="241037"/>
                </a:lnTo>
                <a:lnTo>
                  <a:pt x="22586" y="199839"/>
                </a:lnTo>
                <a:lnTo>
                  <a:pt x="20523" y="178562"/>
                </a:lnTo>
                <a:lnTo>
                  <a:pt x="22586" y="157084"/>
                </a:lnTo>
                <a:lnTo>
                  <a:pt x="38589" y="115738"/>
                </a:lnTo>
                <a:lnTo>
                  <a:pt x="69499" y="78483"/>
                </a:lnTo>
                <a:lnTo>
                  <a:pt x="113152" y="48286"/>
                </a:lnTo>
                <a:lnTo>
                  <a:pt x="166774" y="26858"/>
                </a:lnTo>
                <a:lnTo>
                  <a:pt x="226181" y="15809"/>
                </a:lnTo>
                <a:lnTo>
                  <a:pt x="257035" y="14401"/>
                </a:lnTo>
                <a:lnTo>
                  <a:pt x="357866" y="14401"/>
                </a:lnTo>
                <a:lnTo>
                  <a:pt x="355251" y="13517"/>
                </a:lnTo>
                <a:lnTo>
                  <a:pt x="323459" y="6075"/>
                </a:lnTo>
                <a:lnTo>
                  <a:pt x="290586" y="1535"/>
                </a:lnTo>
                <a:lnTo>
                  <a:pt x="257035" y="0"/>
                </a:lnTo>
                <a:close/>
              </a:path>
              <a:path w="514350" h="356869">
                <a:moveTo>
                  <a:pt x="357866" y="14401"/>
                </a:moveTo>
                <a:lnTo>
                  <a:pt x="257035" y="14401"/>
                </a:lnTo>
                <a:lnTo>
                  <a:pt x="287889" y="15809"/>
                </a:lnTo>
                <a:lnTo>
                  <a:pt x="318101" y="19985"/>
                </a:lnTo>
                <a:lnTo>
                  <a:pt x="375119" y="36360"/>
                </a:lnTo>
                <a:lnTo>
                  <a:pt x="424168" y="62372"/>
                </a:lnTo>
                <a:lnTo>
                  <a:pt x="461873" y="96481"/>
                </a:lnTo>
                <a:lnTo>
                  <a:pt x="485425" y="136040"/>
                </a:lnTo>
                <a:lnTo>
                  <a:pt x="493560" y="178206"/>
                </a:lnTo>
                <a:lnTo>
                  <a:pt x="493560" y="178562"/>
                </a:lnTo>
                <a:lnTo>
                  <a:pt x="485413" y="220776"/>
                </a:lnTo>
                <a:lnTo>
                  <a:pt x="461873" y="260286"/>
                </a:lnTo>
                <a:lnTo>
                  <a:pt x="424168" y="294395"/>
                </a:lnTo>
                <a:lnTo>
                  <a:pt x="375119" y="320408"/>
                </a:lnTo>
                <a:lnTo>
                  <a:pt x="318101" y="336788"/>
                </a:lnTo>
                <a:lnTo>
                  <a:pt x="257035" y="342366"/>
                </a:lnTo>
                <a:lnTo>
                  <a:pt x="357866" y="342366"/>
                </a:lnTo>
                <a:lnTo>
                  <a:pt x="413657" y="319935"/>
                </a:lnTo>
                <a:lnTo>
                  <a:pt x="460938" y="287038"/>
                </a:lnTo>
                <a:lnTo>
                  <a:pt x="494484" y="246556"/>
                </a:lnTo>
                <a:lnTo>
                  <a:pt x="511871" y="201722"/>
                </a:lnTo>
                <a:lnTo>
                  <a:pt x="514083" y="178562"/>
                </a:lnTo>
                <a:lnTo>
                  <a:pt x="514083" y="178206"/>
                </a:lnTo>
                <a:lnTo>
                  <a:pt x="505317" y="132302"/>
                </a:lnTo>
                <a:lnTo>
                  <a:pt x="479513" y="89281"/>
                </a:lnTo>
                <a:lnTo>
                  <a:pt x="438885" y="52206"/>
                </a:lnTo>
                <a:lnTo>
                  <a:pt x="385559" y="23761"/>
                </a:lnTo>
                <a:lnTo>
                  <a:pt x="357866" y="14401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object 4"/>
          <p:cNvSpPr/>
          <p:nvPr/>
        </p:nvSpPr>
        <p:spPr>
          <a:xfrm>
            <a:off x="511560" y="1251360"/>
            <a:ext cx="514800" cy="356400"/>
          </a:xfrm>
          <a:custGeom>
            <a:avLst/>
            <a:gdLst>
              <a:gd name="textAreaLeft" fmla="*/ 0 w 514800"/>
              <a:gd name="textAreaRight" fmla="*/ 515160 w 514800"/>
              <a:gd name="textAreaTop" fmla="*/ 0 h 356400"/>
              <a:gd name="textAreaBottom" fmla="*/ 356760 h 356400"/>
            </a:gdLst>
            <a:ahLst/>
            <a:rect l="textAreaLeft" t="textAreaTop" r="textAreaRight" b="textAreaBottom"/>
            <a:pathLst>
              <a:path w="514984" h="356869">
                <a:moveTo>
                  <a:pt x="257048" y="0"/>
                </a:moveTo>
                <a:lnTo>
                  <a:pt x="190623" y="6075"/>
                </a:lnTo>
                <a:lnTo>
                  <a:pt x="128523" y="23761"/>
                </a:lnTo>
                <a:lnTo>
                  <a:pt x="75336" y="52201"/>
                </a:lnTo>
                <a:lnTo>
                  <a:pt x="34569" y="89280"/>
                </a:lnTo>
                <a:lnTo>
                  <a:pt x="8778" y="132124"/>
                </a:lnTo>
                <a:lnTo>
                  <a:pt x="0" y="178206"/>
                </a:lnTo>
                <a:lnTo>
                  <a:pt x="2211" y="201520"/>
                </a:lnTo>
                <a:lnTo>
                  <a:pt x="19598" y="246395"/>
                </a:lnTo>
                <a:lnTo>
                  <a:pt x="53196" y="286830"/>
                </a:lnTo>
                <a:lnTo>
                  <a:pt x="100581" y="319574"/>
                </a:lnTo>
                <a:lnTo>
                  <a:pt x="158837" y="342882"/>
                </a:lnTo>
                <a:lnTo>
                  <a:pt x="223646" y="354864"/>
                </a:lnTo>
                <a:lnTo>
                  <a:pt x="257403" y="356400"/>
                </a:lnTo>
                <a:lnTo>
                  <a:pt x="290949" y="354864"/>
                </a:lnTo>
                <a:lnTo>
                  <a:pt x="323823" y="350324"/>
                </a:lnTo>
                <a:lnTo>
                  <a:pt x="355617" y="342882"/>
                </a:lnTo>
                <a:lnTo>
                  <a:pt x="358233" y="341998"/>
                </a:lnTo>
                <a:lnTo>
                  <a:pt x="257403" y="341998"/>
                </a:lnTo>
                <a:lnTo>
                  <a:pt x="226343" y="340592"/>
                </a:lnTo>
                <a:lnTo>
                  <a:pt x="166786" y="329546"/>
                </a:lnTo>
                <a:lnTo>
                  <a:pt x="113154" y="308121"/>
                </a:lnTo>
                <a:lnTo>
                  <a:pt x="69510" y="278077"/>
                </a:lnTo>
                <a:lnTo>
                  <a:pt x="38600" y="240880"/>
                </a:lnTo>
                <a:lnTo>
                  <a:pt x="22588" y="199634"/>
                </a:lnTo>
                <a:lnTo>
                  <a:pt x="20523" y="178206"/>
                </a:lnTo>
                <a:lnTo>
                  <a:pt x="22588" y="156773"/>
                </a:lnTo>
                <a:lnTo>
                  <a:pt x="38600" y="115530"/>
                </a:lnTo>
                <a:lnTo>
                  <a:pt x="69510" y="78333"/>
                </a:lnTo>
                <a:lnTo>
                  <a:pt x="113154" y="48281"/>
                </a:lnTo>
                <a:lnTo>
                  <a:pt x="166781" y="26853"/>
                </a:lnTo>
                <a:lnTo>
                  <a:pt x="226193" y="15807"/>
                </a:lnTo>
                <a:lnTo>
                  <a:pt x="257048" y="14401"/>
                </a:lnTo>
                <a:lnTo>
                  <a:pt x="358228" y="14401"/>
                </a:lnTo>
                <a:lnTo>
                  <a:pt x="355612" y="13517"/>
                </a:lnTo>
                <a:lnTo>
                  <a:pt x="323778" y="6075"/>
                </a:lnTo>
                <a:lnTo>
                  <a:pt x="290799" y="1535"/>
                </a:lnTo>
                <a:lnTo>
                  <a:pt x="257048" y="0"/>
                </a:lnTo>
                <a:close/>
              </a:path>
              <a:path w="514984" h="356869">
                <a:moveTo>
                  <a:pt x="358228" y="14401"/>
                </a:moveTo>
                <a:lnTo>
                  <a:pt x="257048" y="14401"/>
                </a:lnTo>
                <a:lnTo>
                  <a:pt x="288107" y="15807"/>
                </a:lnTo>
                <a:lnTo>
                  <a:pt x="318425" y="19980"/>
                </a:lnTo>
                <a:lnTo>
                  <a:pt x="375488" y="36360"/>
                </a:lnTo>
                <a:lnTo>
                  <a:pt x="424532" y="62328"/>
                </a:lnTo>
                <a:lnTo>
                  <a:pt x="462241" y="96126"/>
                </a:lnTo>
                <a:lnTo>
                  <a:pt x="485781" y="135813"/>
                </a:lnTo>
                <a:lnTo>
                  <a:pt x="493928" y="178206"/>
                </a:lnTo>
                <a:lnTo>
                  <a:pt x="491863" y="199634"/>
                </a:lnTo>
                <a:lnTo>
                  <a:pt x="475851" y="240880"/>
                </a:lnTo>
                <a:lnTo>
                  <a:pt x="444939" y="278077"/>
                </a:lnTo>
                <a:lnTo>
                  <a:pt x="401291" y="308121"/>
                </a:lnTo>
                <a:lnTo>
                  <a:pt x="347670" y="329546"/>
                </a:lnTo>
                <a:lnTo>
                  <a:pt x="288257" y="340592"/>
                </a:lnTo>
                <a:lnTo>
                  <a:pt x="257403" y="341998"/>
                </a:lnTo>
                <a:lnTo>
                  <a:pt x="358233" y="341998"/>
                </a:lnTo>
                <a:lnTo>
                  <a:pt x="413870" y="319574"/>
                </a:lnTo>
                <a:lnTo>
                  <a:pt x="461254" y="286830"/>
                </a:lnTo>
                <a:lnTo>
                  <a:pt x="494850" y="246395"/>
                </a:lnTo>
                <a:lnTo>
                  <a:pt x="512229" y="201520"/>
                </a:lnTo>
                <a:lnTo>
                  <a:pt x="514438" y="178206"/>
                </a:lnTo>
                <a:lnTo>
                  <a:pt x="512229" y="154896"/>
                </a:lnTo>
                <a:lnTo>
                  <a:pt x="494924" y="110162"/>
                </a:lnTo>
                <a:lnTo>
                  <a:pt x="461254" y="69579"/>
                </a:lnTo>
                <a:lnTo>
                  <a:pt x="413879" y="36833"/>
                </a:lnTo>
                <a:lnTo>
                  <a:pt x="385927" y="23761"/>
                </a:lnTo>
                <a:lnTo>
                  <a:pt x="358228" y="14401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object 5"/>
          <p:cNvSpPr/>
          <p:nvPr/>
        </p:nvSpPr>
        <p:spPr>
          <a:xfrm>
            <a:off x="1128960" y="934920"/>
            <a:ext cx="514800" cy="356400"/>
          </a:xfrm>
          <a:custGeom>
            <a:avLst/>
            <a:gdLst>
              <a:gd name="textAreaLeft" fmla="*/ 0 w 514800"/>
              <a:gd name="textAreaRight" fmla="*/ 515160 w 514800"/>
              <a:gd name="textAreaTop" fmla="*/ 0 h 356400"/>
              <a:gd name="textAreaBottom" fmla="*/ 356760 h 356400"/>
            </a:gdLst>
            <a:ahLst/>
            <a:rect l="textAreaLeft" t="textAreaTop" r="textAreaRight" b="textAreaBottom"/>
            <a:pathLst>
              <a:path w="514985" h="356869">
                <a:moveTo>
                  <a:pt x="257047" y="0"/>
                </a:moveTo>
                <a:lnTo>
                  <a:pt x="190628" y="6075"/>
                </a:lnTo>
                <a:lnTo>
                  <a:pt x="128523" y="23761"/>
                </a:lnTo>
                <a:lnTo>
                  <a:pt x="75336" y="52197"/>
                </a:lnTo>
                <a:lnTo>
                  <a:pt x="34569" y="89280"/>
                </a:lnTo>
                <a:lnTo>
                  <a:pt x="8778" y="132297"/>
                </a:lnTo>
                <a:lnTo>
                  <a:pt x="34" y="178193"/>
                </a:lnTo>
                <a:lnTo>
                  <a:pt x="0" y="178562"/>
                </a:lnTo>
                <a:lnTo>
                  <a:pt x="8778" y="224499"/>
                </a:lnTo>
                <a:lnTo>
                  <a:pt x="34569" y="267474"/>
                </a:lnTo>
                <a:lnTo>
                  <a:pt x="75336" y="304553"/>
                </a:lnTo>
                <a:lnTo>
                  <a:pt x="128523" y="332993"/>
                </a:lnTo>
                <a:lnTo>
                  <a:pt x="190673" y="350680"/>
                </a:lnTo>
                <a:lnTo>
                  <a:pt x="257403" y="356755"/>
                </a:lnTo>
                <a:lnTo>
                  <a:pt x="290955" y="355219"/>
                </a:lnTo>
                <a:lnTo>
                  <a:pt x="323827" y="350680"/>
                </a:lnTo>
                <a:lnTo>
                  <a:pt x="355619" y="343237"/>
                </a:lnTo>
                <a:lnTo>
                  <a:pt x="358235" y="342353"/>
                </a:lnTo>
                <a:lnTo>
                  <a:pt x="257403" y="342353"/>
                </a:lnTo>
                <a:lnTo>
                  <a:pt x="226343" y="340948"/>
                </a:lnTo>
                <a:lnTo>
                  <a:pt x="166786" y="329902"/>
                </a:lnTo>
                <a:lnTo>
                  <a:pt x="113160" y="308469"/>
                </a:lnTo>
                <a:lnTo>
                  <a:pt x="69511" y="278272"/>
                </a:lnTo>
                <a:lnTo>
                  <a:pt x="38600" y="241025"/>
                </a:lnTo>
                <a:lnTo>
                  <a:pt x="22588" y="199832"/>
                </a:lnTo>
                <a:lnTo>
                  <a:pt x="20523" y="178562"/>
                </a:lnTo>
                <a:lnTo>
                  <a:pt x="22588" y="157078"/>
                </a:lnTo>
                <a:lnTo>
                  <a:pt x="38600" y="115736"/>
                </a:lnTo>
                <a:lnTo>
                  <a:pt x="69511" y="78477"/>
                </a:lnTo>
                <a:lnTo>
                  <a:pt x="113160" y="48284"/>
                </a:lnTo>
                <a:lnTo>
                  <a:pt x="166781" y="26853"/>
                </a:lnTo>
                <a:lnTo>
                  <a:pt x="226193" y="15807"/>
                </a:lnTo>
                <a:lnTo>
                  <a:pt x="257047" y="14401"/>
                </a:lnTo>
                <a:lnTo>
                  <a:pt x="358229" y="14401"/>
                </a:lnTo>
                <a:lnTo>
                  <a:pt x="355613" y="13517"/>
                </a:lnTo>
                <a:lnTo>
                  <a:pt x="323783" y="6075"/>
                </a:lnTo>
                <a:lnTo>
                  <a:pt x="290804" y="1535"/>
                </a:lnTo>
                <a:lnTo>
                  <a:pt x="257047" y="0"/>
                </a:lnTo>
                <a:close/>
              </a:path>
              <a:path w="514985" h="356869">
                <a:moveTo>
                  <a:pt x="358229" y="14401"/>
                </a:moveTo>
                <a:lnTo>
                  <a:pt x="257047" y="14401"/>
                </a:lnTo>
                <a:lnTo>
                  <a:pt x="288107" y="15807"/>
                </a:lnTo>
                <a:lnTo>
                  <a:pt x="318425" y="19980"/>
                </a:lnTo>
                <a:lnTo>
                  <a:pt x="375488" y="36360"/>
                </a:lnTo>
                <a:lnTo>
                  <a:pt x="424532" y="62368"/>
                </a:lnTo>
                <a:lnTo>
                  <a:pt x="462241" y="96481"/>
                </a:lnTo>
                <a:lnTo>
                  <a:pt x="485794" y="136036"/>
                </a:lnTo>
                <a:lnTo>
                  <a:pt x="493928" y="178193"/>
                </a:lnTo>
                <a:lnTo>
                  <a:pt x="493928" y="178562"/>
                </a:lnTo>
                <a:lnTo>
                  <a:pt x="485781" y="220765"/>
                </a:lnTo>
                <a:lnTo>
                  <a:pt x="462241" y="260273"/>
                </a:lnTo>
                <a:lnTo>
                  <a:pt x="424532" y="294382"/>
                </a:lnTo>
                <a:lnTo>
                  <a:pt x="375488" y="320395"/>
                </a:lnTo>
                <a:lnTo>
                  <a:pt x="318469" y="336775"/>
                </a:lnTo>
                <a:lnTo>
                  <a:pt x="257403" y="342353"/>
                </a:lnTo>
                <a:lnTo>
                  <a:pt x="358235" y="342353"/>
                </a:lnTo>
                <a:lnTo>
                  <a:pt x="413870" y="319922"/>
                </a:lnTo>
                <a:lnTo>
                  <a:pt x="461254" y="287025"/>
                </a:lnTo>
                <a:lnTo>
                  <a:pt x="494852" y="246543"/>
                </a:lnTo>
                <a:lnTo>
                  <a:pt x="512239" y="201714"/>
                </a:lnTo>
                <a:lnTo>
                  <a:pt x="514451" y="178562"/>
                </a:lnTo>
                <a:lnTo>
                  <a:pt x="514451" y="178193"/>
                </a:lnTo>
                <a:lnTo>
                  <a:pt x="512254" y="155191"/>
                </a:lnTo>
                <a:lnTo>
                  <a:pt x="512239" y="155035"/>
                </a:lnTo>
                <a:lnTo>
                  <a:pt x="494855" y="110215"/>
                </a:lnTo>
                <a:lnTo>
                  <a:pt x="461254" y="69724"/>
                </a:lnTo>
                <a:lnTo>
                  <a:pt x="413870" y="36831"/>
                </a:lnTo>
                <a:lnTo>
                  <a:pt x="385927" y="23761"/>
                </a:lnTo>
                <a:lnTo>
                  <a:pt x="358229" y="14401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object 6"/>
          <p:cNvSpPr/>
          <p:nvPr/>
        </p:nvSpPr>
        <p:spPr>
          <a:xfrm>
            <a:off x="1099080" y="1396080"/>
            <a:ext cx="514080" cy="356400"/>
          </a:xfrm>
          <a:custGeom>
            <a:avLst/>
            <a:gdLst>
              <a:gd name="textAreaLeft" fmla="*/ 0 w 514080"/>
              <a:gd name="textAreaRight" fmla="*/ 514440 w 514080"/>
              <a:gd name="textAreaTop" fmla="*/ 0 h 356400"/>
              <a:gd name="textAreaBottom" fmla="*/ 356760 h 356400"/>
            </a:gdLst>
            <a:ahLst/>
            <a:rect l="textAreaLeft" t="textAreaTop" r="textAreaRight" b="textAreaBottom"/>
            <a:pathLst>
              <a:path w="514350" h="356869">
                <a:moveTo>
                  <a:pt x="257035" y="0"/>
                </a:moveTo>
                <a:lnTo>
                  <a:pt x="190615" y="6073"/>
                </a:lnTo>
                <a:lnTo>
                  <a:pt x="128511" y="23749"/>
                </a:lnTo>
                <a:lnTo>
                  <a:pt x="75190" y="52193"/>
                </a:lnTo>
                <a:lnTo>
                  <a:pt x="34556" y="89268"/>
                </a:lnTo>
                <a:lnTo>
                  <a:pt x="8772" y="132111"/>
                </a:lnTo>
                <a:lnTo>
                  <a:pt x="0" y="178193"/>
                </a:lnTo>
                <a:lnTo>
                  <a:pt x="2209" y="201509"/>
                </a:lnTo>
                <a:lnTo>
                  <a:pt x="19588" y="246387"/>
                </a:lnTo>
                <a:lnTo>
                  <a:pt x="53134" y="286818"/>
                </a:lnTo>
                <a:lnTo>
                  <a:pt x="100418" y="319566"/>
                </a:lnTo>
                <a:lnTo>
                  <a:pt x="158821" y="342882"/>
                </a:lnTo>
                <a:lnTo>
                  <a:pt x="223489" y="354864"/>
                </a:lnTo>
                <a:lnTo>
                  <a:pt x="257035" y="356400"/>
                </a:lnTo>
                <a:lnTo>
                  <a:pt x="290581" y="354864"/>
                </a:lnTo>
                <a:lnTo>
                  <a:pt x="323454" y="350324"/>
                </a:lnTo>
                <a:lnTo>
                  <a:pt x="355249" y="342882"/>
                </a:lnTo>
                <a:lnTo>
                  <a:pt x="357865" y="341998"/>
                </a:lnTo>
                <a:lnTo>
                  <a:pt x="257035" y="341998"/>
                </a:lnTo>
                <a:lnTo>
                  <a:pt x="226181" y="340590"/>
                </a:lnTo>
                <a:lnTo>
                  <a:pt x="166768" y="329541"/>
                </a:lnTo>
                <a:lnTo>
                  <a:pt x="113147" y="308119"/>
                </a:lnTo>
                <a:lnTo>
                  <a:pt x="69499" y="278066"/>
                </a:lnTo>
                <a:lnTo>
                  <a:pt x="38587" y="240869"/>
                </a:lnTo>
                <a:lnTo>
                  <a:pt x="22575" y="199626"/>
                </a:lnTo>
                <a:lnTo>
                  <a:pt x="20510" y="178193"/>
                </a:lnTo>
                <a:lnTo>
                  <a:pt x="22575" y="156760"/>
                </a:lnTo>
                <a:lnTo>
                  <a:pt x="38587" y="115518"/>
                </a:lnTo>
                <a:lnTo>
                  <a:pt x="69499" y="78320"/>
                </a:lnTo>
                <a:lnTo>
                  <a:pt x="113147" y="48273"/>
                </a:lnTo>
                <a:lnTo>
                  <a:pt x="166768" y="26851"/>
                </a:lnTo>
                <a:lnTo>
                  <a:pt x="226181" y="15796"/>
                </a:lnTo>
                <a:lnTo>
                  <a:pt x="257035" y="14389"/>
                </a:lnTo>
                <a:lnTo>
                  <a:pt x="357845" y="14389"/>
                </a:lnTo>
                <a:lnTo>
                  <a:pt x="355249" y="13512"/>
                </a:lnTo>
                <a:lnTo>
                  <a:pt x="323454" y="6073"/>
                </a:lnTo>
                <a:lnTo>
                  <a:pt x="290581" y="1535"/>
                </a:lnTo>
                <a:lnTo>
                  <a:pt x="257035" y="0"/>
                </a:lnTo>
                <a:close/>
              </a:path>
              <a:path w="514350" h="356869">
                <a:moveTo>
                  <a:pt x="357845" y="14389"/>
                </a:moveTo>
                <a:lnTo>
                  <a:pt x="257035" y="14389"/>
                </a:lnTo>
                <a:lnTo>
                  <a:pt x="287889" y="15796"/>
                </a:lnTo>
                <a:lnTo>
                  <a:pt x="318101" y="19973"/>
                </a:lnTo>
                <a:lnTo>
                  <a:pt x="375119" y="36360"/>
                </a:lnTo>
                <a:lnTo>
                  <a:pt x="424164" y="62317"/>
                </a:lnTo>
                <a:lnTo>
                  <a:pt x="461873" y="96113"/>
                </a:lnTo>
                <a:lnTo>
                  <a:pt x="485413" y="135801"/>
                </a:lnTo>
                <a:lnTo>
                  <a:pt x="493560" y="178193"/>
                </a:lnTo>
                <a:lnTo>
                  <a:pt x="491495" y="199626"/>
                </a:lnTo>
                <a:lnTo>
                  <a:pt x="475482" y="240869"/>
                </a:lnTo>
                <a:lnTo>
                  <a:pt x="444571" y="278066"/>
                </a:lnTo>
                <a:lnTo>
                  <a:pt x="400923" y="308119"/>
                </a:lnTo>
                <a:lnTo>
                  <a:pt x="347301" y="329541"/>
                </a:lnTo>
                <a:lnTo>
                  <a:pt x="287889" y="340590"/>
                </a:lnTo>
                <a:lnTo>
                  <a:pt x="257035" y="341998"/>
                </a:lnTo>
                <a:lnTo>
                  <a:pt x="357865" y="341998"/>
                </a:lnTo>
                <a:lnTo>
                  <a:pt x="413657" y="319566"/>
                </a:lnTo>
                <a:lnTo>
                  <a:pt x="460938" y="286818"/>
                </a:lnTo>
                <a:lnTo>
                  <a:pt x="494482" y="246387"/>
                </a:lnTo>
                <a:lnTo>
                  <a:pt x="511860" y="201509"/>
                </a:lnTo>
                <a:lnTo>
                  <a:pt x="514070" y="178193"/>
                </a:lnTo>
                <a:lnTo>
                  <a:pt x="511860" y="154883"/>
                </a:lnTo>
                <a:lnTo>
                  <a:pt x="494482" y="110149"/>
                </a:lnTo>
                <a:lnTo>
                  <a:pt x="460938" y="69719"/>
                </a:lnTo>
                <a:lnTo>
                  <a:pt x="413657" y="36826"/>
                </a:lnTo>
                <a:lnTo>
                  <a:pt x="385559" y="23749"/>
                </a:lnTo>
                <a:lnTo>
                  <a:pt x="357845" y="14389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object 7"/>
          <p:cNvSpPr/>
          <p:nvPr/>
        </p:nvSpPr>
        <p:spPr>
          <a:xfrm>
            <a:off x="1746000" y="1258560"/>
            <a:ext cx="514800" cy="356400"/>
          </a:xfrm>
          <a:custGeom>
            <a:avLst/>
            <a:gdLst>
              <a:gd name="textAreaLeft" fmla="*/ 0 w 514800"/>
              <a:gd name="textAreaRight" fmla="*/ 515160 w 514800"/>
              <a:gd name="textAreaTop" fmla="*/ 0 h 356400"/>
              <a:gd name="textAreaBottom" fmla="*/ 356760 h 356400"/>
            </a:gdLst>
            <a:ahLst/>
            <a:rect l="textAreaLeft" t="textAreaTop" r="textAreaRight" b="textAreaBottom"/>
            <a:pathLst>
              <a:path w="514985" h="356869">
                <a:moveTo>
                  <a:pt x="257048" y="0"/>
                </a:moveTo>
                <a:lnTo>
                  <a:pt x="190623" y="6075"/>
                </a:lnTo>
                <a:lnTo>
                  <a:pt x="128524" y="23761"/>
                </a:lnTo>
                <a:lnTo>
                  <a:pt x="75336" y="52201"/>
                </a:lnTo>
                <a:lnTo>
                  <a:pt x="34569" y="89281"/>
                </a:lnTo>
                <a:lnTo>
                  <a:pt x="8778" y="132302"/>
                </a:lnTo>
                <a:lnTo>
                  <a:pt x="33" y="178206"/>
                </a:lnTo>
                <a:lnTo>
                  <a:pt x="0" y="178562"/>
                </a:lnTo>
                <a:lnTo>
                  <a:pt x="8778" y="224510"/>
                </a:lnTo>
                <a:lnTo>
                  <a:pt x="34569" y="267487"/>
                </a:lnTo>
                <a:lnTo>
                  <a:pt x="75336" y="304561"/>
                </a:lnTo>
                <a:lnTo>
                  <a:pt x="128524" y="333006"/>
                </a:lnTo>
                <a:lnTo>
                  <a:pt x="190668" y="350693"/>
                </a:lnTo>
                <a:lnTo>
                  <a:pt x="257403" y="356768"/>
                </a:lnTo>
                <a:lnTo>
                  <a:pt x="290949" y="355232"/>
                </a:lnTo>
                <a:lnTo>
                  <a:pt x="323823" y="350693"/>
                </a:lnTo>
                <a:lnTo>
                  <a:pt x="355617" y="343250"/>
                </a:lnTo>
                <a:lnTo>
                  <a:pt x="358233" y="342366"/>
                </a:lnTo>
                <a:lnTo>
                  <a:pt x="257403" y="342366"/>
                </a:lnTo>
                <a:lnTo>
                  <a:pt x="226343" y="340959"/>
                </a:lnTo>
                <a:lnTo>
                  <a:pt x="166786" y="329909"/>
                </a:lnTo>
                <a:lnTo>
                  <a:pt x="113154" y="308481"/>
                </a:lnTo>
                <a:lnTo>
                  <a:pt x="69510" y="278285"/>
                </a:lnTo>
                <a:lnTo>
                  <a:pt x="38600" y="241035"/>
                </a:lnTo>
                <a:lnTo>
                  <a:pt x="22588" y="199834"/>
                </a:lnTo>
                <a:lnTo>
                  <a:pt x="20523" y="178562"/>
                </a:lnTo>
                <a:lnTo>
                  <a:pt x="22588" y="157078"/>
                </a:lnTo>
                <a:lnTo>
                  <a:pt x="38600" y="115736"/>
                </a:lnTo>
                <a:lnTo>
                  <a:pt x="69510" y="78483"/>
                </a:lnTo>
                <a:lnTo>
                  <a:pt x="113154" y="48286"/>
                </a:lnTo>
                <a:lnTo>
                  <a:pt x="166781" y="26853"/>
                </a:lnTo>
                <a:lnTo>
                  <a:pt x="226193" y="15807"/>
                </a:lnTo>
                <a:lnTo>
                  <a:pt x="257048" y="14401"/>
                </a:lnTo>
                <a:lnTo>
                  <a:pt x="358228" y="14401"/>
                </a:lnTo>
                <a:lnTo>
                  <a:pt x="355612" y="13517"/>
                </a:lnTo>
                <a:lnTo>
                  <a:pt x="323778" y="6075"/>
                </a:lnTo>
                <a:lnTo>
                  <a:pt x="290799" y="1535"/>
                </a:lnTo>
                <a:lnTo>
                  <a:pt x="257048" y="0"/>
                </a:lnTo>
                <a:close/>
              </a:path>
              <a:path w="514985" h="356869">
                <a:moveTo>
                  <a:pt x="358228" y="14401"/>
                </a:moveTo>
                <a:lnTo>
                  <a:pt x="257048" y="14401"/>
                </a:lnTo>
                <a:lnTo>
                  <a:pt x="288107" y="15807"/>
                </a:lnTo>
                <a:lnTo>
                  <a:pt x="318425" y="19980"/>
                </a:lnTo>
                <a:lnTo>
                  <a:pt x="375488" y="36360"/>
                </a:lnTo>
                <a:lnTo>
                  <a:pt x="424532" y="62372"/>
                </a:lnTo>
                <a:lnTo>
                  <a:pt x="462241" y="96481"/>
                </a:lnTo>
                <a:lnTo>
                  <a:pt x="485794" y="136036"/>
                </a:lnTo>
                <a:lnTo>
                  <a:pt x="493928" y="178206"/>
                </a:lnTo>
                <a:lnTo>
                  <a:pt x="493928" y="178562"/>
                </a:lnTo>
                <a:lnTo>
                  <a:pt x="485781" y="220772"/>
                </a:lnTo>
                <a:lnTo>
                  <a:pt x="462241" y="260286"/>
                </a:lnTo>
                <a:lnTo>
                  <a:pt x="424532" y="294395"/>
                </a:lnTo>
                <a:lnTo>
                  <a:pt x="375488" y="320408"/>
                </a:lnTo>
                <a:lnTo>
                  <a:pt x="318469" y="336783"/>
                </a:lnTo>
                <a:lnTo>
                  <a:pt x="257403" y="342366"/>
                </a:lnTo>
                <a:lnTo>
                  <a:pt x="358233" y="342366"/>
                </a:lnTo>
                <a:lnTo>
                  <a:pt x="413870" y="319929"/>
                </a:lnTo>
                <a:lnTo>
                  <a:pt x="461254" y="287036"/>
                </a:lnTo>
                <a:lnTo>
                  <a:pt x="494850" y="246556"/>
                </a:lnTo>
                <a:lnTo>
                  <a:pt x="512229" y="201722"/>
                </a:lnTo>
                <a:lnTo>
                  <a:pt x="514438" y="178562"/>
                </a:lnTo>
                <a:lnTo>
                  <a:pt x="514438" y="178206"/>
                </a:lnTo>
                <a:lnTo>
                  <a:pt x="505679" y="132302"/>
                </a:lnTo>
                <a:lnTo>
                  <a:pt x="479882" y="89281"/>
                </a:lnTo>
                <a:lnTo>
                  <a:pt x="439115" y="52201"/>
                </a:lnTo>
                <a:lnTo>
                  <a:pt x="385927" y="23761"/>
                </a:lnTo>
                <a:lnTo>
                  <a:pt x="358228" y="14401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20" name="object 8"/>
          <p:cNvGrpSpPr/>
          <p:nvPr/>
        </p:nvGrpSpPr>
        <p:grpSpPr>
          <a:xfrm>
            <a:off x="1312200" y="1989000"/>
            <a:ext cx="108360" cy="324720"/>
            <a:chOff x="1312200" y="1989000"/>
            <a:chExt cx="108360" cy="324720"/>
          </a:xfrm>
        </p:grpSpPr>
        <p:sp>
          <p:nvSpPr>
            <p:cNvPr id="221" name="object 9"/>
            <p:cNvSpPr/>
            <p:nvPr/>
          </p:nvSpPr>
          <p:spPr>
            <a:xfrm>
              <a:off x="1366200" y="1989000"/>
              <a:ext cx="360" cy="22392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23920"/>
                <a:gd name="textAreaBottom" fmla="*/ 224280 h 223920"/>
              </a:gdLst>
              <a:ahLst/>
              <a:rect l="textAreaLeft" t="textAreaTop" r="textAreaRight" b="textAreaBottom"/>
              <a:pathLst>
                <a:path w="0" h="224155">
                  <a:moveTo>
                    <a:pt x="0" y="0"/>
                  </a:moveTo>
                  <a:lnTo>
                    <a:pt x="0" y="223558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2" name="object 10"/>
            <p:cNvSpPr/>
            <p:nvPr/>
          </p:nvSpPr>
          <p:spPr>
            <a:xfrm>
              <a:off x="1312200" y="22053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108000" y="0"/>
                  </a:moveTo>
                  <a:lnTo>
                    <a:pt x="0" y="0"/>
                  </a:lnTo>
                  <a:lnTo>
                    <a:pt x="54000" y="108000"/>
                  </a:lnTo>
                  <a:lnTo>
                    <a:pt x="10800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23" name="object 11"/>
          <p:cNvSpPr/>
          <p:nvPr/>
        </p:nvSpPr>
        <p:spPr>
          <a:xfrm>
            <a:off x="1094400" y="2411640"/>
            <a:ext cx="514800" cy="356400"/>
          </a:xfrm>
          <a:custGeom>
            <a:avLst/>
            <a:gdLst>
              <a:gd name="textAreaLeft" fmla="*/ 0 w 514800"/>
              <a:gd name="textAreaRight" fmla="*/ 515160 w 514800"/>
              <a:gd name="textAreaTop" fmla="*/ 0 h 356400"/>
              <a:gd name="textAreaBottom" fmla="*/ 356760 h 356400"/>
            </a:gdLst>
            <a:ahLst/>
            <a:rect l="textAreaLeft" t="textAreaTop" r="textAreaRight" b="textAreaBottom"/>
            <a:pathLst>
              <a:path w="514984" h="356869">
                <a:moveTo>
                  <a:pt x="257047" y="0"/>
                </a:moveTo>
                <a:lnTo>
                  <a:pt x="190623" y="6075"/>
                </a:lnTo>
                <a:lnTo>
                  <a:pt x="128524" y="23761"/>
                </a:lnTo>
                <a:lnTo>
                  <a:pt x="75330" y="52201"/>
                </a:lnTo>
                <a:lnTo>
                  <a:pt x="34556" y="89281"/>
                </a:lnTo>
                <a:lnTo>
                  <a:pt x="8777" y="132302"/>
                </a:lnTo>
                <a:lnTo>
                  <a:pt x="2256" y="155041"/>
                </a:lnTo>
                <a:lnTo>
                  <a:pt x="2211" y="155196"/>
                </a:lnTo>
                <a:lnTo>
                  <a:pt x="34" y="178193"/>
                </a:lnTo>
                <a:lnTo>
                  <a:pt x="0" y="178562"/>
                </a:lnTo>
                <a:lnTo>
                  <a:pt x="2211" y="201720"/>
                </a:lnTo>
                <a:lnTo>
                  <a:pt x="19593" y="246545"/>
                </a:lnTo>
                <a:lnTo>
                  <a:pt x="53189" y="287031"/>
                </a:lnTo>
                <a:lnTo>
                  <a:pt x="100575" y="319924"/>
                </a:lnTo>
                <a:lnTo>
                  <a:pt x="158832" y="343237"/>
                </a:lnTo>
                <a:lnTo>
                  <a:pt x="223496" y="355219"/>
                </a:lnTo>
                <a:lnTo>
                  <a:pt x="257047" y="356755"/>
                </a:lnTo>
                <a:lnTo>
                  <a:pt x="290799" y="355219"/>
                </a:lnTo>
                <a:lnTo>
                  <a:pt x="323778" y="350680"/>
                </a:lnTo>
                <a:lnTo>
                  <a:pt x="355612" y="343237"/>
                </a:lnTo>
                <a:lnTo>
                  <a:pt x="358228" y="342353"/>
                </a:lnTo>
                <a:lnTo>
                  <a:pt x="257047" y="342353"/>
                </a:lnTo>
                <a:lnTo>
                  <a:pt x="226193" y="340948"/>
                </a:lnTo>
                <a:lnTo>
                  <a:pt x="166781" y="329902"/>
                </a:lnTo>
                <a:lnTo>
                  <a:pt x="113154" y="308470"/>
                </a:lnTo>
                <a:lnTo>
                  <a:pt x="69504" y="278277"/>
                </a:lnTo>
                <a:lnTo>
                  <a:pt x="38595" y="241025"/>
                </a:lnTo>
                <a:lnTo>
                  <a:pt x="22587" y="199832"/>
                </a:lnTo>
                <a:lnTo>
                  <a:pt x="20523" y="178562"/>
                </a:lnTo>
                <a:lnTo>
                  <a:pt x="22587" y="157078"/>
                </a:lnTo>
                <a:lnTo>
                  <a:pt x="38595" y="115736"/>
                </a:lnTo>
                <a:lnTo>
                  <a:pt x="69504" y="78483"/>
                </a:lnTo>
                <a:lnTo>
                  <a:pt x="113154" y="48286"/>
                </a:lnTo>
                <a:lnTo>
                  <a:pt x="166781" y="26853"/>
                </a:lnTo>
                <a:lnTo>
                  <a:pt x="226193" y="15807"/>
                </a:lnTo>
                <a:lnTo>
                  <a:pt x="257047" y="14401"/>
                </a:lnTo>
                <a:lnTo>
                  <a:pt x="358228" y="14401"/>
                </a:lnTo>
                <a:lnTo>
                  <a:pt x="355612" y="13517"/>
                </a:lnTo>
                <a:lnTo>
                  <a:pt x="323778" y="6075"/>
                </a:lnTo>
                <a:lnTo>
                  <a:pt x="290799" y="1535"/>
                </a:lnTo>
                <a:lnTo>
                  <a:pt x="257047" y="0"/>
                </a:lnTo>
                <a:close/>
              </a:path>
              <a:path w="514984" h="356869">
                <a:moveTo>
                  <a:pt x="358228" y="14401"/>
                </a:moveTo>
                <a:lnTo>
                  <a:pt x="257047" y="14401"/>
                </a:lnTo>
                <a:lnTo>
                  <a:pt x="288107" y="15807"/>
                </a:lnTo>
                <a:lnTo>
                  <a:pt x="318425" y="19980"/>
                </a:lnTo>
                <a:lnTo>
                  <a:pt x="375488" y="36360"/>
                </a:lnTo>
                <a:lnTo>
                  <a:pt x="424532" y="62372"/>
                </a:lnTo>
                <a:lnTo>
                  <a:pt x="462241" y="96481"/>
                </a:lnTo>
                <a:lnTo>
                  <a:pt x="485794" y="136036"/>
                </a:lnTo>
                <a:lnTo>
                  <a:pt x="493928" y="178193"/>
                </a:lnTo>
                <a:lnTo>
                  <a:pt x="493928" y="178562"/>
                </a:lnTo>
                <a:lnTo>
                  <a:pt x="485781" y="220765"/>
                </a:lnTo>
                <a:lnTo>
                  <a:pt x="462241" y="260273"/>
                </a:lnTo>
                <a:lnTo>
                  <a:pt x="424532" y="294387"/>
                </a:lnTo>
                <a:lnTo>
                  <a:pt x="375488" y="320395"/>
                </a:lnTo>
                <a:lnTo>
                  <a:pt x="318425" y="336775"/>
                </a:lnTo>
                <a:lnTo>
                  <a:pt x="257047" y="342353"/>
                </a:lnTo>
                <a:lnTo>
                  <a:pt x="358228" y="342353"/>
                </a:lnTo>
                <a:lnTo>
                  <a:pt x="413870" y="319924"/>
                </a:lnTo>
                <a:lnTo>
                  <a:pt x="461254" y="287031"/>
                </a:lnTo>
                <a:lnTo>
                  <a:pt x="494850" y="246545"/>
                </a:lnTo>
                <a:lnTo>
                  <a:pt x="512229" y="201720"/>
                </a:lnTo>
                <a:lnTo>
                  <a:pt x="514438" y="178562"/>
                </a:lnTo>
                <a:lnTo>
                  <a:pt x="514438" y="178193"/>
                </a:lnTo>
                <a:lnTo>
                  <a:pt x="505679" y="132302"/>
                </a:lnTo>
                <a:lnTo>
                  <a:pt x="479882" y="89281"/>
                </a:lnTo>
                <a:lnTo>
                  <a:pt x="439115" y="52201"/>
                </a:lnTo>
                <a:lnTo>
                  <a:pt x="385927" y="23761"/>
                </a:lnTo>
                <a:lnTo>
                  <a:pt x="358228" y="14401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4" name="object 12"/>
          <p:cNvSpPr/>
          <p:nvPr/>
        </p:nvSpPr>
        <p:spPr>
          <a:xfrm>
            <a:off x="406440" y="3102840"/>
            <a:ext cx="1712160" cy="10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0960" bIns="0" anchor="t">
            <a:spAutoFit/>
          </a:bodyPr>
          <a:p>
            <a:pPr marL="12600" algn="just">
              <a:lnSpc>
                <a:spcPct val="93000"/>
              </a:lnSpc>
              <a:spcBef>
                <a:spcPts val="244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Dereplication</a:t>
            </a:r>
            <a:r>
              <a:rPr b="0" lang="en-GB" sz="1800" spc="-12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of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sequence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at</a:t>
            </a:r>
            <a:r>
              <a:rPr b="0" lang="en-GB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scale</a:t>
            </a: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of</a:t>
            </a: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the</a:t>
            </a: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 read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length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25" name="object 13"/>
          <p:cNvGrpSpPr/>
          <p:nvPr/>
        </p:nvGrpSpPr>
        <p:grpSpPr>
          <a:xfrm>
            <a:off x="3383280" y="925920"/>
            <a:ext cx="974880" cy="910800"/>
            <a:chOff x="3383280" y="925920"/>
            <a:chExt cx="974880" cy="910800"/>
          </a:xfrm>
        </p:grpSpPr>
        <p:sp>
          <p:nvSpPr>
            <p:cNvPr id="226" name="object 14"/>
            <p:cNvSpPr/>
            <p:nvPr/>
          </p:nvSpPr>
          <p:spPr>
            <a:xfrm>
              <a:off x="3383280" y="925920"/>
              <a:ext cx="974880" cy="910800"/>
            </a:xfrm>
            <a:custGeom>
              <a:avLst/>
              <a:gdLst>
                <a:gd name="textAreaLeft" fmla="*/ 0 w 974880"/>
                <a:gd name="textAreaRight" fmla="*/ 975240 w 974880"/>
                <a:gd name="textAreaTop" fmla="*/ 0 h 910800"/>
                <a:gd name="textAreaBottom" fmla="*/ 911160 h 910800"/>
              </a:gdLst>
              <a:ahLst/>
              <a:rect l="textAreaLeft" t="textAreaTop" r="textAreaRight" b="textAreaBottom"/>
              <a:pathLst>
                <a:path w="975360" h="911225">
                  <a:moveTo>
                    <a:pt x="487438" y="0"/>
                  </a:moveTo>
                  <a:lnTo>
                    <a:pt x="436312" y="2491"/>
                  </a:lnTo>
                  <a:lnTo>
                    <a:pt x="385997" y="9907"/>
                  </a:lnTo>
                  <a:lnTo>
                    <a:pt x="336873" y="22162"/>
                  </a:lnTo>
                  <a:lnTo>
                    <a:pt x="289170" y="39242"/>
                  </a:lnTo>
                  <a:lnTo>
                    <a:pt x="243725" y="60845"/>
                  </a:lnTo>
                  <a:lnTo>
                    <a:pt x="200787" y="87026"/>
                  </a:lnTo>
                  <a:lnTo>
                    <a:pt x="161168" y="117047"/>
                  </a:lnTo>
                  <a:lnTo>
                    <a:pt x="125162" y="150680"/>
                  </a:lnTo>
                  <a:lnTo>
                    <a:pt x="93063" y="187698"/>
                  </a:lnTo>
                  <a:lnTo>
                    <a:pt x="65163" y="227876"/>
                  </a:lnTo>
                  <a:lnTo>
                    <a:pt x="42172" y="270228"/>
                  </a:lnTo>
                  <a:lnTo>
                    <a:pt x="23874" y="314808"/>
                  </a:lnTo>
                  <a:lnTo>
                    <a:pt x="10702" y="360691"/>
                  </a:lnTo>
                  <a:lnTo>
                    <a:pt x="2698" y="407680"/>
                  </a:lnTo>
                  <a:lnTo>
                    <a:pt x="0" y="455396"/>
                  </a:lnTo>
                  <a:lnTo>
                    <a:pt x="2698" y="503116"/>
                  </a:lnTo>
                  <a:lnTo>
                    <a:pt x="10702" y="550128"/>
                  </a:lnTo>
                  <a:lnTo>
                    <a:pt x="23874" y="596069"/>
                  </a:lnTo>
                  <a:lnTo>
                    <a:pt x="42073" y="640576"/>
                  </a:lnTo>
                  <a:lnTo>
                    <a:pt x="65163" y="683285"/>
                  </a:lnTo>
                  <a:lnTo>
                    <a:pt x="93063" y="723288"/>
                  </a:lnTo>
                  <a:lnTo>
                    <a:pt x="125162" y="760199"/>
                  </a:lnTo>
                  <a:lnTo>
                    <a:pt x="161168" y="793776"/>
                  </a:lnTo>
                  <a:lnTo>
                    <a:pt x="200787" y="823777"/>
                  </a:lnTo>
                  <a:lnTo>
                    <a:pt x="243725" y="849960"/>
                  </a:lnTo>
                  <a:lnTo>
                    <a:pt x="289322" y="871635"/>
                  </a:lnTo>
                  <a:lnTo>
                    <a:pt x="336873" y="888643"/>
                  </a:lnTo>
                  <a:lnTo>
                    <a:pt x="385997" y="900898"/>
                  </a:lnTo>
                  <a:lnTo>
                    <a:pt x="436312" y="908314"/>
                  </a:lnTo>
                  <a:lnTo>
                    <a:pt x="487438" y="910805"/>
                  </a:lnTo>
                  <a:lnTo>
                    <a:pt x="538569" y="908314"/>
                  </a:lnTo>
                  <a:lnTo>
                    <a:pt x="588886" y="900898"/>
                  </a:lnTo>
                  <a:lnTo>
                    <a:pt x="638010" y="888643"/>
                  </a:lnTo>
                  <a:lnTo>
                    <a:pt x="685562" y="871635"/>
                  </a:lnTo>
                  <a:lnTo>
                    <a:pt x="488924" y="871635"/>
                  </a:lnTo>
                  <a:lnTo>
                    <a:pt x="440763" y="869284"/>
                  </a:lnTo>
                  <a:lnTo>
                    <a:pt x="394745" y="862494"/>
                  </a:lnTo>
                  <a:lnTo>
                    <a:pt x="349781" y="851263"/>
                  </a:lnTo>
                  <a:lnTo>
                    <a:pt x="306268" y="835661"/>
                  </a:lnTo>
                  <a:lnTo>
                    <a:pt x="264604" y="815759"/>
                  </a:lnTo>
                  <a:lnTo>
                    <a:pt x="216088" y="785537"/>
                  </a:lnTo>
                  <a:lnTo>
                    <a:pt x="172396" y="749747"/>
                  </a:lnTo>
                  <a:lnTo>
                    <a:pt x="134038" y="708895"/>
                  </a:lnTo>
                  <a:lnTo>
                    <a:pt x="101523" y="663486"/>
                  </a:lnTo>
                  <a:lnTo>
                    <a:pt x="75837" y="614520"/>
                  </a:lnTo>
                  <a:lnTo>
                    <a:pt x="57242" y="563089"/>
                  </a:lnTo>
                  <a:lnTo>
                    <a:pt x="45938" y="509834"/>
                  </a:lnTo>
                  <a:lnTo>
                    <a:pt x="42125" y="455396"/>
                  </a:lnTo>
                  <a:lnTo>
                    <a:pt x="45938" y="400965"/>
                  </a:lnTo>
                  <a:lnTo>
                    <a:pt x="57242" y="347714"/>
                  </a:lnTo>
                  <a:lnTo>
                    <a:pt x="75837" y="296285"/>
                  </a:lnTo>
                  <a:lnTo>
                    <a:pt x="101523" y="247319"/>
                  </a:lnTo>
                  <a:lnTo>
                    <a:pt x="134038" y="201910"/>
                  </a:lnTo>
                  <a:lnTo>
                    <a:pt x="172396" y="161058"/>
                  </a:lnTo>
                  <a:lnTo>
                    <a:pt x="216088" y="125268"/>
                  </a:lnTo>
                  <a:lnTo>
                    <a:pt x="264604" y="95046"/>
                  </a:lnTo>
                  <a:lnTo>
                    <a:pt x="306268" y="75139"/>
                  </a:lnTo>
                  <a:lnTo>
                    <a:pt x="349781" y="59537"/>
                  </a:lnTo>
                  <a:lnTo>
                    <a:pt x="394745" y="48308"/>
                  </a:lnTo>
                  <a:lnTo>
                    <a:pt x="440763" y="41520"/>
                  </a:lnTo>
                  <a:lnTo>
                    <a:pt x="487438" y="39242"/>
                  </a:lnTo>
                  <a:lnTo>
                    <a:pt x="685765" y="39242"/>
                  </a:lnTo>
                  <a:lnTo>
                    <a:pt x="638010" y="22162"/>
                  </a:lnTo>
                  <a:lnTo>
                    <a:pt x="588886" y="9907"/>
                  </a:lnTo>
                  <a:lnTo>
                    <a:pt x="538569" y="2491"/>
                  </a:lnTo>
                  <a:lnTo>
                    <a:pt x="487438" y="0"/>
                  </a:lnTo>
                  <a:close/>
                </a:path>
                <a:path w="975360" h="911225">
                  <a:moveTo>
                    <a:pt x="685714" y="39242"/>
                  </a:moveTo>
                  <a:lnTo>
                    <a:pt x="487438" y="39242"/>
                  </a:lnTo>
                  <a:lnTo>
                    <a:pt x="534113" y="41520"/>
                  </a:lnTo>
                  <a:lnTo>
                    <a:pt x="580132" y="48308"/>
                  </a:lnTo>
                  <a:lnTo>
                    <a:pt x="625098" y="59537"/>
                  </a:lnTo>
                  <a:lnTo>
                    <a:pt x="668615" y="75139"/>
                  </a:lnTo>
                  <a:lnTo>
                    <a:pt x="710285" y="95046"/>
                  </a:lnTo>
                  <a:lnTo>
                    <a:pt x="758800" y="125268"/>
                  </a:lnTo>
                  <a:lnTo>
                    <a:pt x="802489" y="161058"/>
                  </a:lnTo>
                  <a:lnTo>
                    <a:pt x="840846" y="201910"/>
                  </a:lnTo>
                  <a:lnTo>
                    <a:pt x="873366" y="247319"/>
                  </a:lnTo>
                  <a:lnTo>
                    <a:pt x="899047" y="296285"/>
                  </a:lnTo>
                  <a:lnTo>
                    <a:pt x="917643" y="347714"/>
                  </a:lnTo>
                  <a:lnTo>
                    <a:pt x="928950" y="400965"/>
                  </a:lnTo>
                  <a:lnTo>
                    <a:pt x="932764" y="455396"/>
                  </a:lnTo>
                  <a:lnTo>
                    <a:pt x="928950" y="509834"/>
                  </a:lnTo>
                  <a:lnTo>
                    <a:pt x="917643" y="563089"/>
                  </a:lnTo>
                  <a:lnTo>
                    <a:pt x="899047" y="614520"/>
                  </a:lnTo>
                  <a:lnTo>
                    <a:pt x="873366" y="663486"/>
                  </a:lnTo>
                  <a:lnTo>
                    <a:pt x="840846" y="708895"/>
                  </a:lnTo>
                  <a:lnTo>
                    <a:pt x="802489" y="749747"/>
                  </a:lnTo>
                  <a:lnTo>
                    <a:pt x="758800" y="785537"/>
                  </a:lnTo>
                  <a:lnTo>
                    <a:pt x="710285" y="815759"/>
                  </a:lnTo>
                  <a:lnTo>
                    <a:pt x="668615" y="835661"/>
                  </a:lnTo>
                  <a:lnTo>
                    <a:pt x="625098" y="851263"/>
                  </a:lnTo>
                  <a:lnTo>
                    <a:pt x="580132" y="862494"/>
                  </a:lnTo>
                  <a:lnTo>
                    <a:pt x="534113" y="869284"/>
                  </a:lnTo>
                  <a:lnTo>
                    <a:pt x="485952" y="871635"/>
                  </a:lnTo>
                  <a:lnTo>
                    <a:pt x="685562" y="871635"/>
                  </a:lnTo>
                  <a:lnTo>
                    <a:pt x="731164" y="849960"/>
                  </a:lnTo>
                  <a:lnTo>
                    <a:pt x="774096" y="823777"/>
                  </a:lnTo>
                  <a:lnTo>
                    <a:pt x="813711" y="793776"/>
                  </a:lnTo>
                  <a:lnTo>
                    <a:pt x="849715" y="760199"/>
                  </a:lnTo>
                  <a:lnTo>
                    <a:pt x="881814" y="723288"/>
                  </a:lnTo>
                  <a:lnTo>
                    <a:pt x="909713" y="683285"/>
                  </a:lnTo>
                  <a:lnTo>
                    <a:pt x="932803" y="640576"/>
                  </a:lnTo>
                  <a:lnTo>
                    <a:pt x="951003" y="596069"/>
                  </a:lnTo>
                  <a:lnTo>
                    <a:pt x="964174" y="550128"/>
                  </a:lnTo>
                  <a:lnTo>
                    <a:pt x="972178" y="503116"/>
                  </a:lnTo>
                  <a:lnTo>
                    <a:pt x="974877" y="455396"/>
                  </a:lnTo>
                  <a:lnTo>
                    <a:pt x="972178" y="407680"/>
                  </a:lnTo>
                  <a:lnTo>
                    <a:pt x="964178" y="360691"/>
                  </a:lnTo>
                  <a:lnTo>
                    <a:pt x="951025" y="314808"/>
                  </a:lnTo>
                  <a:lnTo>
                    <a:pt x="932878" y="270410"/>
                  </a:lnTo>
                  <a:lnTo>
                    <a:pt x="909713" y="227520"/>
                  </a:lnTo>
                  <a:lnTo>
                    <a:pt x="881941" y="187698"/>
                  </a:lnTo>
                  <a:lnTo>
                    <a:pt x="849782" y="150680"/>
                  </a:lnTo>
                  <a:lnTo>
                    <a:pt x="813736" y="117047"/>
                  </a:lnTo>
                  <a:lnTo>
                    <a:pt x="774100" y="87026"/>
                  </a:lnTo>
                  <a:lnTo>
                    <a:pt x="731164" y="60845"/>
                  </a:lnTo>
                  <a:lnTo>
                    <a:pt x="685714" y="39242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27" name="object 15"/>
            <p:cNvSpPr/>
            <p:nvPr/>
          </p:nvSpPr>
          <p:spPr>
            <a:xfrm>
              <a:off x="4069080" y="968760"/>
              <a:ext cx="278280" cy="323640"/>
            </a:xfrm>
            <a:custGeom>
              <a:avLst/>
              <a:gdLst>
                <a:gd name="textAreaLeft" fmla="*/ 0 w 278280"/>
                <a:gd name="textAreaRight" fmla="*/ 278640 w 278280"/>
                <a:gd name="textAreaTop" fmla="*/ 0 h 323640"/>
                <a:gd name="textAreaBottom" fmla="*/ 324000 h 323640"/>
              </a:gdLst>
              <a:ahLst/>
              <a:rect l="textAreaLeft" t="textAreaTop" r="textAreaRight" b="textAreaBottom"/>
              <a:pathLst>
                <a:path w="278764" h="323850">
                  <a:moveTo>
                    <a:pt x="139674" y="78117"/>
                  </a:moveTo>
                  <a:lnTo>
                    <a:pt x="27000" y="0"/>
                  </a:lnTo>
                  <a:lnTo>
                    <a:pt x="0" y="38887"/>
                  </a:lnTo>
                  <a:lnTo>
                    <a:pt x="56159" y="78117"/>
                  </a:lnTo>
                  <a:lnTo>
                    <a:pt x="112674" y="117360"/>
                  </a:lnTo>
                  <a:lnTo>
                    <a:pt x="139674" y="78117"/>
                  </a:lnTo>
                  <a:close/>
                </a:path>
                <a:path w="278764" h="323850">
                  <a:moveTo>
                    <a:pt x="278638" y="306006"/>
                  </a:moveTo>
                  <a:lnTo>
                    <a:pt x="228600" y="178206"/>
                  </a:lnTo>
                  <a:lnTo>
                    <a:pt x="183959" y="195478"/>
                  </a:lnTo>
                  <a:lnTo>
                    <a:pt x="209156" y="259562"/>
                  </a:lnTo>
                  <a:lnTo>
                    <a:pt x="233997" y="323278"/>
                  </a:lnTo>
                  <a:lnTo>
                    <a:pt x="278638" y="306006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28" name="object 16"/>
            <p:cNvSpPr/>
            <p:nvPr/>
          </p:nvSpPr>
          <p:spPr>
            <a:xfrm>
              <a:off x="3417120" y="1087920"/>
              <a:ext cx="889200" cy="615600"/>
            </a:xfrm>
            <a:custGeom>
              <a:avLst/>
              <a:gdLst>
                <a:gd name="textAreaLeft" fmla="*/ 0 w 889200"/>
                <a:gd name="textAreaRight" fmla="*/ 889560 w 889200"/>
                <a:gd name="textAreaTop" fmla="*/ 0 h 615600"/>
                <a:gd name="textAreaBottom" fmla="*/ 615960 h 615600"/>
              </a:gdLst>
              <a:ahLst/>
              <a:rect l="textAreaLeft" t="textAreaTop" r="textAreaRight" b="textAreaBottom"/>
              <a:pathLst>
                <a:path w="889635" h="615950">
                  <a:moveTo>
                    <a:pt x="116992" y="26644"/>
                  </a:moveTo>
                  <a:lnTo>
                    <a:pt x="77038" y="0"/>
                  </a:lnTo>
                  <a:lnTo>
                    <a:pt x="38519" y="56883"/>
                  </a:lnTo>
                  <a:lnTo>
                    <a:pt x="0" y="113753"/>
                  </a:lnTo>
                  <a:lnTo>
                    <a:pt x="39598" y="140398"/>
                  </a:lnTo>
                  <a:lnTo>
                    <a:pt x="116992" y="26644"/>
                  </a:lnTo>
                  <a:close/>
                </a:path>
                <a:path w="889635" h="615950">
                  <a:moveTo>
                    <a:pt x="889190" y="507238"/>
                  </a:moveTo>
                  <a:lnTo>
                    <a:pt x="854989" y="479882"/>
                  </a:lnTo>
                  <a:lnTo>
                    <a:pt x="812876" y="533882"/>
                  </a:lnTo>
                  <a:lnTo>
                    <a:pt x="771118" y="588238"/>
                  </a:lnTo>
                  <a:lnTo>
                    <a:pt x="805319" y="615594"/>
                  </a:lnTo>
                  <a:lnTo>
                    <a:pt x="889190" y="507238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29" name="object 17"/>
          <p:cNvGrpSpPr/>
          <p:nvPr/>
        </p:nvGrpSpPr>
        <p:grpSpPr>
          <a:xfrm>
            <a:off x="4719600" y="925920"/>
            <a:ext cx="1157760" cy="1023120"/>
            <a:chOff x="4719600" y="925920"/>
            <a:chExt cx="1157760" cy="1023120"/>
          </a:xfrm>
        </p:grpSpPr>
        <p:sp>
          <p:nvSpPr>
            <p:cNvPr id="230" name="object 18"/>
            <p:cNvSpPr/>
            <p:nvPr/>
          </p:nvSpPr>
          <p:spPr>
            <a:xfrm>
              <a:off x="4719600" y="925920"/>
              <a:ext cx="1157760" cy="1023120"/>
            </a:xfrm>
            <a:custGeom>
              <a:avLst/>
              <a:gdLst>
                <a:gd name="textAreaLeft" fmla="*/ 0 w 1157760"/>
                <a:gd name="textAreaRight" fmla="*/ 1158120 w 1157760"/>
                <a:gd name="textAreaTop" fmla="*/ 0 h 1023120"/>
                <a:gd name="textAreaBottom" fmla="*/ 1023480 h 1023120"/>
              </a:gdLst>
              <a:ahLst/>
              <a:rect l="textAreaLeft" t="textAreaTop" r="textAreaRight" b="textAreaBottom"/>
              <a:pathLst>
                <a:path w="1158239" h="1023619">
                  <a:moveTo>
                    <a:pt x="578878" y="0"/>
                  </a:moveTo>
                  <a:lnTo>
                    <a:pt x="528312" y="1966"/>
                  </a:lnTo>
                  <a:lnTo>
                    <a:pt x="478316" y="7813"/>
                  </a:lnTo>
                  <a:lnTo>
                    <a:pt x="429161" y="17460"/>
                  </a:lnTo>
                  <a:lnTo>
                    <a:pt x="381118" y="30828"/>
                  </a:lnTo>
                  <a:lnTo>
                    <a:pt x="334456" y="47835"/>
                  </a:lnTo>
                  <a:lnTo>
                    <a:pt x="289445" y="68402"/>
                  </a:lnTo>
                  <a:lnTo>
                    <a:pt x="246786" y="92493"/>
                  </a:lnTo>
                  <a:lnTo>
                    <a:pt x="206789" y="119665"/>
                  </a:lnTo>
                  <a:lnTo>
                    <a:pt x="169652" y="149758"/>
                  </a:lnTo>
                  <a:lnTo>
                    <a:pt x="135577" y="182610"/>
                  </a:lnTo>
                  <a:lnTo>
                    <a:pt x="104761" y="218063"/>
                  </a:lnTo>
                  <a:lnTo>
                    <a:pt x="77406" y="255955"/>
                  </a:lnTo>
                  <a:lnTo>
                    <a:pt x="49968" y="303611"/>
                  </a:lnTo>
                  <a:lnTo>
                    <a:pt x="49863" y="303793"/>
                  </a:lnTo>
                  <a:lnTo>
                    <a:pt x="28230" y="353704"/>
                  </a:lnTo>
                  <a:lnTo>
                    <a:pt x="12627" y="405257"/>
                  </a:lnTo>
                  <a:lnTo>
                    <a:pt x="3177" y="458018"/>
                  </a:lnTo>
                  <a:lnTo>
                    <a:pt x="0" y="511555"/>
                  </a:lnTo>
                  <a:lnTo>
                    <a:pt x="3177" y="565102"/>
                  </a:lnTo>
                  <a:lnTo>
                    <a:pt x="12627" y="617887"/>
                  </a:lnTo>
                  <a:lnTo>
                    <a:pt x="28230" y="669495"/>
                  </a:lnTo>
                  <a:lnTo>
                    <a:pt x="49863" y="719512"/>
                  </a:lnTo>
                  <a:lnTo>
                    <a:pt x="77406" y="767524"/>
                  </a:lnTo>
                  <a:lnTo>
                    <a:pt x="104761" y="805267"/>
                  </a:lnTo>
                  <a:lnTo>
                    <a:pt x="135577" y="840619"/>
                  </a:lnTo>
                  <a:lnTo>
                    <a:pt x="169652" y="873410"/>
                  </a:lnTo>
                  <a:lnTo>
                    <a:pt x="206789" y="903471"/>
                  </a:lnTo>
                  <a:lnTo>
                    <a:pt x="246786" y="930632"/>
                  </a:lnTo>
                  <a:lnTo>
                    <a:pt x="289445" y="954722"/>
                  </a:lnTo>
                  <a:lnTo>
                    <a:pt x="334457" y="975289"/>
                  </a:lnTo>
                  <a:lnTo>
                    <a:pt x="381131" y="992296"/>
                  </a:lnTo>
                  <a:lnTo>
                    <a:pt x="429206" y="1005663"/>
                  </a:lnTo>
                  <a:lnTo>
                    <a:pt x="478421" y="1015310"/>
                  </a:lnTo>
                  <a:lnTo>
                    <a:pt x="528517" y="1021157"/>
                  </a:lnTo>
                  <a:lnTo>
                    <a:pt x="579234" y="1023124"/>
                  </a:lnTo>
                  <a:lnTo>
                    <a:pt x="629800" y="1021157"/>
                  </a:lnTo>
                  <a:lnTo>
                    <a:pt x="679797" y="1015310"/>
                  </a:lnTo>
                  <a:lnTo>
                    <a:pt x="728953" y="1005663"/>
                  </a:lnTo>
                  <a:lnTo>
                    <a:pt x="776998" y="992296"/>
                  </a:lnTo>
                  <a:lnTo>
                    <a:pt x="812946" y="979195"/>
                  </a:lnTo>
                  <a:lnTo>
                    <a:pt x="579234" y="979195"/>
                  </a:lnTo>
                  <a:lnTo>
                    <a:pt x="523622" y="976621"/>
                  </a:lnTo>
                  <a:lnTo>
                    <a:pt x="468942" y="968968"/>
                  </a:lnTo>
                  <a:lnTo>
                    <a:pt x="415607" y="956339"/>
                  </a:lnTo>
                  <a:lnTo>
                    <a:pt x="364036" y="938835"/>
                  </a:lnTo>
                  <a:lnTo>
                    <a:pt x="314642" y="916558"/>
                  </a:lnTo>
                  <a:lnTo>
                    <a:pt x="267987" y="889823"/>
                  </a:lnTo>
                  <a:lnTo>
                    <a:pt x="224978" y="859043"/>
                  </a:lnTo>
                  <a:lnTo>
                    <a:pt x="185894" y="824494"/>
                  </a:lnTo>
                  <a:lnTo>
                    <a:pt x="151008" y="786453"/>
                  </a:lnTo>
                  <a:lnTo>
                    <a:pt x="120599" y="745197"/>
                  </a:lnTo>
                  <a:lnTo>
                    <a:pt x="95426" y="701546"/>
                  </a:lnTo>
                  <a:lnTo>
                    <a:pt x="75697" y="655958"/>
                  </a:lnTo>
                  <a:lnTo>
                    <a:pt x="61499" y="608832"/>
                  </a:lnTo>
                  <a:lnTo>
                    <a:pt x="52917" y="560565"/>
                  </a:lnTo>
                  <a:lnTo>
                    <a:pt x="50037" y="511555"/>
                  </a:lnTo>
                  <a:lnTo>
                    <a:pt x="52917" y="462547"/>
                  </a:lnTo>
                  <a:lnTo>
                    <a:pt x="61499" y="414283"/>
                  </a:lnTo>
                  <a:lnTo>
                    <a:pt x="75697" y="367161"/>
                  </a:lnTo>
                  <a:lnTo>
                    <a:pt x="95426" y="321576"/>
                  </a:lnTo>
                  <a:lnTo>
                    <a:pt x="120599" y="277926"/>
                  </a:lnTo>
                  <a:lnTo>
                    <a:pt x="151008" y="236671"/>
                  </a:lnTo>
                  <a:lnTo>
                    <a:pt x="185894" y="198630"/>
                  </a:lnTo>
                  <a:lnTo>
                    <a:pt x="224978" y="164081"/>
                  </a:lnTo>
                  <a:lnTo>
                    <a:pt x="267987" y="133300"/>
                  </a:lnTo>
                  <a:lnTo>
                    <a:pt x="314642" y="106565"/>
                  </a:lnTo>
                  <a:lnTo>
                    <a:pt x="364036" y="84288"/>
                  </a:lnTo>
                  <a:lnTo>
                    <a:pt x="415607" y="66781"/>
                  </a:lnTo>
                  <a:lnTo>
                    <a:pt x="468942" y="54147"/>
                  </a:lnTo>
                  <a:lnTo>
                    <a:pt x="523622" y="46491"/>
                  </a:lnTo>
                  <a:lnTo>
                    <a:pt x="579234" y="43916"/>
                  </a:lnTo>
                  <a:lnTo>
                    <a:pt x="812907" y="43916"/>
                  </a:lnTo>
                  <a:lnTo>
                    <a:pt x="776985" y="30828"/>
                  </a:lnTo>
                  <a:lnTo>
                    <a:pt x="728908" y="17460"/>
                  </a:lnTo>
                  <a:lnTo>
                    <a:pt x="679691" y="7813"/>
                  </a:lnTo>
                  <a:lnTo>
                    <a:pt x="629595" y="1966"/>
                  </a:lnTo>
                  <a:lnTo>
                    <a:pt x="578878" y="0"/>
                  </a:lnTo>
                  <a:close/>
                </a:path>
                <a:path w="1158239" h="1023619">
                  <a:moveTo>
                    <a:pt x="812907" y="43916"/>
                  </a:moveTo>
                  <a:lnTo>
                    <a:pt x="579234" y="43916"/>
                  </a:lnTo>
                  <a:lnTo>
                    <a:pt x="634678" y="46491"/>
                  </a:lnTo>
                  <a:lnTo>
                    <a:pt x="689257" y="54147"/>
                  </a:lnTo>
                  <a:lnTo>
                    <a:pt x="742539" y="66781"/>
                  </a:lnTo>
                  <a:lnTo>
                    <a:pt x="794092" y="84288"/>
                  </a:lnTo>
                  <a:lnTo>
                    <a:pt x="843483" y="106565"/>
                  </a:lnTo>
                  <a:lnTo>
                    <a:pt x="890132" y="133300"/>
                  </a:lnTo>
                  <a:lnTo>
                    <a:pt x="933137" y="164081"/>
                  </a:lnTo>
                  <a:lnTo>
                    <a:pt x="972222" y="198630"/>
                  </a:lnTo>
                  <a:lnTo>
                    <a:pt x="1007110" y="236671"/>
                  </a:lnTo>
                  <a:lnTo>
                    <a:pt x="1037526" y="277926"/>
                  </a:lnTo>
                  <a:lnTo>
                    <a:pt x="1062693" y="321576"/>
                  </a:lnTo>
                  <a:lnTo>
                    <a:pt x="1082417" y="367161"/>
                  </a:lnTo>
                  <a:lnTo>
                    <a:pt x="1096614" y="414283"/>
                  </a:lnTo>
                  <a:lnTo>
                    <a:pt x="1105195" y="462547"/>
                  </a:lnTo>
                  <a:lnTo>
                    <a:pt x="1108075" y="511555"/>
                  </a:lnTo>
                  <a:lnTo>
                    <a:pt x="1105195" y="560565"/>
                  </a:lnTo>
                  <a:lnTo>
                    <a:pt x="1096614" y="608832"/>
                  </a:lnTo>
                  <a:lnTo>
                    <a:pt x="1082417" y="655958"/>
                  </a:lnTo>
                  <a:lnTo>
                    <a:pt x="1062693" y="701546"/>
                  </a:lnTo>
                  <a:lnTo>
                    <a:pt x="1037526" y="745197"/>
                  </a:lnTo>
                  <a:lnTo>
                    <a:pt x="1007110" y="786453"/>
                  </a:lnTo>
                  <a:lnTo>
                    <a:pt x="972222" y="824494"/>
                  </a:lnTo>
                  <a:lnTo>
                    <a:pt x="933137" y="859043"/>
                  </a:lnTo>
                  <a:lnTo>
                    <a:pt x="890132" y="889823"/>
                  </a:lnTo>
                  <a:lnTo>
                    <a:pt x="843483" y="916558"/>
                  </a:lnTo>
                  <a:lnTo>
                    <a:pt x="794092" y="938835"/>
                  </a:lnTo>
                  <a:lnTo>
                    <a:pt x="742539" y="956339"/>
                  </a:lnTo>
                  <a:lnTo>
                    <a:pt x="689257" y="968968"/>
                  </a:lnTo>
                  <a:lnTo>
                    <a:pt x="634678" y="976621"/>
                  </a:lnTo>
                  <a:lnTo>
                    <a:pt x="579234" y="979195"/>
                  </a:lnTo>
                  <a:lnTo>
                    <a:pt x="812946" y="979195"/>
                  </a:lnTo>
                  <a:lnTo>
                    <a:pt x="868679" y="954722"/>
                  </a:lnTo>
                  <a:lnTo>
                    <a:pt x="911338" y="930632"/>
                  </a:lnTo>
                  <a:lnTo>
                    <a:pt x="951336" y="903471"/>
                  </a:lnTo>
                  <a:lnTo>
                    <a:pt x="988472" y="873410"/>
                  </a:lnTo>
                  <a:lnTo>
                    <a:pt x="1022548" y="840619"/>
                  </a:lnTo>
                  <a:lnTo>
                    <a:pt x="1053363" y="805267"/>
                  </a:lnTo>
                  <a:lnTo>
                    <a:pt x="1080719" y="767524"/>
                  </a:lnTo>
                  <a:lnTo>
                    <a:pt x="1108262" y="719512"/>
                  </a:lnTo>
                  <a:lnTo>
                    <a:pt x="1129895" y="669495"/>
                  </a:lnTo>
                  <a:lnTo>
                    <a:pt x="1145498" y="617887"/>
                  </a:lnTo>
                  <a:lnTo>
                    <a:pt x="1154948" y="565102"/>
                  </a:lnTo>
                  <a:lnTo>
                    <a:pt x="1158125" y="511555"/>
                  </a:lnTo>
                  <a:lnTo>
                    <a:pt x="1154948" y="458018"/>
                  </a:lnTo>
                  <a:lnTo>
                    <a:pt x="1145502" y="405257"/>
                  </a:lnTo>
                  <a:lnTo>
                    <a:pt x="1129918" y="353704"/>
                  </a:lnTo>
                  <a:lnTo>
                    <a:pt x="1108340" y="303793"/>
                  </a:lnTo>
                  <a:lnTo>
                    <a:pt x="1080719" y="255600"/>
                  </a:lnTo>
                  <a:lnTo>
                    <a:pt x="1053363" y="217857"/>
                  </a:lnTo>
                  <a:lnTo>
                    <a:pt x="1022640" y="182610"/>
                  </a:lnTo>
                  <a:lnTo>
                    <a:pt x="988518" y="149758"/>
                  </a:lnTo>
                  <a:lnTo>
                    <a:pt x="951352" y="119665"/>
                  </a:lnTo>
                  <a:lnTo>
                    <a:pt x="911341" y="92493"/>
                  </a:lnTo>
                  <a:lnTo>
                    <a:pt x="868679" y="68402"/>
                  </a:lnTo>
                  <a:lnTo>
                    <a:pt x="823662" y="47835"/>
                  </a:lnTo>
                  <a:lnTo>
                    <a:pt x="812907" y="43916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1" name="object 19"/>
            <p:cNvSpPr/>
            <p:nvPr/>
          </p:nvSpPr>
          <p:spPr>
            <a:xfrm>
              <a:off x="5565240" y="992160"/>
              <a:ext cx="302040" cy="354600"/>
            </a:xfrm>
            <a:custGeom>
              <a:avLst/>
              <a:gdLst>
                <a:gd name="textAreaLeft" fmla="*/ 0 w 302040"/>
                <a:gd name="textAreaRight" fmla="*/ 302400 w 302040"/>
                <a:gd name="textAreaTop" fmla="*/ 0 h 354600"/>
                <a:gd name="textAreaBottom" fmla="*/ 354960 h 354600"/>
              </a:gdLst>
              <a:ahLst/>
              <a:rect l="textAreaLeft" t="textAreaTop" r="textAreaRight" b="textAreaBottom"/>
              <a:pathLst>
                <a:path w="302260" h="354965">
                  <a:moveTo>
                    <a:pt x="139674" y="78117"/>
                  </a:moveTo>
                  <a:lnTo>
                    <a:pt x="27000" y="0"/>
                  </a:lnTo>
                  <a:lnTo>
                    <a:pt x="0" y="38874"/>
                  </a:lnTo>
                  <a:lnTo>
                    <a:pt x="56515" y="77762"/>
                  </a:lnTo>
                  <a:lnTo>
                    <a:pt x="112674" y="116992"/>
                  </a:lnTo>
                  <a:lnTo>
                    <a:pt x="139674" y="78117"/>
                  </a:lnTo>
                  <a:close/>
                </a:path>
                <a:path w="302260" h="354965">
                  <a:moveTo>
                    <a:pt x="301675" y="336956"/>
                  </a:moveTo>
                  <a:lnTo>
                    <a:pt x="251282" y="209156"/>
                  </a:lnTo>
                  <a:lnTo>
                    <a:pt x="206997" y="226441"/>
                  </a:lnTo>
                  <a:lnTo>
                    <a:pt x="232194" y="290512"/>
                  </a:lnTo>
                  <a:lnTo>
                    <a:pt x="257403" y="354596"/>
                  </a:lnTo>
                  <a:lnTo>
                    <a:pt x="301675" y="336956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2" name="object 20"/>
            <p:cNvSpPr/>
            <p:nvPr/>
          </p:nvSpPr>
          <p:spPr>
            <a:xfrm>
              <a:off x="4779000" y="1105920"/>
              <a:ext cx="116640" cy="14004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140040"/>
                <a:gd name="textAreaBottom" fmla="*/ 140400 h 140040"/>
              </a:gdLst>
              <a:ahLst/>
              <a:rect l="textAreaLeft" t="textAreaTop" r="textAreaRight" b="textAreaBottom"/>
              <a:pathLst>
                <a:path w="116839" h="140334">
                  <a:moveTo>
                    <a:pt x="77038" y="0"/>
                  </a:moveTo>
                  <a:lnTo>
                    <a:pt x="38519" y="56527"/>
                  </a:lnTo>
                  <a:lnTo>
                    <a:pt x="0" y="113398"/>
                  </a:lnTo>
                  <a:lnTo>
                    <a:pt x="39243" y="140042"/>
                  </a:lnTo>
                  <a:lnTo>
                    <a:pt x="116281" y="26644"/>
                  </a:lnTo>
                  <a:lnTo>
                    <a:pt x="77038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3" name="object 21"/>
            <p:cNvSpPr/>
            <p:nvPr/>
          </p:nvSpPr>
          <p:spPr>
            <a:xfrm>
              <a:off x="4892400" y="1764360"/>
              <a:ext cx="139320" cy="119160"/>
            </a:xfrm>
            <a:custGeom>
              <a:avLst/>
              <a:gdLst>
                <a:gd name="textAreaLeft" fmla="*/ 0 w 139320"/>
                <a:gd name="textAreaRight" fmla="*/ 139680 w 139320"/>
                <a:gd name="textAreaTop" fmla="*/ 0 h 119160"/>
                <a:gd name="textAreaBottom" fmla="*/ 119520 h 119160"/>
              </a:gdLst>
              <a:ahLst/>
              <a:rect l="textAreaLeft" t="textAreaTop" r="textAreaRight" b="textAreaBottom"/>
              <a:pathLst>
                <a:path w="139700" h="119380">
                  <a:moveTo>
                    <a:pt x="28079" y="0"/>
                  </a:moveTo>
                  <a:lnTo>
                    <a:pt x="0" y="38874"/>
                  </a:lnTo>
                  <a:lnTo>
                    <a:pt x="55803" y="78841"/>
                  </a:lnTo>
                  <a:lnTo>
                    <a:pt x="111239" y="119164"/>
                  </a:lnTo>
                  <a:lnTo>
                    <a:pt x="139318" y="80276"/>
                  </a:lnTo>
                  <a:lnTo>
                    <a:pt x="28079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4" name="object 22"/>
            <p:cNvSpPr/>
            <p:nvPr/>
          </p:nvSpPr>
          <p:spPr>
            <a:xfrm>
              <a:off x="5372640" y="1865880"/>
              <a:ext cx="159120" cy="79560"/>
            </a:xfrm>
            <a:custGeom>
              <a:avLst/>
              <a:gdLst>
                <a:gd name="textAreaLeft" fmla="*/ 0 w 159120"/>
                <a:gd name="textAreaRight" fmla="*/ 159480 w 159120"/>
                <a:gd name="textAreaTop" fmla="*/ 0 h 79560"/>
                <a:gd name="textAreaBottom" fmla="*/ 79920 h 79560"/>
              </a:gdLst>
              <a:ahLst/>
              <a:rect l="textAreaLeft" t="textAreaTop" r="textAreaRight" b="textAreaBottom"/>
              <a:pathLst>
                <a:path w="159385" h="80010">
                  <a:moveTo>
                    <a:pt x="148678" y="0"/>
                  </a:moveTo>
                  <a:lnTo>
                    <a:pt x="0" y="33477"/>
                  </a:lnTo>
                  <a:lnTo>
                    <a:pt x="10439" y="79921"/>
                  </a:lnTo>
                  <a:lnTo>
                    <a:pt x="84594" y="62991"/>
                  </a:lnTo>
                  <a:lnTo>
                    <a:pt x="159118" y="46431"/>
                  </a:lnTo>
                  <a:lnTo>
                    <a:pt x="148678" y="0"/>
                  </a:lnTo>
                  <a:close/>
                </a:path>
              </a:pathLst>
            </a:custGeom>
            <a:solidFill>
              <a:srgbClr val="7702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5" name="object 23"/>
            <p:cNvSpPr/>
            <p:nvPr/>
          </p:nvSpPr>
          <p:spPr>
            <a:xfrm>
              <a:off x="5077440" y="926280"/>
              <a:ext cx="159840" cy="80280"/>
            </a:xfrm>
            <a:custGeom>
              <a:avLst/>
              <a:gdLst>
                <a:gd name="textAreaLeft" fmla="*/ 0 w 159840"/>
                <a:gd name="textAreaRight" fmla="*/ 160200 w 159840"/>
                <a:gd name="textAreaTop" fmla="*/ 0 h 80280"/>
                <a:gd name="textAreaBottom" fmla="*/ 80640 h 80280"/>
              </a:gdLst>
              <a:ahLst/>
              <a:rect l="textAreaLeft" t="textAreaTop" r="textAreaRight" b="textAreaBottom"/>
              <a:pathLst>
                <a:path w="160020" h="80644">
                  <a:moveTo>
                    <a:pt x="148691" y="0"/>
                  </a:moveTo>
                  <a:lnTo>
                    <a:pt x="0" y="33845"/>
                  </a:lnTo>
                  <a:lnTo>
                    <a:pt x="10439" y="80289"/>
                  </a:lnTo>
                  <a:lnTo>
                    <a:pt x="84962" y="63360"/>
                  </a:lnTo>
                  <a:lnTo>
                    <a:pt x="159486" y="46443"/>
                  </a:lnTo>
                  <a:lnTo>
                    <a:pt x="148691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36" name="object 24"/>
            <p:cNvSpPr/>
            <p:nvPr/>
          </p:nvSpPr>
          <p:spPr>
            <a:xfrm>
              <a:off x="5705280" y="1625040"/>
              <a:ext cx="116640" cy="140040"/>
            </a:xfrm>
            <a:custGeom>
              <a:avLst/>
              <a:gdLst>
                <a:gd name="textAreaLeft" fmla="*/ 0 w 116640"/>
                <a:gd name="textAreaRight" fmla="*/ 117000 w 116640"/>
                <a:gd name="textAreaTop" fmla="*/ 0 h 140040"/>
                <a:gd name="textAreaBottom" fmla="*/ 140400 h 140040"/>
              </a:gdLst>
              <a:ahLst/>
              <a:rect l="textAreaLeft" t="textAreaTop" r="textAreaRight" b="textAreaBottom"/>
              <a:pathLst>
                <a:path w="116839" h="140335">
                  <a:moveTo>
                    <a:pt x="77038" y="0"/>
                  </a:moveTo>
                  <a:lnTo>
                    <a:pt x="38519" y="56514"/>
                  </a:lnTo>
                  <a:lnTo>
                    <a:pt x="0" y="113398"/>
                  </a:lnTo>
                  <a:lnTo>
                    <a:pt x="39230" y="140042"/>
                  </a:lnTo>
                  <a:lnTo>
                    <a:pt x="116281" y="26644"/>
                  </a:lnTo>
                  <a:lnTo>
                    <a:pt x="77038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37" name="object 25"/>
          <p:cNvGrpSpPr/>
          <p:nvPr/>
        </p:nvGrpSpPr>
        <p:grpSpPr>
          <a:xfrm>
            <a:off x="3920760" y="2088360"/>
            <a:ext cx="1929600" cy="616320"/>
            <a:chOff x="3920760" y="2088360"/>
            <a:chExt cx="1929600" cy="616320"/>
          </a:xfrm>
        </p:grpSpPr>
        <p:sp>
          <p:nvSpPr>
            <p:cNvPr id="238" name="object 26"/>
            <p:cNvSpPr/>
            <p:nvPr/>
          </p:nvSpPr>
          <p:spPr>
            <a:xfrm>
              <a:off x="3949920" y="2090880"/>
              <a:ext cx="1789200" cy="613800"/>
            </a:xfrm>
            <a:custGeom>
              <a:avLst/>
              <a:gdLst>
                <a:gd name="textAreaLeft" fmla="*/ 0 w 1789200"/>
                <a:gd name="textAreaRight" fmla="*/ 1789560 w 1789200"/>
                <a:gd name="textAreaTop" fmla="*/ 0 h 613800"/>
                <a:gd name="textAreaBottom" fmla="*/ 614160 h 613800"/>
              </a:gdLst>
              <a:ahLst/>
              <a:rect l="textAreaLeft" t="textAreaTop" r="textAreaRight" b="textAreaBottom"/>
              <a:pathLst>
                <a:path w="1789429" h="614044">
                  <a:moveTo>
                    <a:pt x="483120" y="0"/>
                  </a:moveTo>
                  <a:lnTo>
                    <a:pt x="0" y="0"/>
                  </a:lnTo>
                  <a:lnTo>
                    <a:pt x="0" y="47523"/>
                  </a:lnTo>
                  <a:lnTo>
                    <a:pt x="241566" y="47523"/>
                  </a:lnTo>
                  <a:lnTo>
                    <a:pt x="483120" y="47523"/>
                  </a:lnTo>
                  <a:lnTo>
                    <a:pt x="483120" y="0"/>
                  </a:lnTo>
                  <a:close/>
                </a:path>
                <a:path w="1789429" h="614044">
                  <a:moveTo>
                    <a:pt x="1219682" y="463677"/>
                  </a:moveTo>
                  <a:lnTo>
                    <a:pt x="931684" y="463677"/>
                  </a:lnTo>
                  <a:lnTo>
                    <a:pt x="931684" y="511200"/>
                  </a:lnTo>
                  <a:lnTo>
                    <a:pt x="1075690" y="511200"/>
                  </a:lnTo>
                  <a:lnTo>
                    <a:pt x="1219682" y="511200"/>
                  </a:lnTo>
                  <a:lnTo>
                    <a:pt x="1219682" y="463677"/>
                  </a:lnTo>
                  <a:close/>
                </a:path>
                <a:path w="1789429" h="614044">
                  <a:moveTo>
                    <a:pt x="1724761" y="566280"/>
                  </a:moveTo>
                  <a:lnTo>
                    <a:pt x="1535760" y="566280"/>
                  </a:lnTo>
                  <a:lnTo>
                    <a:pt x="1535760" y="613803"/>
                  </a:lnTo>
                  <a:lnTo>
                    <a:pt x="1630438" y="613803"/>
                  </a:lnTo>
                  <a:lnTo>
                    <a:pt x="1724761" y="613803"/>
                  </a:lnTo>
                  <a:lnTo>
                    <a:pt x="1724761" y="566280"/>
                  </a:lnTo>
                  <a:close/>
                </a:path>
                <a:path w="1789429" h="614044">
                  <a:moveTo>
                    <a:pt x="1789201" y="350278"/>
                  </a:moveTo>
                  <a:lnTo>
                    <a:pt x="1357566" y="350278"/>
                  </a:lnTo>
                  <a:lnTo>
                    <a:pt x="1357566" y="397802"/>
                  </a:lnTo>
                  <a:lnTo>
                    <a:pt x="1573568" y="397802"/>
                  </a:lnTo>
                  <a:lnTo>
                    <a:pt x="1789201" y="397802"/>
                  </a:lnTo>
                  <a:lnTo>
                    <a:pt x="1789201" y="350278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39" name="object 27"/>
            <p:cNvSpPr/>
            <p:nvPr/>
          </p:nvSpPr>
          <p:spPr>
            <a:xfrm>
              <a:off x="5484600" y="2556000"/>
              <a:ext cx="189000" cy="47160"/>
            </a:xfrm>
            <a:custGeom>
              <a:avLst/>
              <a:gdLst>
                <a:gd name="textAreaLeft" fmla="*/ 0 w 189000"/>
                <a:gd name="textAreaRight" fmla="*/ 189360 w 189000"/>
                <a:gd name="textAreaTop" fmla="*/ 0 h 47160"/>
                <a:gd name="textAreaBottom" fmla="*/ 47520 h 47160"/>
              </a:gdLst>
              <a:ahLst/>
              <a:rect l="textAreaLeft" t="textAreaTop" r="textAreaRight" b="textAreaBottom"/>
              <a:pathLst>
                <a:path w="189229" h="47625">
                  <a:moveTo>
                    <a:pt x="189001" y="0"/>
                  </a:moveTo>
                  <a:lnTo>
                    <a:pt x="0" y="0"/>
                  </a:lnTo>
                  <a:lnTo>
                    <a:pt x="0" y="47523"/>
                  </a:lnTo>
                  <a:lnTo>
                    <a:pt x="94678" y="47523"/>
                  </a:lnTo>
                  <a:lnTo>
                    <a:pt x="189001" y="47523"/>
                  </a:lnTo>
                  <a:lnTo>
                    <a:pt x="189001" y="0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0" name="object 28"/>
            <p:cNvSpPr/>
            <p:nvPr/>
          </p:nvSpPr>
          <p:spPr>
            <a:xfrm>
              <a:off x="3920760" y="2354760"/>
              <a:ext cx="961560" cy="18000"/>
            </a:xfrm>
            <a:custGeom>
              <a:avLst/>
              <a:gdLst>
                <a:gd name="textAreaLeft" fmla="*/ 0 w 961560"/>
                <a:gd name="textAreaRight" fmla="*/ 961920 w 961560"/>
                <a:gd name="textAreaTop" fmla="*/ 0 h 18000"/>
                <a:gd name="textAreaBottom" fmla="*/ 18360 h 18000"/>
              </a:gdLst>
              <a:ahLst/>
              <a:rect l="textAreaLeft" t="textAreaTop" r="textAreaRight" b="textAreaBottom"/>
              <a:pathLst>
                <a:path w="962025" h="18414">
                  <a:moveTo>
                    <a:pt x="953998" y="18364"/>
                  </a:moveTo>
                  <a:lnTo>
                    <a:pt x="907199" y="17284"/>
                  </a:lnTo>
                </a:path>
                <a:path w="962025" h="18414">
                  <a:moveTo>
                    <a:pt x="961567" y="5041"/>
                  </a:moveTo>
                  <a:lnTo>
                    <a:pt x="0" y="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1" name="object 29"/>
            <p:cNvSpPr/>
            <p:nvPr/>
          </p:nvSpPr>
          <p:spPr>
            <a:xfrm>
              <a:off x="4874400" y="2345040"/>
              <a:ext cx="191880" cy="47160"/>
            </a:xfrm>
            <a:custGeom>
              <a:avLst/>
              <a:gdLst>
                <a:gd name="textAreaLeft" fmla="*/ 0 w 191880"/>
                <a:gd name="textAreaRight" fmla="*/ 192240 w 191880"/>
                <a:gd name="textAreaTop" fmla="*/ 0 h 47160"/>
                <a:gd name="textAreaBottom" fmla="*/ 47520 h 47160"/>
              </a:gdLst>
              <a:ahLst/>
              <a:rect l="textAreaLeft" t="textAreaTop" r="textAreaRight" b="textAreaBottom"/>
              <a:pathLst>
                <a:path w="192404" h="47625">
                  <a:moveTo>
                    <a:pt x="191884" y="0"/>
                  </a:moveTo>
                  <a:lnTo>
                    <a:pt x="0" y="0"/>
                  </a:lnTo>
                  <a:lnTo>
                    <a:pt x="0" y="47523"/>
                  </a:lnTo>
                  <a:lnTo>
                    <a:pt x="96126" y="47523"/>
                  </a:lnTo>
                  <a:lnTo>
                    <a:pt x="191884" y="47523"/>
                  </a:lnTo>
                  <a:lnTo>
                    <a:pt x="191884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2" name="object 30"/>
            <p:cNvSpPr/>
            <p:nvPr/>
          </p:nvSpPr>
          <p:spPr>
            <a:xfrm>
              <a:off x="4829400" y="2359800"/>
              <a:ext cx="1020600" cy="211680"/>
            </a:xfrm>
            <a:custGeom>
              <a:avLst/>
              <a:gdLst>
                <a:gd name="textAreaLeft" fmla="*/ 0 w 1020600"/>
                <a:gd name="textAreaRight" fmla="*/ 1020960 w 1020600"/>
                <a:gd name="textAreaTop" fmla="*/ 0 h 211680"/>
                <a:gd name="textAreaBottom" fmla="*/ 212040 h 211680"/>
              </a:gdLst>
              <a:ahLst/>
              <a:rect l="textAreaLeft" t="textAreaTop" r="textAreaRight" b="textAreaBottom"/>
              <a:pathLst>
                <a:path w="1021079" h="212089">
                  <a:moveTo>
                    <a:pt x="0" y="16205"/>
                  </a:moveTo>
                  <a:lnTo>
                    <a:pt x="0" y="94678"/>
                  </a:lnTo>
                </a:path>
                <a:path w="1021079" h="212089">
                  <a:moveTo>
                    <a:pt x="1020597" y="0"/>
                  </a:moveTo>
                  <a:lnTo>
                    <a:pt x="237236" y="0"/>
                  </a:lnTo>
                </a:path>
                <a:path w="1021079" h="212089">
                  <a:moveTo>
                    <a:pt x="1004760" y="101879"/>
                  </a:moveTo>
                  <a:lnTo>
                    <a:pt x="910082" y="101879"/>
                  </a:lnTo>
                </a:path>
                <a:path w="1021079" h="212089">
                  <a:moveTo>
                    <a:pt x="1004760" y="101879"/>
                  </a:moveTo>
                  <a:lnTo>
                    <a:pt x="1004760" y="211683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3" name="object 31"/>
            <p:cNvSpPr/>
            <p:nvPr/>
          </p:nvSpPr>
          <p:spPr>
            <a:xfrm>
              <a:off x="4753080" y="2088360"/>
              <a:ext cx="1075320" cy="53640"/>
            </a:xfrm>
            <a:custGeom>
              <a:avLst/>
              <a:gdLst>
                <a:gd name="textAreaLeft" fmla="*/ 0 w 1075320"/>
                <a:gd name="textAreaRight" fmla="*/ 1075680 w 1075320"/>
                <a:gd name="textAreaTop" fmla="*/ 0 h 53640"/>
                <a:gd name="textAreaBottom" fmla="*/ 54000 h 53640"/>
              </a:gdLst>
              <a:ahLst/>
              <a:rect l="textAreaLeft" t="textAreaTop" r="textAreaRight" b="textAreaBottom"/>
              <a:pathLst>
                <a:path w="1075689" h="53975">
                  <a:moveTo>
                    <a:pt x="483120" y="0"/>
                  </a:moveTo>
                  <a:lnTo>
                    <a:pt x="0" y="0"/>
                  </a:lnTo>
                  <a:lnTo>
                    <a:pt x="0" y="47879"/>
                  </a:lnTo>
                  <a:lnTo>
                    <a:pt x="241566" y="47879"/>
                  </a:lnTo>
                  <a:lnTo>
                    <a:pt x="483120" y="47879"/>
                  </a:lnTo>
                  <a:lnTo>
                    <a:pt x="483120" y="0"/>
                  </a:lnTo>
                  <a:close/>
                </a:path>
                <a:path w="1075689" h="53975">
                  <a:moveTo>
                    <a:pt x="1075321" y="6121"/>
                  </a:moveTo>
                  <a:lnTo>
                    <a:pt x="794524" y="6121"/>
                  </a:lnTo>
                  <a:lnTo>
                    <a:pt x="794524" y="53632"/>
                  </a:lnTo>
                  <a:lnTo>
                    <a:pt x="934923" y="53632"/>
                  </a:lnTo>
                  <a:lnTo>
                    <a:pt x="1075321" y="53632"/>
                  </a:lnTo>
                  <a:lnTo>
                    <a:pt x="1075321" y="6121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4" name="object 32"/>
            <p:cNvSpPr/>
            <p:nvPr/>
          </p:nvSpPr>
          <p:spPr>
            <a:xfrm>
              <a:off x="4506120" y="2206800"/>
              <a:ext cx="191880" cy="47160"/>
            </a:xfrm>
            <a:custGeom>
              <a:avLst/>
              <a:gdLst>
                <a:gd name="textAreaLeft" fmla="*/ 0 w 191880"/>
                <a:gd name="textAreaRight" fmla="*/ 192240 w 191880"/>
                <a:gd name="textAreaTop" fmla="*/ 0 h 47160"/>
                <a:gd name="textAreaBottom" fmla="*/ 47520 h 47160"/>
              </a:gdLst>
              <a:ahLst/>
              <a:rect l="textAreaLeft" t="textAreaTop" r="textAreaRight" b="textAreaBottom"/>
              <a:pathLst>
                <a:path w="192404" h="47625">
                  <a:moveTo>
                    <a:pt x="191871" y="0"/>
                  </a:moveTo>
                  <a:lnTo>
                    <a:pt x="0" y="0"/>
                  </a:lnTo>
                  <a:lnTo>
                    <a:pt x="0" y="47523"/>
                  </a:lnTo>
                  <a:lnTo>
                    <a:pt x="96113" y="47523"/>
                  </a:lnTo>
                  <a:lnTo>
                    <a:pt x="191871" y="47523"/>
                  </a:lnTo>
                  <a:lnTo>
                    <a:pt x="191871" y="0"/>
                  </a:lnTo>
                  <a:close/>
                </a:path>
              </a:pathLst>
            </a:custGeom>
            <a:solidFill>
              <a:srgbClr val="7702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5" name="object 33"/>
            <p:cNvSpPr/>
            <p:nvPr/>
          </p:nvSpPr>
          <p:spPr>
            <a:xfrm>
              <a:off x="4433040" y="2101680"/>
              <a:ext cx="987840" cy="129960"/>
            </a:xfrm>
            <a:custGeom>
              <a:avLst/>
              <a:gdLst>
                <a:gd name="textAreaLeft" fmla="*/ 0 w 987840"/>
                <a:gd name="textAreaRight" fmla="*/ 988200 w 987840"/>
                <a:gd name="textAreaTop" fmla="*/ 0 h 129960"/>
                <a:gd name="textAreaBottom" fmla="*/ 130320 h 129960"/>
              </a:gdLst>
              <a:ahLst/>
              <a:rect l="textAreaLeft" t="textAreaTop" r="textAreaRight" b="textAreaBottom"/>
              <a:pathLst>
                <a:path w="988060" h="130175">
                  <a:moveTo>
                    <a:pt x="320039" y="711"/>
                  </a:moveTo>
                  <a:lnTo>
                    <a:pt x="0" y="0"/>
                  </a:lnTo>
                </a:path>
                <a:path w="988060" h="130175">
                  <a:moveTo>
                    <a:pt x="987488" y="711"/>
                  </a:moveTo>
                  <a:lnTo>
                    <a:pt x="752767" y="711"/>
                  </a:lnTo>
                </a:path>
                <a:path w="988060" h="130175">
                  <a:moveTo>
                    <a:pt x="26288" y="20510"/>
                  </a:moveTo>
                  <a:lnTo>
                    <a:pt x="0" y="20510"/>
                  </a:lnTo>
                </a:path>
                <a:path w="988060" h="130175">
                  <a:moveTo>
                    <a:pt x="73444" y="124548"/>
                  </a:moveTo>
                  <a:lnTo>
                    <a:pt x="23761" y="124548"/>
                  </a:lnTo>
                </a:path>
                <a:path w="988060" h="130175">
                  <a:moveTo>
                    <a:pt x="26288" y="20510"/>
                  </a:moveTo>
                  <a:lnTo>
                    <a:pt x="23761" y="124917"/>
                  </a:lnTo>
                </a:path>
                <a:path w="988060" h="130175">
                  <a:moveTo>
                    <a:pt x="320408" y="24472"/>
                  </a:moveTo>
                  <a:lnTo>
                    <a:pt x="295198" y="24472"/>
                  </a:lnTo>
                </a:path>
                <a:path w="988060" h="130175">
                  <a:moveTo>
                    <a:pt x="290525" y="129590"/>
                  </a:moveTo>
                  <a:lnTo>
                    <a:pt x="265328" y="128879"/>
                  </a:lnTo>
                </a:path>
                <a:path w="988060" h="130175">
                  <a:moveTo>
                    <a:pt x="295198" y="24472"/>
                  </a:moveTo>
                  <a:lnTo>
                    <a:pt x="292684" y="128879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6" name="object 34"/>
            <p:cNvSpPr/>
            <p:nvPr/>
          </p:nvSpPr>
          <p:spPr>
            <a:xfrm>
              <a:off x="5308920" y="2207520"/>
              <a:ext cx="191880" cy="47160"/>
            </a:xfrm>
            <a:custGeom>
              <a:avLst/>
              <a:gdLst>
                <a:gd name="textAreaLeft" fmla="*/ 0 w 191880"/>
                <a:gd name="textAreaRight" fmla="*/ 192240 w 191880"/>
                <a:gd name="textAreaTop" fmla="*/ 0 h 47160"/>
                <a:gd name="textAreaBottom" fmla="*/ 47520 h 47160"/>
              </a:gdLst>
              <a:ahLst/>
              <a:rect l="textAreaLeft" t="textAreaTop" r="textAreaRight" b="textAreaBottom"/>
              <a:pathLst>
                <a:path w="192404" h="47625">
                  <a:moveTo>
                    <a:pt x="191884" y="0"/>
                  </a:moveTo>
                  <a:lnTo>
                    <a:pt x="0" y="0"/>
                  </a:lnTo>
                  <a:lnTo>
                    <a:pt x="0" y="47523"/>
                  </a:lnTo>
                  <a:lnTo>
                    <a:pt x="96126" y="47523"/>
                  </a:lnTo>
                  <a:lnTo>
                    <a:pt x="191884" y="47523"/>
                  </a:lnTo>
                  <a:lnTo>
                    <a:pt x="191884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7" name="object 35"/>
            <p:cNvSpPr/>
            <p:nvPr/>
          </p:nvSpPr>
          <p:spPr>
            <a:xfrm>
              <a:off x="3924000" y="2102400"/>
              <a:ext cx="1926360" cy="581400"/>
            </a:xfrm>
            <a:custGeom>
              <a:avLst/>
              <a:gdLst>
                <a:gd name="textAreaLeft" fmla="*/ 0 w 1926360"/>
                <a:gd name="textAreaRight" fmla="*/ 1926720 w 1926360"/>
                <a:gd name="textAreaTop" fmla="*/ 0 h 581400"/>
                <a:gd name="textAreaBottom" fmla="*/ 581760 h 581400"/>
              </a:gdLst>
              <a:ahLst/>
              <a:rect l="textAreaLeft" t="textAreaTop" r="textAreaRight" b="textAreaBottom"/>
              <a:pathLst>
                <a:path w="1926589" h="581660">
                  <a:moveTo>
                    <a:pt x="1632242" y="723"/>
                  </a:moveTo>
                  <a:lnTo>
                    <a:pt x="1312202" y="0"/>
                  </a:lnTo>
                </a:path>
                <a:path w="1926589" h="581660">
                  <a:moveTo>
                    <a:pt x="1338491" y="20523"/>
                  </a:moveTo>
                  <a:lnTo>
                    <a:pt x="1312202" y="20523"/>
                  </a:lnTo>
                </a:path>
                <a:path w="1926589" h="581660">
                  <a:moveTo>
                    <a:pt x="1385646" y="124561"/>
                  </a:moveTo>
                  <a:lnTo>
                    <a:pt x="1335963" y="124561"/>
                  </a:lnTo>
                </a:path>
                <a:path w="1926589" h="581660">
                  <a:moveTo>
                    <a:pt x="1338491" y="20523"/>
                  </a:moveTo>
                  <a:lnTo>
                    <a:pt x="1335963" y="124929"/>
                  </a:lnTo>
                </a:path>
                <a:path w="1926589" h="581660">
                  <a:moveTo>
                    <a:pt x="1632242" y="24841"/>
                  </a:moveTo>
                  <a:lnTo>
                    <a:pt x="1607045" y="24841"/>
                  </a:lnTo>
                </a:path>
                <a:path w="1926589" h="581660">
                  <a:moveTo>
                    <a:pt x="1602359" y="129603"/>
                  </a:moveTo>
                  <a:lnTo>
                    <a:pt x="1577162" y="128879"/>
                  </a:lnTo>
                </a:path>
                <a:path w="1926589" h="581660">
                  <a:moveTo>
                    <a:pt x="1607400" y="24841"/>
                  </a:moveTo>
                  <a:lnTo>
                    <a:pt x="1604886" y="129247"/>
                  </a:lnTo>
                </a:path>
                <a:path w="1926589" h="581660">
                  <a:moveTo>
                    <a:pt x="1926005" y="14046"/>
                  </a:moveTo>
                  <a:lnTo>
                    <a:pt x="1926005" y="257403"/>
                  </a:lnTo>
                </a:path>
                <a:path w="1926589" h="581660">
                  <a:moveTo>
                    <a:pt x="1926005" y="14046"/>
                  </a:moveTo>
                  <a:lnTo>
                    <a:pt x="1900809" y="14046"/>
                  </a:lnTo>
                </a:path>
                <a:path w="1926589" h="581660">
                  <a:moveTo>
                    <a:pt x="26288" y="12966"/>
                  </a:moveTo>
                  <a:lnTo>
                    <a:pt x="0" y="12966"/>
                  </a:lnTo>
                </a:path>
                <a:path w="1926589" h="581660">
                  <a:moveTo>
                    <a:pt x="0" y="12966"/>
                  </a:moveTo>
                  <a:lnTo>
                    <a:pt x="368" y="244449"/>
                  </a:lnTo>
                </a:path>
                <a:path w="1926589" h="581660">
                  <a:moveTo>
                    <a:pt x="1289164" y="271081"/>
                  </a:moveTo>
                  <a:lnTo>
                    <a:pt x="1142644" y="271081"/>
                  </a:lnTo>
                </a:path>
                <a:path w="1926589" h="581660">
                  <a:moveTo>
                    <a:pt x="1383842" y="363601"/>
                  </a:moveTo>
                  <a:lnTo>
                    <a:pt x="1287005" y="363601"/>
                  </a:lnTo>
                </a:path>
                <a:path w="1926589" h="581660">
                  <a:moveTo>
                    <a:pt x="1289519" y="271081"/>
                  </a:moveTo>
                  <a:lnTo>
                    <a:pt x="1287005" y="363969"/>
                  </a:lnTo>
                </a:path>
                <a:path w="1926589" h="581660">
                  <a:moveTo>
                    <a:pt x="1910168" y="469087"/>
                  </a:moveTo>
                  <a:lnTo>
                    <a:pt x="1749971" y="470522"/>
                  </a:lnTo>
                </a:path>
                <a:path w="1926589" h="581660">
                  <a:moveTo>
                    <a:pt x="1810080" y="486359"/>
                  </a:moveTo>
                  <a:lnTo>
                    <a:pt x="1749971" y="486359"/>
                  </a:lnTo>
                </a:path>
                <a:path w="1926589" h="581660">
                  <a:moveTo>
                    <a:pt x="1811159" y="576364"/>
                  </a:moveTo>
                  <a:lnTo>
                    <a:pt x="1751050" y="576364"/>
                  </a:lnTo>
                </a:path>
                <a:path w="1926589" h="581660">
                  <a:moveTo>
                    <a:pt x="1811159" y="486359"/>
                  </a:moveTo>
                  <a:lnTo>
                    <a:pt x="1811159" y="576719"/>
                  </a:lnTo>
                </a:path>
                <a:path w="1926589" h="581660">
                  <a:moveTo>
                    <a:pt x="1560969" y="487438"/>
                  </a:moveTo>
                  <a:lnTo>
                    <a:pt x="1500847" y="487438"/>
                  </a:lnTo>
                </a:path>
                <a:path w="1926589" h="581660">
                  <a:moveTo>
                    <a:pt x="1564919" y="581406"/>
                  </a:moveTo>
                  <a:lnTo>
                    <a:pt x="1498320" y="581406"/>
                  </a:lnTo>
                </a:path>
                <a:path w="1926589" h="581660">
                  <a:moveTo>
                    <a:pt x="1500847" y="487438"/>
                  </a:moveTo>
                  <a:lnTo>
                    <a:pt x="1500847" y="581406"/>
                  </a:lnTo>
                </a:path>
                <a:path w="1926589" h="581660">
                  <a:moveTo>
                    <a:pt x="905408" y="352082"/>
                  </a:moveTo>
                  <a:lnTo>
                    <a:pt x="808570" y="352082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48" name="object 36"/>
            <p:cNvSpPr/>
            <p:nvPr/>
          </p:nvSpPr>
          <p:spPr>
            <a:xfrm>
              <a:off x="4439520" y="2428200"/>
              <a:ext cx="288000" cy="47880"/>
            </a:xfrm>
            <a:custGeom>
              <a:avLst/>
              <a:gdLst>
                <a:gd name="textAreaLeft" fmla="*/ 0 w 288000"/>
                <a:gd name="textAreaRight" fmla="*/ 288360 w 288000"/>
                <a:gd name="textAreaTop" fmla="*/ 0 h 47880"/>
                <a:gd name="textAreaBottom" fmla="*/ 48240 h 47880"/>
              </a:gdLst>
              <a:ahLst/>
              <a:rect l="textAreaLeft" t="textAreaTop" r="textAreaRight" b="textAreaBottom"/>
              <a:pathLst>
                <a:path w="288289" h="48260">
                  <a:moveTo>
                    <a:pt x="287997" y="0"/>
                  </a:moveTo>
                  <a:lnTo>
                    <a:pt x="0" y="0"/>
                  </a:lnTo>
                  <a:lnTo>
                    <a:pt x="0" y="47878"/>
                  </a:lnTo>
                  <a:lnTo>
                    <a:pt x="143992" y="47878"/>
                  </a:lnTo>
                  <a:lnTo>
                    <a:pt x="287997" y="47878"/>
                  </a:lnTo>
                  <a:lnTo>
                    <a:pt x="287997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49" name="object 37"/>
            <p:cNvSpPr/>
            <p:nvPr/>
          </p:nvSpPr>
          <p:spPr>
            <a:xfrm>
              <a:off x="4370760" y="2633400"/>
              <a:ext cx="191880" cy="47160"/>
            </a:xfrm>
            <a:custGeom>
              <a:avLst/>
              <a:gdLst>
                <a:gd name="textAreaLeft" fmla="*/ 0 w 191880"/>
                <a:gd name="textAreaRight" fmla="*/ 192240 w 191880"/>
                <a:gd name="textAreaTop" fmla="*/ 0 h 47160"/>
                <a:gd name="textAreaBottom" fmla="*/ 47520 h 47160"/>
              </a:gdLst>
              <a:ahLst/>
              <a:rect l="textAreaLeft" t="textAreaTop" r="textAreaRight" b="textAreaBottom"/>
              <a:pathLst>
                <a:path w="192404" h="47625">
                  <a:moveTo>
                    <a:pt x="191884" y="0"/>
                  </a:moveTo>
                  <a:lnTo>
                    <a:pt x="0" y="0"/>
                  </a:lnTo>
                  <a:lnTo>
                    <a:pt x="0" y="47523"/>
                  </a:lnTo>
                  <a:lnTo>
                    <a:pt x="96126" y="47523"/>
                  </a:lnTo>
                  <a:lnTo>
                    <a:pt x="191884" y="47523"/>
                  </a:lnTo>
                  <a:lnTo>
                    <a:pt x="191884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50" name="object 38"/>
            <p:cNvSpPr/>
            <p:nvPr/>
          </p:nvSpPr>
          <p:spPr>
            <a:xfrm>
              <a:off x="4248360" y="2439720"/>
              <a:ext cx="1236600" cy="218160"/>
            </a:xfrm>
            <a:custGeom>
              <a:avLst/>
              <a:gdLst>
                <a:gd name="textAreaLeft" fmla="*/ 0 w 1236600"/>
                <a:gd name="textAreaRight" fmla="*/ 1236960 w 1236600"/>
                <a:gd name="textAreaTop" fmla="*/ 0 h 218160"/>
                <a:gd name="textAreaBottom" fmla="*/ 218520 h 218160"/>
              </a:gdLst>
              <a:ahLst/>
              <a:rect l="textAreaLeft" t="textAreaTop" r="textAreaRight" b="textAreaBottom"/>
              <a:pathLst>
                <a:path w="1236979" h="218439">
                  <a:moveTo>
                    <a:pt x="191160" y="1803"/>
                  </a:moveTo>
                  <a:lnTo>
                    <a:pt x="0" y="0"/>
                  </a:lnTo>
                </a:path>
                <a:path w="1236979" h="218439">
                  <a:moveTo>
                    <a:pt x="1435" y="0"/>
                  </a:moveTo>
                  <a:lnTo>
                    <a:pt x="2514" y="218160"/>
                  </a:lnTo>
                </a:path>
                <a:path w="1236979" h="218439">
                  <a:moveTo>
                    <a:pt x="163068" y="23761"/>
                  </a:moveTo>
                  <a:lnTo>
                    <a:pt x="161632" y="132473"/>
                  </a:lnTo>
                </a:path>
                <a:path w="1236979" h="218439">
                  <a:moveTo>
                    <a:pt x="633234" y="132473"/>
                  </a:moveTo>
                  <a:lnTo>
                    <a:pt x="161632" y="132118"/>
                  </a:lnTo>
                </a:path>
                <a:path w="1236979" h="218439">
                  <a:moveTo>
                    <a:pt x="191160" y="23393"/>
                  </a:moveTo>
                  <a:lnTo>
                    <a:pt x="163068" y="23761"/>
                  </a:lnTo>
                </a:path>
                <a:path w="1236979" h="218439">
                  <a:moveTo>
                    <a:pt x="633234" y="149402"/>
                  </a:moveTo>
                  <a:lnTo>
                    <a:pt x="472668" y="149402"/>
                  </a:lnTo>
                </a:path>
                <a:path w="1236979" h="218439">
                  <a:moveTo>
                    <a:pt x="1236599" y="135356"/>
                  </a:moveTo>
                  <a:lnTo>
                    <a:pt x="921232" y="135356"/>
                  </a:lnTo>
                </a:path>
                <a:path w="1236979" h="218439">
                  <a:moveTo>
                    <a:pt x="472313" y="149402"/>
                  </a:moveTo>
                  <a:lnTo>
                    <a:pt x="470877" y="217081"/>
                  </a:lnTo>
                </a:path>
                <a:path w="1236979" h="218439">
                  <a:moveTo>
                    <a:pt x="475195" y="217081"/>
                  </a:moveTo>
                  <a:lnTo>
                    <a:pt x="314629" y="217081"/>
                  </a:lnTo>
                </a:path>
                <a:path w="1236979" h="218439">
                  <a:moveTo>
                    <a:pt x="116992" y="218160"/>
                  </a:moveTo>
                  <a:lnTo>
                    <a:pt x="1435" y="21816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251" name="object 39"/>
          <p:cNvSpPr/>
          <p:nvPr/>
        </p:nvSpPr>
        <p:spPr>
          <a:xfrm>
            <a:off x="3692160" y="3266640"/>
            <a:ext cx="2027880" cy="79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360" bIns="0" anchor="t">
            <a:spAutoFit/>
          </a:bodyPr>
          <a:p>
            <a:pPr marL="12600">
              <a:lnSpc>
                <a:spcPts val="2021"/>
              </a:lnSpc>
              <a:spcBef>
                <a:spcPts val="283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Strain</a:t>
            </a:r>
            <a:r>
              <a:rPr b="0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diversity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increase</a:t>
            </a:r>
            <a:r>
              <a:rPr b="0" lang="en-GB" sz="1800" spc="-6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complexity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1964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smaller</a:t>
            </a:r>
            <a:r>
              <a:rPr b="0" lang="en-GB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contigs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2" name="object 40"/>
          <p:cNvSpPr/>
          <p:nvPr/>
        </p:nvSpPr>
        <p:spPr>
          <a:xfrm>
            <a:off x="2831760" y="935280"/>
            <a:ext cx="360" cy="2918160"/>
          </a:xfrm>
          <a:custGeom>
            <a:avLst/>
            <a:gdLst>
              <a:gd name="textAreaLeft" fmla="*/ 0 w 360"/>
              <a:gd name="textAreaRight" fmla="*/ 720 w 360"/>
              <a:gd name="textAreaTop" fmla="*/ 0 h 2918160"/>
              <a:gd name="textAreaBottom" fmla="*/ 2918520 h 2918160"/>
            </a:gdLst>
            <a:ahLst/>
            <a:rect l="textAreaLeft" t="textAreaTop" r="textAreaRight" b="textAreaBottom"/>
            <a:pathLst>
              <a:path w="0" h="2918460">
                <a:moveTo>
                  <a:pt x="0" y="0"/>
                </a:moveTo>
                <a:lnTo>
                  <a:pt x="0" y="2918155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3" name="object 41"/>
          <p:cNvSpPr/>
          <p:nvPr/>
        </p:nvSpPr>
        <p:spPr>
          <a:xfrm>
            <a:off x="6351840" y="978120"/>
            <a:ext cx="360" cy="2918160"/>
          </a:xfrm>
          <a:custGeom>
            <a:avLst/>
            <a:gdLst>
              <a:gd name="textAreaLeft" fmla="*/ 0 w 360"/>
              <a:gd name="textAreaRight" fmla="*/ 720 w 360"/>
              <a:gd name="textAreaTop" fmla="*/ 0 h 2918160"/>
              <a:gd name="textAreaBottom" fmla="*/ 2918520 h 2918160"/>
            </a:gdLst>
            <a:ahLst/>
            <a:rect l="textAreaLeft" t="textAreaTop" r="textAreaRight" b="textAreaBottom"/>
            <a:pathLst>
              <a:path w="0" h="2918460">
                <a:moveTo>
                  <a:pt x="0" y="0"/>
                </a:moveTo>
                <a:lnTo>
                  <a:pt x="0" y="2918167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object 42"/>
          <p:cNvSpPr/>
          <p:nvPr/>
        </p:nvSpPr>
        <p:spPr>
          <a:xfrm>
            <a:off x="7270920" y="3664080"/>
            <a:ext cx="2103480" cy="796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0960" bIns="0" anchor="t">
            <a:spAutoFit/>
          </a:bodyPr>
          <a:p>
            <a:pPr marL="12600">
              <a:lnSpc>
                <a:spcPct val="93000"/>
              </a:lnSpc>
              <a:spcBef>
                <a:spcPts val="244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Assembly</a:t>
            </a:r>
            <a:r>
              <a:rPr b="0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does</a:t>
            </a:r>
            <a:r>
              <a:rPr b="0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not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conserve</a:t>
            </a:r>
            <a:r>
              <a:rPr b="0" lang="en-GB" sz="1800" spc="-5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strain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level informations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55" name="object 43"/>
          <p:cNvGrpSpPr/>
          <p:nvPr/>
        </p:nvGrpSpPr>
        <p:grpSpPr>
          <a:xfrm>
            <a:off x="7392960" y="1265760"/>
            <a:ext cx="1658160" cy="144360"/>
            <a:chOff x="7392960" y="1265760"/>
            <a:chExt cx="1658160" cy="144360"/>
          </a:xfrm>
        </p:grpSpPr>
        <p:sp>
          <p:nvSpPr>
            <p:cNvPr id="256" name="object 44"/>
            <p:cNvSpPr/>
            <p:nvPr/>
          </p:nvSpPr>
          <p:spPr>
            <a:xfrm>
              <a:off x="7392960" y="1265760"/>
              <a:ext cx="1658160" cy="144360"/>
            </a:xfrm>
            <a:custGeom>
              <a:avLst/>
              <a:gdLst>
                <a:gd name="textAreaLeft" fmla="*/ 0 w 1658160"/>
                <a:gd name="textAreaRight" fmla="*/ 1658520 w 165816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658620" h="144780">
                  <a:moveTo>
                    <a:pt x="1658518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829436" y="144360"/>
                  </a:lnTo>
                  <a:lnTo>
                    <a:pt x="1658518" y="144360"/>
                  </a:lnTo>
                  <a:lnTo>
                    <a:pt x="1658518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57" name="object 45"/>
            <p:cNvSpPr/>
            <p:nvPr/>
          </p:nvSpPr>
          <p:spPr>
            <a:xfrm>
              <a:off x="7993440" y="1265760"/>
              <a:ext cx="791640" cy="144360"/>
            </a:xfrm>
            <a:custGeom>
              <a:avLst/>
              <a:gdLst>
                <a:gd name="textAreaLeft" fmla="*/ 0 w 791640"/>
                <a:gd name="textAreaRight" fmla="*/ 792000 w 79164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791845" h="144780">
                  <a:moveTo>
                    <a:pt x="127800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64071" y="144360"/>
                  </a:lnTo>
                  <a:lnTo>
                    <a:pt x="127800" y="144360"/>
                  </a:lnTo>
                  <a:lnTo>
                    <a:pt x="127800" y="0"/>
                  </a:lnTo>
                  <a:close/>
                </a:path>
                <a:path w="791845" h="144780">
                  <a:moveTo>
                    <a:pt x="439191" y="0"/>
                  </a:moveTo>
                  <a:lnTo>
                    <a:pt x="311391" y="0"/>
                  </a:lnTo>
                  <a:lnTo>
                    <a:pt x="311391" y="144360"/>
                  </a:lnTo>
                  <a:lnTo>
                    <a:pt x="375475" y="144360"/>
                  </a:lnTo>
                  <a:lnTo>
                    <a:pt x="439191" y="144360"/>
                  </a:lnTo>
                  <a:lnTo>
                    <a:pt x="439191" y="0"/>
                  </a:lnTo>
                  <a:close/>
                </a:path>
                <a:path w="791845" h="144780">
                  <a:moveTo>
                    <a:pt x="791641" y="0"/>
                  </a:moveTo>
                  <a:lnTo>
                    <a:pt x="663841" y="0"/>
                  </a:lnTo>
                  <a:lnTo>
                    <a:pt x="663841" y="144360"/>
                  </a:lnTo>
                  <a:lnTo>
                    <a:pt x="727913" y="144360"/>
                  </a:lnTo>
                  <a:lnTo>
                    <a:pt x="791641" y="144360"/>
                  </a:lnTo>
                  <a:lnTo>
                    <a:pt x="791641" y="0"/>
                  </a:lnTo>
                  <a:close/>
                </a:path>
              </a:pathLst>
            </a:custGeom>
            <a:solidFill>
              <a:srgbClr val="f00c0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58" name="object 46"/>
          <p:cNvSpPr/>
          <p:nvPr/>
        </p:nvSpPr>
        <p:spPr>
          <a:xfrm>
            <a:off x="7437240" y="1903680"/>
            <a:ext cx="1658160" cy="144360"/>
          </a:xfrm>
          <a:custGeom>
            <a:avLst/>
            <a:gdLst>
              <a:gd name="textAreaLeft" fmla="*/ 0 w 1658160"/>
              <a:gd name="textAreaRight" fmla="*/ 1658520 w 165816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658620" h="144780">
                <a:moveTo>
                  <a:pt x="1658531" y="0"/>
                </a:moveTo>
                <a:lnTo>
                  <a:pt x="0" y="0"/>
                </a:lnTo>
                <a:lnTo>
                  <a:pt x="0" y="144360"/>
                </a:lnTo>
                <a:lnTo>
                  <a:pt x="829449" y="144360"/>
                </a:lnTo>
                <a:lnTo>
                  <a:pt x="1658531" y="144360"/>
                </a:lnTo>
                <a:lnTo>
                  <a:pt x="1658531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object 47"/>
          <p:cNvSpPr/>
          <p:nvPr/>
        </p:nvSpPr>
        <p:spPr>
          <a:xfrm>
            <a:off x="8091360" y="1559520"/>
            <a:ext cx="367920" cy="901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OR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519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</a:pP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OR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0" name="object 48"/>
          <p:cNvGrpSpPr/>
          <p:nvPr/>
        </p:nvGrpSpPr>
        <p:grpSpPr>
          <a:xfrm>
            <a:off x="7424640" y="2612160"/>
            <a:ext cx="1658160" cy="144360"/>
            <a:chOff x="7424640" y="2612160"/>
            <a:chExt cx="1658160" cy="144360"/>
          </a:xfrm>
        </p:grpSpPr>
        <p:sp>
          <p:nvSpPr>
            <p:cNvPr id="261" name="object 49"/>
            <p:cNvSpPr/>
            <p:nvPr/>
          </p:nvSpPr>
          <p:spPr>
            <a:xfrm>
              <a:off x="7424640" y="2612160"/>
              <a:ext cx="1658160" cy="144360"/>
            </a:xfrm>
            <a:custGeom>
              <a:avLst/>
              <a:gdLst>
                <a:gd name="textAreaLeft" fmla="*/ 0 w 1658160"/>
                <a:gd name="textAreaRight" fmla="*/ 1658520 w 165816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1658620" h="144780">
                  <a:moveTo>
                    <a:pt x="1658518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829449" y="144360"/>
                  </a:lnTo>
                  <a:lnTo>
                    <a:pt x="1658518" y="144360"/>
                  </a:lnTo>
                  <a:lnTo>
                    <a:pt x="1658518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2" name="object 50"/>
            <p:cNvSpPr/>
            <p:nvPr/>
          </p:nvSpPr>
          <p:spPr>
            <a:xfrm>
              <a:off x="8025120" y="2612160"/>
              <a:ext cx="439200" cy="144360"/>
            </a:xfrm>
            <a:custGeom>
              <a:avLst/>
              <a:gdLst>
                <a:gd name="textAreaLeft" fmla="*/ 0 w 439200"/>
                <a:gd name="textAreaRight" fmla="*/ 439560 w 43920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439420" h="144780">
                  <a:moveTo>
                    <a:pt x="127800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64084" y="144360"/>
                  </a:lnTo>
                  <a:lnTo>
                    <a:pt x="127800" y="144360"/>
                  </a:lnTo>
                  <a:lnTo>
                    <a:pt x="127800" y="0"/>
                  </a:lnTo>
                  <a:close/>
                </a:path>
                <a:path w="439420" h="144780">
                  <a:moveTo>
                    <a:pt x="439204" y="0"/>
                  </a:moveTo>
                  <a:lnTo>
                    <a:pt x="311404" y="0"/>
                  </a:lnTo>
                  <a:lnTo>
                    <a:pt x="311404" y="144360"/>
                  </a:lnTo>
                  <a:lnTo>
                    <a:pt x="375488" y="144360"/>
                  </a:lnTo>
                  <a:lnTo>
                    <a:pt x="439204" y="144360"/>
                  </a:lnTo>
                  <a:lnTo>
                    <a:pt x="439204" y="0"/>
                  </a:lnTo>
                  <a:close/>
                </a:path>
              </a:pathLst>
            </a:custGeom>
            <a:solidFill>
              <a:srgbClr val="f00c0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object 2"/>
          <p:cNvSpPr/>
          <p:nvPr/>
        </p:nvSpPr>
        <p:spPr>
          <a:xfrm>
            <a:off x="287280" y="163800"/>
            <a:ext cx="42210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Single</a:t>
            </a:r>
            <a:r>
              <a:rPr b="1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Sample</a:t>
            </a:r>
            <a:r>
              <a:rPr b="1" lang="en-GB" sz="1800" spc="-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Assembly</a:t>
            </a:r>
            <a:r>
              <a:rPr b="1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VS</a:t>
            </a:r>
            <a:r>
              <a:rPr b="1" lang="en-GB" sz="1800" spc="-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Assembly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264" name="object 3"/>
          <p:cNvGrpSpPr/>
          <p:nvPr/>
        </p:nvGrpSpPr>
        <p:grpSpPr>
          <a:xfrm>
            <a:off x="437400" y="1393200"/>
            <a:ext cx="1461240" cy="1025280"/>
            <a:chOff x="437400" y="1393200"/>
            <a:chExt cx="1461240" cy="1025280"/>
          </a:xfrm>
        </p:grpSpPr>
        <p:sp>
          <p:nvSpPr>
            <p:cNvPr id="265" name="object 4"/>
            <p:cNvSpPr/>
            <p:nvPr/>
          </p:nvSpPr>
          <p:spPr>
            <a:xfrm>
              <a:off x="705600" y="191268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55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55" y="60121"/>
                  </a:lnTo>
                  <a:lnTo>
                    <a:pt x="275755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6" name="object 5"/>
            <p:cNvSpPr/>
            <p:nvPr/>
          </p:nvSpPr>
          <p:spPr>
            <a:xfrm>
              <a:off x="650880" y="180396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6123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8239" y="60121"/>
                  </a:lnTo>
                  <a:lnTo>
                    <a:pt x="276123" y="60121"/>
                  </a:lnTo>
                  <a:lnTo>
                    <a:pt x="276123" y="0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7" name="object 6"/>
            <p:cNvSpPr/>
            <p:nvPr/>
          </p:nvSpPr>
          <p:spPr>
            <a:xfrm>
              <a:off x="668160" y="1617480"/>
              <a:ext cx="371160" cy="46116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461160"/>
                <a:gd name="textAreaBottom" fmla="*/ 461520 h 461160"/>
              </a:gdLst>
              <a:ahLst/>
              <a:rect l="textAreaLeft" t="textAreaTop" r="textAreaRight" b="textAreaBottom"/>
              <a:pathLst>
                <a:path w="371475" h="461644">
                  <a:moveTo>
                    <a:pt x="275755" y="0"/>
                  </a:moveTo>
                  <a:lnTo>
                    <a:pt x="0" y="0"/>
                  </a:lnTo>
                  <a:lnTo>
                    <a:pt x="0" y="60109"/>
                  </a:lnTo>
                  <a:lnTo>
                    <a:pt x="137883" y="60109"/>
                  </a:lnTo>
                  <a:lnTo>
                    <a:pt x="275755" y="60109"/>
                  </a:lnTo>
                  <a:lnTo>
                    <a:pt x="275755" y="0"/>
                  </a:lnTo>
                  <a:close/>
                </a:path>
                <a:path w="371475" h="461644">
                  <a:moveTo>
                    <a:pt x="362877" y="83159"/>
                  </a:moveTo>
                  <a:lnTo>
                    <a:pt x="87122" y="83159"/>
                  </a:lnTo>
                  <a:lnTo>
                    <a:pt x="87122" y="143281"/>
                  </a:lnTo>
                  <a:lnTo>
                    <a:pt x="225005" y="143281"/>
                  </a:lnTo>
                  <a:lnTo>
                    <a:pt x="362877" y="143281"/>
                  </a:lnTo>
                  <a:lnTo>
                    <a:pt x="362877" y="83159"/>
                  </a:lnTo>
                  <a:close/>
                </a:path>
                <a:path w="371475" h="461644">
                  <a:moveTo>
                    <a:pt x="371157" y="401396"/>
                  </a:moveTo>
                  <a:lnTo>
                    <a:pt x="95402" y="401396"/>
                  </a:lnTo>
                  <a:lnTo>
                    <a:pt x="95402" y="461518"/>
                  </a:lnTo>
                  <a:lnTo>
                    <a:pt x="233286" y="461518"/>
                  </a:lnTo>
                  <a:lnTo>
                    <a:pt x="371157" y="461518"/>
                  </a:lnTo>
                  <a:lnTo>
                    <a:pt x="371157" y="401396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8" name="object 7"/>
            <p:cNvSpPr/>
            <p:nvPr/>
          </p:nvSpPr>
          <p:spPr>
            <a:xfrm>
              <a:off x="983520" y="1617480"/>
              <a:ext cx="379440" cy="355320"/>
            </a:xfrm>
            <a:custGeom>
              <a:avLst/>
              <a:gdLst>
                <a:gd name="textAreaLeft" fmla="*/ 0 w 379440"/>
                <a:gd name="textAreaRight" fmla="*/ 379800 w 379440"/>
                <a:gd name="textAreaTop" fmla="*/ 0 h 355320"/>
                <a:gd name="textAreaBottom" fmla="*/ 355680 h 355320"/>
              </a:gdLst>
              <a:ahLst/>
              <a:rect l="textAreaLeft" t="textAreaTop" r="textAreaRight" b="textAreaBottom"/>
              <a:pathLst>
                <a:path w="379730" h="355600">
                  <a:moveTo>
                    <a:pt x="275755" y="186474"/>
                  </a:moveTo>
                  <a:lnTo>
                    <a:pt x="0" y="186474"/>
                  </a:lnTo>
                  <a:lnTo>
                    <a:pt x="0" y="246595"/>
                  </a:lnTo>
                  <a:lnTo>
                    <a:pt x="137871" y="246595"/>
                  </a:lnTo>
                  <a:lnTo>
                    <a:pt x="275755" y="246595"/>
                  </a:lnTo>
                  <a:lnTo>
                    <a:pt x="275755" y="186474"/>
                  </a:lnTo>
                  <a:close/>
                </a:path>
                <a:path w="379730" h="355600">
                  <a:moveTo>
                    <a:pt x="292315" y="0"/>
                  </a:moveTo>
                  <a:lnTo>
                    <a:pt x="16548" y="0"/>
                  </a:lnTo>
                  <a:lnTo>
                    <a:pt x="16548" y="60109"/>
                  </a:lnTo>
                  <a:lnTo>
                    <a:pt x="154432" y="60109"/>
                  </a:lnTo>
                  <a:lnTo>
                    <a:pt x="292315" y="60109"/>
                  </a:lnTo>
                  <a:lnTo>
                    <a:pt x="292315" y="0"/>
                  </a:lnTo>
                  <a:close/>
                </a:path>
                <a:path w="379730" h="355600">
                  <a:moveTo>
                    <a:pt x="329755" y="295198"/>
                  </a:moveTo>
                  <a:lnTo>
                    <a:pt x="53987" y="295198"/>
                  </a:lnTo>
                  <a:lnTo>
                    <a:pt x="53987" y="355320"/>
                  </a:lnTo>
                  <a:lnTo>
                    <a:pt x="191871" y="355320"/>
                  </a:lnTo>
                  <a:lnTo>
                    <a:pt x="329755" y="355320"/>
                  </a:lnTo>
                  <a:lnTo>
                    <a:pt x="329755" y="295198"/>
                  </a:lnTo>
                  <a:close/>
                </a:path>
                <a:path w="379730" h="355600">
                  <a:moveTo>
                    <a:pt x="379437" y="83159"/>
                  </a:moveTo>
                  <a:lnTo>
                    <a:pt x="103670" y="83159"/>
                  </a:lnTo>
                  <a:lnTo>
                    <a:pt x="103670" y="143281"/>
                  </a:lnTo>
                  <a:lnTo>
                    <a:pt x="241554" y="143281"/>
                  </a:lnTo>
                  <a:lnTo>
                    <a:pt x="379437" y="143281"/>
                  </a:lnTo>
                  <a:lnTo>
                    <a:pt x="379437" y="83159"/>
                  </a:lnTo>
                  <a:close/>
                </a:path>
              </a:pathLst>
            </a:custGeom>
            <a:solidFill>
              <a:srgbClr val="ff6c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69" name="object 8"/>
            <p:cNvSpPr/>
            <p:nvPr/>
          </p:nvSpPr>
          <p:spPr>
            <a:xfrm>
              <a:off x="1307160" y="1617480"/>
              <a:ext cx="380160" cy="24660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246600"/>
                <a:gd name="textAreaBottom" fmla="*/ 246960 h 246600"/>
              </a:gdLst>
              <a:ahLst/>
              <a:rect l="textAreaLeft" t="textAreaTop" r="textAreaRight" b="textAreaBottom"/>
              <a:pathLst>
                <a:path w="380364" h="247014">
                  <a:moveTo>
                    <a:pt x="275755" y="186474"/>
                  </a:moveTo>
                  <a:lnTo>
                    <a:pt x="0" y="186474"/>
                  </a:lnTo>
                  <a:lnTo>
                    <a:pt x="0" y="246595"/>
                  </a:lnTo>
                  <a:lnTo>
                    <a:pt x="137883" y="246595"/>
                  </a:lnTo>
                  <a:lnTo>
                    <a:pt x="275755" y="246595"/>
                  </a:lnTo>
                  <a:lnTo>
                    <a:pt x="275755" y="186474"/>
                  </a:lnTo>
                  <a:close/>
                </a:path>
                <a:path w="380364" h="247014">
                  <a:moveTo>
                    <a:pt x="292315" y="0"/>
                  </a:moveTo>
                  <a:lnTo>
                    <a:pt x="16205" y="0"/>
                  </a:lnTo>
                  <a:lnTo>
                    <a:pt x="16205" y="60109"/>
                  </a:lnTo>
                  <a:lnTo>
                    <a:pt x="154444" y="60109"/>
                  </a:lnTo>
                  <a:lnTo>
                    <a:pt x="292315" y="60109"/>
                  </a:lnTo>
                  <a:lnTo>
                    <a:pt x="292315" y="0"/>
                  </a:lnTo>
                  <a:close/>
                </a:path>
                <a:path w="380364" h="247014">
                  <a:moveTo>
                    <a:pt x="379793" y="83159"/>
                  </a:moveTo>
                  <a:lnTo>
                    <a:pt x="104038" y="83159"/>
                  </a:lnTo>
                  <a:lnTo>
                    <a:pt x="104038" y="143281"/>
                  </a:lnTo>
                  <a:lnTo>
                    <a:pt x="241922" y="143281"/>
                  </a:lnTo>
                  <a:lnTo>
                    <a:pt x="379793" y="143281"/>
                  </a:lnTo>
                  <a:lnTo>
                    <a:pt x="379793" y="83159"/>
                  </a:lnTo>
                  <a:close/>
                </a:path>
              </a:pathLst>
            </a:custGeom>
            <a:solidFill>
              <a:srgbClr val="3eae4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0" name="object 9"/>
            <p:cNvSpPr/>
            <p:nvPr/>
          </p:nvSpPr>
          <p:spPr>
            <a:xfrm>
              <a:off x="938160" y="218448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55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55" y="60121"/>
                  </a:lnTo>
                  <a:lnTo>
                    <a:pt x="275755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1" name="object 10"/>
            <p:cNvSpPr/>
            <p:nvPr/>
          </p:nvSpPr>
          <p:spPr>
            <a:xfrm>
              <a:off x="437400" y="1393200"/>
              <a:ext cx="1461240" cy="1025280"/>
            </a:xfrm>
            <a:custGeom>
              <a:avLst/>
              <a:gdLst>
                <a:gd name="textAreaLeft" fmla="*/ 0 w 1461240"/>
                <a:gd name="textAreaRight" fmla="*/ 1461600 w 1461240"/>
                <a:gd name="textAreaTop" fmla="*/ 0 h 1025280"/>
                <a:gd name="textAreaBottom" fmla="*/ 1025640 h 1025280"/>
              </a:gdLst>
              <a:ahLst/>
              <a:rect l="textAreaLeft" t="textAreaTop" r="textAreaRight" b="textAreaBottom"/>
              <a:pathLst>
                <a:path w="1461770" h="1025525">
                  <a:moveTo>
                    <a:pt x="1461236" y="512635"/>
                  </a:moveTo>
                  <a:lnTo>
                    <a:pt x="1458433" y="557319"/>
                  </a:lnTo>
                  <a:lnTo>
                    <a:pt x="1450091" y="601555"/>
                  </a:lnTo>
                  <a:lnTo>
                    <a:pt x="1436309" y="645071"/>
                  </a:lnTo>
                  <a:lnTo>
                    <a:pt x="1417187" y="687596"/>
                  </a:lnTo>
                  <a:lnTo>
                    <a:pt x="1392824" y="728860"/>
                  </a:lnTo>
                  <a:lnTo>
                    <a:pt x="1363319" y="768591"/>
                  </a:lnTo>
                  <a:lnTo>
                    <a:pt x="1334162" y="801220"/>
                  </a:lnTo>
                  <a:lnTo>
                    <a:pt x="1301726" y="832073"/>
                  </a:lnTo>
                  <a:lnTo>
                    <a:pt x="1266166" y="861048"/>
                  </a:lnTo>
                  <a:lnTo>
                    <a:pt x="1227642" y="888044"/>
                  </a:lnTo>
                  <a:lnTo>
                    <a:pt x="1186308" y="912961"/>
                  </a:lnTo>
                  <a:lnTo>
                    <a:pt x="1142324" y="935699"/>
                  </a:lnTo>
                  <a:lnTo>
                    <a:pt x="1095844" y="956157"/>
                  </a:lnTo>
                  <a:lnTo>
                    <a:pt x="1047435" y="974134"/>
                  </a:lnTo>
                  <a:lnTo>
                    <a:pt x="997402" y="989466"/>
                  </a:lnTo>
                  <a:lnTo>
                    <a:pt x="945971" y="1002110"/>
                  </a:lnTo>
                  <a:lnTo>
                    <a:pt x="893368" y="1012021"/>
                  </a:lnTo>
                  <a:lnTo>
                    <a:pt x="839821" y="1019155"/>
                  </a:lnTo>
                  <a:lnTo>
                    <a:pt x="785554" y="1023467"/>
                  </a:lnTo>
                  <a:lnTo>
                    <a:pt x="730796" y="1024915"/>
                  </a:lnTo>
                  <a:lnTo>
                    <a:pt x="675909" y="1023467"/>
                  </a:lnTo>
                  <a:lnTo>
                    <a:pt x="621550" y="1019155"/>
                  </a:lnTo>
                  <a:lnTo>
                    <a:pt x="567940" y="1012021"/>
                  </a:lnTo>
                  <a:lnTo>
                    <a:pt x="515299" y="1002110"/>
                  </a:lnTo>
                  <a:lnTo>
                    <a:pt x="463849" y="989466"/>
                  </a:lnTo>
                  <a:lnTo>
                    <a:pt x="413810" y="974134"/>
                  </a:lnTo>
                  <a:lnTo>
                    <a:pt x="365404" y="956157"/>
                  </a:lnTo>
                  <a:lnTo>
                    <a:pt x="318924" y="935699"/>
                  </a:lnTo>
                  <a:lnTo>
                    <a:pt x="274937" y="912961"/>
                  </a:lnTo>
                  <a:lnTo>
                    <a:pt x="233602" y="888044"/>
                  </a:lnTo>
                  <a:lnTo>
                    <a:pt x="195074" y="861048"/>
                  </a:lnTo>
                  <a:lnTo>
                    <a:pt x="159512" y="832073"/>
                  </a:lnTo>
                  <a:lnTo>
                    <a:pt x="127074" y="801220"/>
                  </a:lnTo>
                  <a:lnTo>
                    <a:pt x="97917" y="768591"/>
                  </a:lnTo>
                  <a:lnTo>
                    <a:pt x="68416" y="728860"/>
                  </a:lnTo>
                  <a:lnTo>
                    <a:pt x="44054" y="687596"/>
                  </a:lnTo>
                  <a:lnTo>
                    <a:pt x="24931" y="645071"/>
                  </a:lnTo>
                  <a:lnTo>
                    <a:pt x="11147" y="601555"/>
                  </a:lnTo>
                  <a:lnTo>
                    <a:pt x="2803" y="557319"/>
                  </a:lnTo>
                  <a:lnTo>
                    <a:pt x="0" y="512635"/>
                  </a:lnTo>
                  <a:lnTo>
                    <a:pt x="2803" y="467801"/>
                  </a:lnTo>
                  <a:lnTo>
                    <a:pt x="11147" y="423465"/>
                  </a:lnTo>
                  <a:lnTo>
                    <a:pt x="24931" y="379887"/>
                  </a:lnTo>
                  <a:lnTo>
                    <a:pt x="44054" y="337328"/>
                  </a:lnTo>
                  <a:lnTo>
                    <a:pt x="68416" y="296049"/>
                  </a:lnTo>
                  <a:lnTo>
                    <a:pt x="97917" y="256311"/>
                  </a:lnTo>
                  <a:lnTo>
                    <a:pt x="127074" y="223686"/>
                  </a:lnTo>
                  <a:lnTo>
                    <a:pt x="159512" y="192837"/>
                  </a:lnTo>
                  <a:lnTo>
                    <a:pt x="195074" y="163865"/>
                  </a:lnTo>
                  <a:lnTo>
                    <a:pt x="233602" y="136869"/>
                  </a:lnTo>
                  <a:lnTo>
                    <a:pt x="274937" y="111953"/>
                  </a:lnTo>
                  <a:lnTo>
                    <a:pt x="318924" y="89215"/>
                  </a:lnTo>
                  <a:lnTo>
                    <a:pt x="365404" y="68757"/>
                  </a:lnTo>
                  <a:lnTo>
                    <a:pt x="413809" y="50781"/>
                  </a:lnTo>
                  <a:lnTo>
                    <a:pt x="463841" y="35448"/>
                  </a:lnTo>
                  <a:lnTo>
                    <a:pt x="515271" y="22805"/>
                  </a:lnTo>
                  <a:lnTo>
                    <a:pt x="567874" y="12894"/>
                  </a:lnTo>
                  <a:lnTo>
                    <a:pt x="621421" y="5760"/>
                  </a:lnTo>
                  <a:lnTo>
                    <a:pt x="675685" y="1447"/>
                  </a:lnTo>
                  <a:lnTo>
                    <a:pt x="730440" y="0"/>
                  </a:lnTo>
                  <a:lnTo>
                    <a:pt x="785330" y="1447"/>
                  </a:lnTo>
                  <a:lnTo>
                    <a:pt x="839691" y="5760"/>
                  </a:lnTo>
                  <a:lnTo>
                    <a:pt x="893302" y="12894"/>
                  </a:lnTo>
                  <a:lnTo>
                    <a:pt x="945943" y="22805"/>
                  </a:lnTo>
                  <a:lnTo>
                    <a:pt x="997394" y="35448"/>
                  </a:lnTo>
                  <a:lnTo>
                    <a:pt x="1047434" y="50781"/>
                  </a:lnTo>
                  <a:lnTo>
                    <a:pt x="1095844" y="68757"/>
                  </a:lnTo>
                  <a:lnTo>
                    <a:pt x="1142324" y="89215"/>
                  </a:lnTo>
                  <a:lnTo>
                    <a:pt x="1186308" y="111953"/>
                  </a:lnTo>
                  <a:lnTo>
                    <a:pt x="1227642" y="136869"/>
                  </a:lnTo>
                  <a:lnTo>
                    <a:pt x="1266166" y="163865"/>
                  </a:lnTo>
                  <a:lnTo>
                    <a:pt x="1301726" y="192837"/>
                  </a:lnTo>
                  <a:lnTo>
                    <a:pt x="1334162" y="223686"/>
                  </a:lnTo>
                  <a:lnTo>
                    <a:pt x="1363319" y="256311"/>
                  </a:lnTo>
                  <a:lnTo>
                    <a:pt x="1392824" y="296047"/>
                  </a:lnTo>
                  <a:lnTo>
                    <a:pt x="1417187" y="337315"/>
                  </a:lnTo>
                  <a:lnTo>
                    <a:pt x="1436309" y="379842"/>
                  </a:lnTo>
                  <a:lnTo>
                    <a:pt x="1450091" y="423359"/>
                  </a:lnTo>
                  <a:lnTo>
                    <a:pt x="1458433" y="467595"/>
                  </a:lnTo>
                  <a:lnTo>
                    <a:pt x="1461236" y="512279"/>
                  </a:lnTo>
                  <a:lnTo>
                    <a:pt x="1461236" y="512635"/>
                  </a:lnTo>
                  <a:close/>
                </a:path>
              </a:pathLst>
            </a:custGeom>
            <a:noFill/>
            <a:ln w="38159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2" name="object 11"/>
          <p:cNvGrpSpPr/>
          <p:nvPr/>
        </p:nvGrpSpPr>
        <p:grpSpPr>
          <a:xfrm>
            <a:off x="2062800" y="1393200"/>
            <a:ext cx="1461240" cy="1025280"/>
            <a:chOff x="2062800" y="1393200"/>
            <a:chExt cx="1461240" cy="1025280"/>
          </a:xfrm>
        </p:grpSpPr>
        <p:sp>
          <p:nvSpPr>
            <p:cNvPr id="273" name="object 12"/>
            <p:cNvSpPr/>
            <p:nvPr/>
          </p:nvSpPr>
          <p:spPr>
            <a:xfrm>
              <a:off x="2276280" y="1617480"/>
              <a:ext cx="388440" cy="46116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461160"/>
                <a:gd name="textAreaBottom" fmla="*/ 461520 h 461160"/>
              </a:gdLst>
              <a:ahLst/>
              <a:rect l="textAreaLeft" t="textAreaTop" r="textAreaRight" b="textAreaBottom"/>
              <a:pathLst>
                <a:path w="388619" h="461644">
                  <a:moveTo>
                    <a:pt x="276110" y="186474"/>
                  </a:moveTo>
                  <a:lnTo>
                    <a:pt x="0" y="186474"/>
                  </a:lnTo>
                  <a:lnTo>
                    <a:pt x="0" y="246595"/>
                  </a:lnTo>
                  <a:lnTo>
                    <a:pt x="138239" y="246595"/>
                  </a:lnTo>
                  <a:lnTo>
                    <a:pt x="276110" y="246595"/>
                  </a:lnTo>
                  <a:lnTo>
                    <a:pt x="276110" y="186474"/>
                  </a:lnTo>
                  <a:close/>
                </a:path>
                <a:path w="388619" h="461644">
                  <a:moveTo>
                    <a:pt x="293039" y="0"/>
                  </a:moveTo>
                  <a:lnTo>
                    <a:pt x="17272" y="0"/>
                  </a:lnTo>
                  <a:lnTo>
                    <a:pt x="17272" y="60109"/>
                  </a:lnTo>
                  <a:lnTo>
                    <a:pt x="155155" y="60109"/>
                  </a:lnTo>
                  <a:lnTo>
                    <a:pt x="293039" y="60109"/>
                  </a:lnTo>
                  <a:lnTo>
                    <a:pt x="293039" y="0"/>
                  </a:lnTo>
                  <a:close/>
                </a:path>
                <a:path w="388619" h="461644">
                  <a:moveTo>
                    <a:pt x="330479" y="295198"/>
                  </a:moveTo>
                  <a:lnTo>
                    <a:pt x="54711" y="295198"/>
                  </a:lnTo>
                  <a:lnTo>
                    <a:pt x="54711" y="355320"/>
                  </a:lnTo>
                  <a:lnTo>
                    <a:pt x="192595" y="355320"/>
                  </a:lnTo>
                  <a:lnTo>
                    <a:pt x="330479" y="355320"/>
                  </a:lnTo>
                  <a:lnTo>
                    <a:pt x="330479" y="295198"/>
                  </a:lnTo>
                  <a:close/>
                </a:path>
                <a:path w="388619" h="461644">
                  <a:moveTo>
                    <a:pt x="380161" y="83159"/>
                  </a:moveTo>
                  <a:lnTo>
                    <a:pt x="104394" y="83159"/>
                  </a:lnTo>
                  <a:lnTo>
                    <a:pt x="104394" y="143281"/>
                  </a:lnTo>
                  <a:lnTo>
                    <a:pt x="242277" y="143281"/>
                  </a:lnTo>
                  <a:lnTo>
                    <a:pt x="380161" y="143281"/>
                  </a:lnTo>
                  <a:lnTo>
                    <a:pt x="380161" y="83159"/>
                  </a:lnTo>
                  <a:close/>
                </a:path>
                <a:path w="388619" h="461644">
                  <a:moveTo>
                    <a:pt x="388429" y="401396"/>
                  </a:moveTo>
                  <a:lnTo>
                    <a:pt x="112674" y="401396"/>
                  </a:lnTo>
                  <a:lnTo>
                    <a:pt x="112674" y="461518"/>
                  </a:lnTo>
                  <a:lnTo>
                    <a:pt x="250558" y="461518"/>
                  </a:lnTo>
                  <a:lnTo>
                    <a:pt x="388429" y="461518"/>
                  </a:lnTo>
                  <a:lnTo>
                    <a:pt x="388429" y="401396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74" name="object 13"/>
            <p:cNvSpPr/>
            <p:nvPr/>
          </p:nvSpPr>
          <p:spPr>
            <a:xfrm>
              <a:off x="2608920" y="1617480"/>
              <a:ext cx="379440" cy="355320"/>
            </a:xfrm>
            <a:custGeom>
              <a:avLst/>
              <a:gdLst>
                <a:gd name="textAreaLeft" fmla="*/ 0 w 379440"/>
                <a:gd name="textAreaRight" fmla="*/ 379800 w 379440"/>
                <a:gd name="textAreaTop" fmla="*/ 0 h 355320"/>
                <a:gd name="textAreaBottom" fmla="*/ 355680 h 355320"/>
              </a:gdLst>
              <a:ahLst/>
              <a:rect l="textAreaLeft" t="textAreaTop" r="textAreaRight" b="textAreaBottom"/>
              <a:pathLst>
                <a:path w="379730" h="355600">
                  <a:moveTo>
                    <a:pt x="275755" y="186474"/>
                  </a:moveTo>
                  <a:lnTo>
                    <a:pt x="0" y="186474"/>
                  </a:lnTo>
                  <a:lnTo>
                    <a:pt x="0" y="246595"/>
                  </a:lnTo>
                  <a:lnTo>
                    <a:pt x="137871" y="246595"/>
                  </a:lnTo>
                  <a:lnTo>
                    <a:pt x="275755" y="246595"/>
                  </a:lnTo>
                  <a:lnTo>
                    <a:pt x="275755" y="186474"/>
                  </a:lnTo>
                  <a:close/>
                </a:path>
                <a:path w="379730" h="355600">
                  <a:moveTo>
                    <a:pt x="292315" y="0"/>
                  </a:moveTo>
                  <a:lnTo>
                    <a:pt x="16560" y="0"/>
                  </a:lnTo>
                  <a:lnTo>
                    <a:pt x="16560" y="60109"/>
                  </a:lnTo>
                  <a:lnTo>
                    <a:pt x="154432" y="60109"/>
                  </a:lnTo>
                  <a:lnTo>
                    <a:pt x="292315" y="60109"/>
                  </a:lnTo>
                  <a:lnTo>
                    <a:pt x="292315" y="0"/>
                  </a:lnTo>
                  <a:close/>
                </a:path>
                <a:path w="379730" h="355600">
                  <a:moveTo>
                    <a:pt x="329755" y="295198"/>
                  </a:moveTo>
                  <a:lnTo>
                    <a:pt x="54000" y="295198"/>
                  </a:lnTo>
                  <a:lnTo>
                    <a:pt x="54000" y="355320"/>
                  </a:lnTo>
                  <a:lnTo>
                    <a:pt x="191871" y="355320"/>
                  </a:lnTo>
                  <a:lnTo>
                    <a:pt x="329755" y="355320"/>
                  </a:lnTo>
                  <a:lnTo>
                    <a:pt x="329755" y="295198"/>
                  </a:lnTo>
                  <a:close/>
                </a:path>
                <a:path w="379730" h="355600">
                  <a:moveTo>
                    <a:pt x="379437" y="83159"/>
                  </a:moveTo>
                  <a:lnTo>
                    <a:pt x="103682" y="83159"/>
                  </a:lnTo>
                  <a:lnTo>
                    <a:pt x="103682" y="143281"/>
                  </a:lnTo>
                  <a:lnTo>
                    <a:pt x="241554" y="143281"/>
                  </a:lnTo>
                  <a:lnTo>
                    <a:pt x="379437" y="143281"/>
                  </a:lnTo>
                  <a:lnTo>
                    <a:pt x="379437" y="83159"/>
                  </a:lnTo>
                  <a:close/>
                </a:path>
              </a:pathLst>
            </a:custGeom>
            <a:solidFill>
              <a:srgbClr val="ff6c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5" name="object 14"/>
            <p:cNvSpPr/>
            <p:nvPr/>
          </p:nvSpPr>
          <p:spPr>
            <a:xfrm>
              <a:off x="2932560" y="1617480"/>
              <a:ext cx="380160" cy="24660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246600"/>
                <a:gd name="textAreaBottom" fmla="*/ 246960 h 246600"/>
              </a:gdLst>
              <a:ahLst/>
              <a:rect l="textAreaLeft" t="textAreaTop" r="textAreaRight" b="textAreaBottom"/>
              <a:pathLst>
                <a:path w="380364" h="247014">
                  <a:moveTo>
                    <a:pt x="275767" y="186474"/>
                  </a:moveTo>
                  <a:lnTo>
                    <a:pt x="0" y="186474"/>
                  </a:lnTo>
                  <a:lnTo>
                    <a:pt x="0" y="246595"/>
                  </a:lnTo>
                  <a:lnTo>
                    <a:pt x="137883" y="246595"/>
                  </a:lnTo>
                  <a:lnTo>
                    <a:pt x="275767" y="246595"/>
                  </a:lnTo>
                  <a:lnTo>
                    <a:pt x="275767" y="186474"/>
                  </a:lnTo>
                  <a:close/>
                </a:path>
                <a:path w="380364" h="247014">
                  <a:moveTo>
                    <a:pt x="292328" y="0"/>
                  </a:moveTo>
                  <a:lnTo>
                    <a:pt x="16205" y="0"/>
                  </a:lnTo>
                  <a:lnTo>
                    <a:pt x="16205" y="60109"/>
                  </a:lnTo>
                  <a:lnTo>
                    <a:pt x="154444" y="60109"/>
                  </a:lnTo>
                  <a:lnTo>
                    <a:pt x="292328" y="60109"/>
                  </a:lnTo>
                  <a:lnTo>
                    <a:pt x="292328" y="0"/>
                  </a:lnTo>
                  <a:close/>
                </a:path>
                <a:path w="380364" h="247014">
                  <a:moveTo>
                    <a:pt x="379793" y="83159"/>
                  </a:moveTo>
                  <a:lnTo>
                    <a:pt x="104038" y="83159"/>
                  </a:lnTo>
                  <a:lnTo>
                    <a:pt x="104038" y="143281"/>
                  </a:lnTo>
                  <a:lnTo>
                    <a:pt x="241922" y="143281"/>
                  </a:lnTo>
                  <a:lnTo>
                    <a:pt x="379793" y="143281"/>
                  </a:lnTo>
                  <a:lnTo>
                    <a:pt x="379793" y="83159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6" name="object 15"/>
            <p:cNvSpPr/>
            <p:nvPr/>
          </p:nvSpPr>
          <p:spPr>
            <a:xfrm>
              <a:off x="2563560" y="218448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67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67" y="60121"/>
                  </a:lnTo>
                  <a:lnTo>
                    <a:pt x="275767" y="0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77" name="object 16"/>
            <p:cNvSpPr/>
            <p:nvPr/>
          </p:nvSpPr>
          <p:spPr>
            <a:xfrm>
              <a:off x="2062800" y="1393200"/>
              <a:ext cx="1461240" cy="1025280"/>
            </a:xfrm>
            <a:custGeom>
              <a:avLst/>
              <a:gdLst>
                <a:gd name="textAreaLeft" fmla="*/ 0 w 1461240"/>
                <a:gd name="textAreaRight" fmla="*/ 1461600 w 1461240"/>
                <a:gd name="textAreaTop" fmla="*/ 0 h 1025280"/>
                <a:gd name="textAreaBottom" fmla="*/ 1025640 h 1025280"/>
              </a:gdLst>
              <a:ahLst/>
              <a:rect l="textAreaLeft" t="textAreaTop" r="textAreaRight" b="textAreaBottom"/>
              <a:pathLst>
                <a:path w="1461770" h="1025525">
                  <a:moveTo>
                    <a:pt x="1461236" y="512635"/>
                  </a:moveTo>
                  <a:lnTo>
                    <a:pt x="1458433" y="557319"/>
                  </a:lnTo>
                  <a:lnTo>
                    <a:pt x="1450091" y="601555"/>
                  </a:lnTo>
                  <a:lnTo>
                    <a:pt x="1436309" y="645071"/>
                  </a:lnTo>
                  <a:lnTo>
                    <a:pt x="1417187" y="687596"/>
                  </a:lnTo>
                  <a:lnTo>
                    <a:pt x="1392824" y="728860"/>
                  </a:lnTo>
                  <a:lnTo>
                    <a:pt x="1363319" y="768591"/>
                  </a:lnTo>
                  <a:lnTo>
                    <a:pt x="1334166" y="801220"/>
                  </a:lnTo>
                  <a:lnTo>
                    <a:pt x="1301731" y="832073"/>
                  </a:lnTo>
                  <a:lnTo>
                    <a:pt x="1266172" y="861048"/>
                  </a:lnTo>
                  <a:lnTo>
                    <a:pt x="1227646" y="888044"/>
                  </a:lnTo>
                  <a:lnTo>
                    <a:pt x="1186311" y="912961"/>
                  </a:lnTo>
                  <a:lnTo>
                    <a:pt x="1142324" y="935699"/>
                  </a:lnTo>
                  <a:lnTo>
                    <a:pt x="1095844" y="956157"/>
                  </a:lnTo>
                  <a:lnTo>
                    <a:pt x="1047435" y="974134"/>
                  </a:lnTo>
                  <a:lnTo>
                    <a:pt x="997402" y="989466"/>
                  </a:lnTo>
                  <a:lnTo>
                    <a:pt x="945972" y="1002110"/>
                  </a:lnTo>
                  <a:lnTo>
                    <a:pt x="893371" y="1012021"/>
                  </a:lnTo>
                  <a:lnTo>
                    <a:pt x="839825" y="1019155"/>
                  </a:lnTo>
                  <a:lnTo>
                    <a:pt x="785562" y="1023467"/>
                  </a:lnTo>
                  <a:lnTo>
                    <a:pt x="730808" y="1024915"/>
                  </a:lnTo>
                  <a:lnTo>
                    <a:pt x="675918" y="1023467"/>
                  </a:lnTo>
                  <a:lnTo>
                    <a:pt x="621557" y="1019155"/>
                  </a:lnTo>
                  <a:lnTo>
                    <a:pt x="567946" y="1012021"/>
                  </a:lnTo>
                  <a:lnTo>
                    <a:pt x="515306" y="1002110"/>
                  </a:lnTo>
                  <a:lnTo>
                    <a:pt x="463855" y="989466"/>
                  </a:lnTo>
                  <a:lnTo>
                    <a:pt x="413814" y="974134"/>
                  </a:lnTo>
                  <a:lnTo>
                    <a:pt x="365404" y="956157"/>
                  </a:lnTo>
                  <a:lnTo>
                    <a:pt x="318924" y="935699"/>
                  </a:lnTo>
                  <a:lnTo>
                    <a:pt x="274937" y="912961"/>
                  </a:lnTo>
                  <a:lnTo>
                    <a:pt x="233602" y="888044"/>
                  </a:lnTo>
                  <a:lnTo>
                    <a:pt x="195074" y="861048"/>
                  </a:lnTo>
                  <a:lnTo>
                    <a:pt x="159512" y="832073"/>
                  </a:lnTo>
                  <a:lnTo>
                    <a:pt x="127074" y="801220"/>
                  </a:lnTo>
                  <a:lnTo>
                    <a:pt x="97916" y="768591"/>
                  </a:lnTo>
                  <a:lnTo>
                    <a:pt x="68416" y="728860"/>
                  </a:lnTo>
                  <a:lnTo>
                    <a:pt x="44054" y="687596"/>
                  </a:lnTo>
                  <a:lnTo>
                    <a:pt x="24931" y="645071"/>
                  </a:lnTo>
                  <a:lnTo>
                    <a:pt x="11147" y="601555"/>
                  </a:lnTo>
                  <a:lnTo>
                    <a:pt x="2803" y="557319"/>
                  </a:lnTo>
                  <a:lnTo>
                    <a:pt x="0" y="512635"/>
                  </a:lnTo>
                  <a:lnTo>
                    <a:pt x="2803" y="467801"/>
                  </a:lnTo>
                  <a:lnTo>
                    <a:pt x="11147" y="423465"/>
                  </a:lnTo>
                  <a:lnTo>
                    <a:pt x="24931" y="379887"/>
                  </a:lnTo>
                  <a:lnTo>
                    <a:pt x="44054" y="337328"/>
                  </a:lnTo>
                  <a:lnTo>
                    <a:pt x="68416" y="296049"/>
                  </a:lnTo>
                  <a:lnTo>
                    <a:pt x="97916" y="256311"/>
                  </a:lnTo>
                  <a:lnTo>
                    <a:pt x="127074" y="223686"/>
                  </a:lnTo>
                  <a:lnTo>
                    <a:pt x="159512" y="192837"/>
                  </a:lnTo>
                  <a:lnTo>
                    <a:pt x="195074" y="163865"/>
                  </a:lnTo>
                  <a:lnTo>
                    <a:pt x="233602" y="136869"/>
                  </a:lnTo>
                  <a:lnTo>
                    <a:pt x="274937" y="111953"/>
                  </a:lnTo>
                  <a:lnTo>
                    <a:pt x="318924" y="89215"/>
                  </a:lnTo>
                  <a:lnTo>
                    <a:pt x="365404" y="68757"/>
                  </a:lnTo>
                  <a:lnTo>
                    <a:pt x="413813" y="50781"/>
                  </a:lnTo>
                  <a:lnTo>
                    <a:pt x="463846" y="35448"/>
                  </a:lnTo>
                  <a:lnTo>
                    <a:pt x="515277" y="22805"/>
                  </a:lnTo>
                  <a:lnTo>
                    <a:pt x="567878" y="12894"/>
                  </a:lnTo>
                  <a:lnTo>
                    <a:pt x="621423" y="5760"/>
                  </a:lnTo>
                  <a:lnTo>
                    <a:pt x="675686" y="1447"/>
                  </a:lnTo>
                  <a:lnTo>
                    <a:pt x="730440" y="0"/>
                  </a:lnTo>
                  <a:lnTo>
                    <a:pt x="785330" y="1447"/>
                  </a:lnTo>
                  <a:lnTo>
                    <a:pt x="839691" y="5760"/>
                  </a:lnTo>
                  <a:lnTo>
                    <a:pt x="893302" y="12894"/>
                  </a:lnTo>
                  <a:lnTo>
                    <a:pt x="945943" y="22805"/>
                  </a:lnTo>
                  <a:lnTo>
                    <a:pt x="997394" y="35448"/>
                  </a:lnTo>
                  <a:lnTo>
                    <a:pt x="1047434" y="50781"/>
                  </a:lnTo>
                  <a:lnTo>
                    <a:pt x="1095844" y="68757"/>
                  </a:lnTo>
                  <a:lnTo>
                    <a:pt x="1142324" y="89215"/>
                  </a:lnTo>
                  <a:lnTo>
                    <a:pt x="1186311" y="111953"/>
                  </a:lnTo>
                  <a:lnTo>
                    <a:pt x="1227646" y="136869"/>
                  </a:lnTo>
                  <a:lnTo>
                    <a:pt x="1266172" y="163865"/>
                  </a:lnTo>
                  <a:lnTo>
                    <a:pt x="1301731" y="192837"/>
                  </a:lnTo>
                  <a:lnTo>
                    <a:pt x="1334166" y="223686"/>
                  </a:lnTo>
                  <a:lnTo>
                    <a:pt x="1363319" y="256311"/>
                  </a:lnTo>
                  <a:lnTo>
                    <a:pt x="1392824" y="296047"/>
                  </a:lnTo>
                  <a:lnTo>
                    <a:pt x="1417187" y="337315"/>
                  </a:lnTo>
                  <a:lnTo>
                    <a:pt x="1436309" y="379842"/>
                  </a:lnTo>
                  <a:lnTo>
                    <a:pt x="1450091" y="423359"/>
                  </a:lnTo>
                  <a:lnTo>
                    <a:pt x="1458433" y="467595"/>
                  </a:lnTo>
                  <a:lnTo>
                    <a:pt x="1461236" y="512279"/>
                  </a:lnTo>
                  <a:lnTo>
                    <a:pt x="1461236" y="512635"/>
                  </a:lnTo>
                  <a:close/>
                </a:path>
              </a:pathLst>
            </a:custGeom>
            <a:noFill/>
            <a:ln w="38159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278" name="object 17"/>
          <p:cNvGrpSpPr/>
          <p:nvPr/>
        </p:nvGrpSpPr>
        <p:grpSpPr>
          <a:xfrm>
            <a:off x="3677400" y="1377000"/>
            <a:ext cx="1461240" cy="1025280"/>
            <a:chOff x="3677400" y="1377000"/>
            <a:chExt cx="1461240" cy="1025280"/>
          </a:xfrm>
        </p:grpSpPr>
        <p:sp>
          <p:nvSpPr>
            <p:cNvPr id="279" name="object 18"/>
            <p:cNvSpPr/>
            <p:nvPr/>
          </p:nvSpPr>
          <p:spPr>
            <a:xfrm>
              <a:off x="3890880" y="1601280"/>
              <a:ext cx="388440" cy="46116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461160"/>
                <a:gd name="textAreaBottom" fmla="*/ 461520 h 461160"/>
              </a:gdLst>
              <a:ahLst/>
              <a:rect l="textAreaLeft" t="textAreaTop" r="textAreaRight" b="textAreaBottom"/>
              <a:pathLst>
                <a:path w="388620" h="461644">
                  <a:moveTo>
                    <a:pt x="276110" y="186486"/>
                  </a:moveTo>
                  <a:lnTo>
                    <a:pt x="0" y="186486"/>
                  </a:lnTo>
                  <a:lnTo>
                    <a:pt x="0" y="246595"/>
                  </a:lnTo>
                  <a:lnTo>
                    <a:pt x="138239" y="246595"/>
                  </a:lnTo>
                  <a:lnTo>
                    <a:pt x="276110" y="246595"/>
                  </a:lnTo>
                  <a:lnTo>
                    <a:pt x="276110" y="186486"/>
                  </a:lnTo>
                  <a:close/>
                </a:path>
                <a:path w="388620" h="461644">
                  <a:moveTo>
                    <a:pt x="293039" y="0"/>
                  </a:moveTo>
                  <a:lnTo>
                    <a:pt x="17272" y="0"/>
                  </a:lnTo>
                  <a:lnTo>
                    <a:pt x="17272" y="60121"/>
                  </a:lnTo>
                  <a:lnTo>
                    <a:pt x="155155" y="60121"/>
                  </a:lnTo>
                  <a:lnTo>
                    <a:pt x="293039" y="60121"/>
                  </a:lnTo>
                  <a:lnTo>
                    <a:pt x="293039" y="0"/>
                  </a:lnTo>
                  <a:close/>
                </a:path>
                <a:path w="388620" h="461644">
                  <a:moveTo>
                    <a:pt x="330479" y="295198"/>
                  </a:moveTo>
                  <a:lnTo>
                    <a:pt x="54711" y="295198"/>
                  </a:lnTo>
                  <a:lnTo>
                    <a:pt x="54711" y="355320"/>
                  </a:lnTo>
                  <a:lnTo>
                    <a:pt x="192595" y="355320"/>
                  </a:lnTo>
                  <a:lnTo>
                    <a:pt x="330479" y="355320"/>
                  </a:lnTo>
                  <a:lnTo>
                    <a:pt x="330479" y="295198"/>
                  </a:lnTo>
                  <a:close/>
                </a:path>
                <a:path w="388620" h="461644">
                  <a:moveTo>
                    <a:pt x="380149" y="83159"/>
                  </a:moveTo>
                  <a:lnTo>
                    <a:pt x="104394" y="83159"/>
                  </a:lnTo>
                  <a:lnTo>
                    <a:pt x="104394" y="143281"/>
                  </a:lnTo>
                  <a:lnTo>
                    <a:pt x="242277" y="143281"/>
                  </a:lnTo>
                  <a:lnTo>
                    <a:pt x="380149" y="143281"/>
                  </a:lnTo>
                  <a:lnTo>
                    <a:pt x="380149" y="83159"/>
                  </a:lnTo>
                  <a:close/>
                </a:path>
                <a:path w="388620" h="461644">
                  <a:moveTo>
                    <a:pt x="388429" y="401396"/>
                  </a:moveTo>
                  <a:lnTo>
                    <a:pt x="112674" y="401396"/>
                  </a:lnTo>
                  <a:lnTo>
                    <a:pt x="112674" y="461518"/>
                  </a:lnTo>
                  <a:lnTo>
                    <a:pt x="250558" y="461518"/>
                  </a:lnTo>
                  <a:lnTo>
                    <a:pt x="388429" y="461518"/>
                  </a:lnTo>
                  <a:lnTo>
                    <a:pt x="388429" y="401396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0" name="object 19"/>
            <p:cNvSpPr/>
            <p:nvPr/>
          </p:nvSpPr>
          <p:spPr>
            <a:xfrm>
              <a:off x="4223520" y="1787760"/>
              <a:ext cx="329760" cy="168480"/>
            </a:xfrm>
            <a:custGeom>
              <a:avLst/>
              <a:gdLst>
                <a:gd name="textAreaLeft" fmla="*/ 0 w 329760"/>
                <a:gd name="textAreaRight" fmla="*/ 330120 w 32976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330200" h="168910">
                  <a:moveTo>
                    <a:pt x="275755" y="0"/>
                  </a:moveTo>
                  <a:lnTo>
                    <a:pt x="0" y="0"/>
                  </a:lnTo>
                  <a:lnTo>
                    <a:pt x="0" y="60109"/>
                  </a:lnTo>
                  <a:lnTo>
                    <a:pt x="137871" y="60109"/>
                  </a:lnTo>
                  <a:lnTo>
                    <a:pt x="275755" y="60109"/>
                  </a:lnTo>
                  <a:lnTo>
                    <a:pt x="275755" y="0"/>
                  </a:lnTo>
                  <a:close/>
                </a:path>
                <a:path w="330200" h="168910">
                  <a:moveTo>
                    <a:pt x="329755" y="108712"/>
                  </a:moveTo>
                  <a:lnTo>
                    <a:pt x="54000" y="108712"/>
                  </a:lnTo>
                  <a:lnTo>
                    <a:pt x="54000" y="168833"/>
                  </a:lnTo>
                  <a:lnTo>
                    <a:pt x="191871" y="168833"/>
                  </a:lnTo>
                  <a:lnTo>
                    <a:pt x="329755" y="168833"/>
                  </a:lnTo>
                  <a:lnTo>
                    <a:pt x="329755" y="108712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1" name="object 20"/>
            <p:cNvSpPr/>
            <p:nvPr/>
          </p:nvSpPr>
          <p:spPr>
            <a:xfrm>
              <a:off x="4327200" y="168444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67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67" y="60121"/>
                  </a:lnTo>
                  <a:lnTo>
                    <a:pt x="275767" y="0"/>
                  </a:lnTo>
                  <a:close/>
                </a:path>
              </a:pathLst>
            </a:custGeom>
            <a:solidFill>
              <a:srgbClr val="ff6c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2" name="object 21"/>
            <p:cNvSpPr/>
            <p:nvPr/>
          </p:nvSpPr>
          <p:spPr>
            <a:xfrm>
              <a:off x="4240080" y="160128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55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71" y="60121"/>
                  </a:lnTo>
                  <a:lnTo>
                    <a:pt x="275755" y="60121"/>
                  </a:lnTo>
                  <a:lnTo>
                    <a:pt x="275755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3" name="object 22"/>
            <p:cNvSpPr/>
            <p:nvPr/>
          </p:nvSpPr>
          <p:spPr>
            <a:xfrm>
              <a:off x="4547160" y="1601280"/>
              <a:ext cx="380160" cy="24660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246600"/>
                <a:gd name="textAreaBottom" fmla="*/ 246960 h 246600"/>
              </a:gdLst>
              <a:ahLst/>
              <a:rect l="textAreaLeft" t="textAreaTop" r="textAreaRight" b="textAreaBottom"/>
              <a:pathLst>
                <a:path w="380364" h="247014">
                  <a:moveTo>
                    <a:pt x="275755" y="186486"/>
                  </a:moveTo>
                  <a:lnTo>
                    <a:pt x="0" y="186486"/>
                  </a:lnTo>
                  <a:lnTo>
                    <a:pt x="0" y="246595"/>
                  </a:lnTo>
                  <a:lnTo>
                    <a:pt x="137883" y="246595"/>
                  </a:lnTo>
                  <a:lnTo>
                    <a:pt x="275755" y="246595"/>
                  </a:lnTo>
                  <a:lnTo>
                    <a:pt x="275755" y="186486"/>
                  </a:lnTo>
                  <a:close/>
                </a:path>
                <a:path w="380364" h="247014">
                  <a:moveTo>
                    <a:pt x="292315" y="0"/>
                  </a:moveTo>
                  <a:lnTo>
                    <a:pt x="16205" y="0"/>
                  </a:lnTo>
                  <a:lnTo>
                    <a:pt x="16205" y="60121"/>
                  </a:lnTo>
                  <a:lnTo>
                    <a:pt x="154444" y="60121"/>
                  </a:lnTo>
                  <a:lnTo>
                    <a:pt x="292315" y="60121"/>
                  </a:lnTo>
                  <a:lnTo>
                    <a:pt x="292315" y="0"/>
                  </a:lnTo>
                  <a:close/>
                </a:path>
                <a:path w="380364" h="247014">
                  <a:moveTo>
                    <a:pt x="379806" y="83159"/>
                  </a:moveTo>
                  <a:lnTo>
                    <a:pt x="104038" y="83159"/>
                  </a:lnTo>
                  <a:lnTo>
                    <a:pt x="104038" y="143281"/>
                  </a:lnTo>
                  <a:lnTo>
                    <a:pt x="241922" y="143281"/>
                  </a:lnTo>
                  <a:lnTo>
                    <a:pt x="379806" y="143281"/>
                  </a:lnTo>
                  <a:lnTo>
                    <a:pt x="379806" y="83159"/>
                  </a:lnTo>
                  <a:close/>
                </a:path>
              </a:pathLst>
            </a:custGeom>
            <a:solidFill>
              <a:srgbClr val="3eae4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4" name="object 23"/>
            <p:cNvSpPr/>
            <p:nvPr/>
          </p:nvSpPr>
          <p:spPr>
            <a:xfrm>
              <a:off x="4178160" y="216828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55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55" y="60121"/>
                  </a:lnTo>
                  <a:lnTo>
                    <a:pt x="275755" y="0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285" name="object 24"/>
            <p:cNvSpPr/>
            <p:nvPr/>
          </p:nvSpPr>
          <p:spPr>
            <a:xfrm>
              <a:off x="3677400" y="1377000"/>
              <a:ext cx="1461240" cy="1025280"/>
            </a:xfrm>
            <a:custGeom>
              <a:avLst/>
              <a:gdLst>
                <a:gd name="textAreaLeft" fmla="*/ 0 w 1461240"/>
                <a:gd name="textAreaRight" fmla="*/ 1461600 w 1461240"/>
                <a:gd name="textAreaTop" fmla="*/ 0 h 1025280"/>
                <a:gd name="textAreaBottom" fmla="*/ 1025640 h 1025280"/>
              </a:gdLst>
              <a:ahLst/>
              <a:rect l="textAreaLeft" t="textAreaTop" r="textAreaRight" b="textAreaBottom"/>
              <a:pathLst>
                <a:path w="1461770" h="1025525">
                  <a:moveTo>
                    <a:pt x="1461236" y="512648"/>
                  </a:moveTo>
                  <a:lnTo>
                    <a:pt x="1458433" y="557331"/>
                  </a:lnTo>
                  <a:lnTo>
                    <a:pt x="1450091" y="601565"/>
                  </a:lnTo>
                  <a:lnTo>
                    <a:pt x="1436309" y="645079"/>
                  </a:lnTo>
                  <a:lnTo>
                    <a:pt x="1417187" y="687603"/>
                  </a:lnTo>
                  <a:lnTo>
                    <a:pt x="1392824" y="728868"/>
                  </a:lnTo>
                  <a:lnTo>
                    <a:pt x="1363319" y="768603"/>
                  </a:lnTo>
                  <a:lnTo>
                    <a:pt x="1334162" y="801228"/>
                  </a:lnTo>
                  <a:lnTo>
                    <a:pt x="1301726" y="832077"/>
                  </a:lnTo>
                  <a:lnTo>
                    <a:pt x="1266166" y="861050"/>
                  </a:lnTo>
                  <a:lnTo>
                    <a:pt x="1227642" y="888045"/>
                  </a:lnTo>
                  <a:lnTo>
                    <a:pt x="1186308" y="912962"/>
                  </a:lnTo>
                  <a:lnTo>
                    <a:pt x="1142324" y="935699"/>
                  </a:lnTo>
                  <a:lnTo>
                    <a:pt x="1095844" y="956157"/>
                  </a:lnTo>
                  <a:lnTo>
                    <a:pt x="1047435" y="974138"/>
                  </a:lnTo>
                  <a:lnTo>
                    <a:pt x="997402" y="989474"/>
                  </a:lnTo>
                  <a:lnTo>
                    <a:pt x="945971" y="1002120"/>
                  </a:lnTo>
                  <a:lnTo>
                    <a:pt x="893368" y="1012032"/>
                  </a:lnTo>
                  <a:lnTo>
                    <a:pt x="839821" y="1019167"/>
                  </a:lnTo>
                  <a:lnTo>
                    <a:pt x="785554" y="1023480"/>
                  </a:lnTo>
                  <a:lnTo>
                    <a:pt x="730796" y="1024928"/>
                  </a:lnTo>
                  <a:lnTo>
                    <a:pt x="675909" y="1023480"/>
                  </a:lnTo>
                  <a:lnTo>
                    <a:pt x="621550" y="1019167"/>
                  </a:lnTo>
                  <a:lnTo>
                    <a:pt x="567940" y="1012032"/>
                  </a:lnTo>
                  <a:lnTo>
                    <a:pt x="515299" y="1002120"/>
                  </a:lnTo>
                  <a:lnTo>
                    <a:pt x="463849" y="989474"/>
                  </a:lnTo>
                  <a:lnTo>
                    <a:pt x="413810" y="974138"/>
                  </a:lnTo>
                  <a:lnTo>
                    <a:pt x="365404" y="956157"/>
                  </a:lnTo>
                  <a:lnTo>
                    <a:pt x="318924" y="935699"/>
                  </a:lnTo>
                  <a:lnTo>
                    <a:pt x="274937" y="912962"/>
                  </a:lnTo>
                  <a:lnTo>
                    <a:pt x="233602" y="888045"/>
                  </a:lnTo>
                  <a:lnTo>
                    <a:pt x="195074" y="861050"/>
                  </a:lnTo>
                  <a:lnTo>
                    <a:pt x="159512" y="832077"/>
                  </a:lnTo>
                  <a:lnTo>
                    <a:pt x="127074" y="801228"/>
                  </a:lnTo>
                  <a:lnTo>
                    <a:pt x="97916" y="768603"/>
                  </a:lnTo>
                  <a:lnTo>
                    <a:pt x="68416" y="728868"/>
                  </a:lnTo>
                  <a:lnTo>
                    <a:pt x="44054" y="687603"/>
                  </a:lnTo>
                  <a:lnTo>
                    <a:pt x="24931" y="645079"/>
                  </a:lnTo>
                  <a:lnTo>
                    <a:pt x="11147" y="601565"/>
                  </a:lnTo>
                  <a:lnTo>
                    <a:pt x="2803" y="557331"/>
                  </a:lnTo>
                  <a:lnTo>
                    <a:pt x="0" y="512648"/>
                  </a:lnTo>
                  <a:lnTo>
                    <a:pt x="2803" y="467809"/>
                  </a:lnTo>
                  <a:lnTo>
                    <a:pt x="11147" y="423472"/>
                  </a:lnTo>
                  <a:lnTo>
                    <a:pt x="24931" y="379895"/>
                  </a:lnTo>
                  <a:lnTo>
                    <a:pt x="44054" y="337338"/>
                  </a:lnTo>
                  <a:lnTo>
                    <a:pt x="68416" y="296061"/>
                  </a:lnTo>
                  <a:lnTo>
                    <a:pt x="97916" y="256324"/>
                  </a:lnTo>
                  <a:lnTo>
                    <a:pt x="127074" y="223699"/>
                  </a:lnTo>
                  <a:lnTo>
                    <a:pt x="159512" y="192849"/>
                  </a:lnTo>
                  <a:lnTo>
                    <a:pt x="195074" y="163876"/>
                  </a:lnTo>
                  <a:lnTo>
                    <a:pt x="233602" y="136880"/>
                  </a:lnTo>
                  <a:lnTo>
                    <a:pt x="274937" y="111961"/>
                  </a:lnTo>
                  <a:lnTo>
                    <a:pt x="318924" y="89220"/>
                  </a:lnTo>
                  <a:lnTo>
                    <a:pt x="365404" y="68757"/>
                  </a:lnTo>
                  <a:lnTo>
                    <a:pt x="413809" y="50781"/>
                  </a:lnTo>
                  <a:lnTo>
                    <a:pt x="463841" y="35448"/>
                  </a:lnTo>
                  <a:lnTo>
                    <a:pt x="515271" y="22805"/>
                  </a:lnTo>
                  <a:lnTo>
                    <a:pt x="567874" y="12894"/>
                  </a:lnTo>
                  <a:lnTo>
                    <a:pt x="621421" y="5760"/>
                  </a:lnTo>
                  <a:lnTo>
                    <a:pt x="675685" y="1447"/>
                  </a:lnTo>
                  <a:lnTo>
                    <a:pt x="730440" y="0"/>
                  </a:lnTo>
                  <a:lnTo>
                    <a:pt x="785330" y="1447"/>
                  </a:lnTo>
                  <a:lnTo>
                    <a:pt x="839691" y="5760"/>
                  </a:lnTo>
                  <a:lnTo>
                    <a:pt x="893302" y="12894"/>
                  </a:lnTo>
                  <a:lnTo>
                    <a:pt x="945943" y="22805"/>
                  </a:lnTo>
                  <a:lnTo>
                    <a:pt x="997394" y="35448"/>
                  </a:lnTo>
                  <a:lnTo>
                    <a:pt x="1047434" y="50781"/>
                  </a:lnTo>
                  <a:lnTo>
                    <a:pt x="1095844" y="68757"/>
                  </a:lnTo>
                  <a:lnTo>
                    <a:pt x="1142324" y="89220"/>
                  </a:lnTo>
                  <a:lnTo>
                    <a:pt x="1186308" y="111961"/>
                  </a:lnTo>
                  <a:lnTo>
                    <a:pt x="1227642" y="136880"/>
                  </a:lnTo>
                  <a:lnTo>
                    <a:pt x="1266166" y="163876"/>
                  </a:lnTo>
                  <a:lnTo>
                    <a:pt x="1301726" y="192849"/>
                  </a:lnTo>
                  <a:lnTo>
                    <a:pt x="1334162" y="223699"/>
                  </a:lnTo>
                  <a:lnTo>
                    <a:pt x="1363319" y="256324"/>
                  </a:lnTo>
                  <a:lnTo>
                    <a:pt x="1392824" y="296059"/>
                  </a:lnTo>
                  <a:lnTo>
                    <a:pt x="1417187" y="337324"/>
                  </a:lnTo>
                  <a:lnTo>
                    <a:pt x="1436309" y="379849"/>
                  </a:lnTo>
                  <a:lnTo>
                    <a:pt x="1450091" y="423362"/>
                  </a:lnTo>
                  <a:lnTo>
                    <a:pt x="1458433" y="467596"/>
                  </a:lnTo>
                  <a:lnTo>
                    <a:pt x="1461236" y="512279"/>
                  </a:lnTo>
                  <a:lnTo>
                    <a:pt x="1461236" y="512648"/>
                  </a:lnTo>
                  <a:close/>
                </a:path>
              </a:pathLst>
            </a:custGeom>
            <a:noFill/>
            <a:ln w="38159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6" name="object 25"/>
            <p:cNvSpPr/>
            <p:nvPr/>
          </p:nvSpPr>
          <p:spPr>
            <a:xfrm>
              <a:off x="4484880" y="203904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67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67" y="60121"/>
                  </a:lnTo>
                  <a:lnTo>
                    <a:pt x="275767" y="0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287" name="object 26"/>
          <p:cNvGrpSpPr/>
          <p:nvPr/>
        </p:nvGrpSpPr>
        <p:grpSpPr>
          <a:xfrm>
            <a:off x="1081440" y="2676600"/>
            <a:ext cx="108360" cy="839520"/>
            <a:chOff x="1081440" y="2676600"/>
            <a:chExt cx="108360" cy="839520"/>
          </a:xfrm>
        </p:grpSpPr>
        <p:sp>
          <p:nvSpPr>
            <p:cNvPr id="288" name="object 27"/>
            <p:cNvSpPr/>
            <p:nvPr/>
          </p:nvSpPr>
          <p:spPr>
            <a:xfrm>
              <a:off x="1135440" y="2676600"/>
              <a:ext cx="7200" cy="7387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738720"/>
                <a:gd name="textAreaBottom" fmla="*/ 739080 h 738720"/>
              </a:gdLst>
              <a:ahLst/>
              <a:rect l="textAreaLeft" t="textAreaTop" r="textAreaRight" b="textAreaBottom"/>
              <a:pathLst>
                <a:path w="7619" h="739139">
                  <a:moveTo>
                    <a:pt x="7200" y="0"/>
                  </a:moveTo>
                  <a:lnTo>
                    <a:pt x="0" y="73872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89" name="object 28"/>
            <p:cNvSpPr/>
            <p:nvPr/>
          </p:nvSpPr>
          <p:spPr>
            <a:xfrm>
              <a:off x="1081440" y="34077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52920" y="108356"/>
                  </a:lnTo>
                  <a:lnTo>
                    <a:pt x="108000" y="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90" name="object 29"/>
          <p:cNvSpPr/>
          <p:nvPr/>
        </p:nvSpPr>
        <p:spPr>
          <a:xfrm>
            <a:off x="702360" y="3814200"/>
            <a:ext cx="839880" cy="52920"/>
          </a:xfrm>
          <a:custGeom>
            <a:avLst/>
            <a:gdLst>
              <a:gd name="textAreaLeft" fmla="*/ 0 w 839880"/>
              <a:gd name="textAreaRight" fmla="*/ 840240 w 839880"/>
              <a:gd name="textAreaTop" fmla="*/ 0 h 52920"/>
              <a:gd name="textAreaBottom" fmla="*/ 53280 h 52920"/>
            </a:gdLst>
            <a:ahLst/>
            <a:rect l="textAreaLeft" t="textAreaTop" r="textAreaRight" b="textAreaBottom"/>
            <a:pathLst>
              <a:path w="840105" h="53339">
                <a:moveTo>
                  <a:pt x="839520" y="0"/>
                </a:moveTo>
                <a:lnTo>
                  <a:pt x="0" y="0"/>
                </a:lnTo>
                <a:lnTo>
                  <a:pt x="0" y="52920"/>
                </a:lnTo>
                <a:lnTo>
                  <a:pt x="419760" y="52920"/>
                </a:lnTo>
                <a:lnTo>
                  <a:pt x="839520" y="52920"/>
                </a:lnTo>
                <a:lnTo>
                  <a:pt x="839520" y="0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1" name="object 30"/>
          <p:cNvSpPr/>
          <p:nvPr/>
        </p:nvSpPr>
        <p:spPr>
          <a:xfrm>
            <a:off x="702360" y="3684960"/>
            <a:ext cx="839880" cy="52920"/>
          </a:xfrm>
          <a:custGeom>
            <a:avLst/>
            <a:gdLst>
              <a:gd name="textAreaLeft" fmla="*/ 0 w 839880"/>
              <a:gd name="textAreaRight" fmla="*/ 840240 w 839880"/>
              <a:gd name="textAreaTop" fmla="*/ 0 h 52920"/>
              <a:gd name="textAreaBottom" fmla="*/ 53280 h 52920"/>
            </a:gdLst>
            <a:ahLst/>
            <a:rect l="textAreaLeft" t="textAreaTop" r="textAreaRight" b="textAreaBottom"/>
            <a:pathLst>
              <a:path w="840105" h="53339">
                <a:moveTo>
                  <a:pt x="839520" y="0"/>
                </a:moveTo>
                <a:lnTo>
                  <a:pt x="0" y="0"/>
                </a:lnTo>
                <a:lnTo>
                  <a:pt x="0" y="52920"/>
                </a:lnTo>
                <a:lnTo>
                  <a:pt x="419760" y="52920"/>
                </a:lnTo>
                <a:lnTo>
                  <a:pt x="839520" y="52920"/>
                </a:lnTo>
                <a:lnTo>
                  <a:pt x="839520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92" name="object 31"/>
          <p:cNvGrpSpPr/>
          <p:nvPr/>
        </p:nvGrpSpPr>
        <p:grpSpPr>
          <a:xfrm>
            <a:off x="2720160" y="2676600"/>
            <a:ext cx="108360" cy="839520"/>
            <a:chOff x="2720160" y="2676600"/>
            <a:chExt cx="108360" cy="839520"/>
          </a:xfrm>
        </p:grpSpPr>
        <p:sp>
          <p:nvSpPr>
            <p:cNvPr id="293" name="object 32"/>
            <p:cNvSpPr/>
            <p:nvPr/>
          </p:nvSpPr>
          <p:spPr>
            <a:xfrm>
              <a:off x="2774160" y="2676600"/>
              <a:ext cx="7200" cy="7387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738720"/>
                <a:gd name="textAreaBottom" fmla="*/ 739080 h 738720"/>
              </a:gdLst>
              <a:ahLst/>
              <a:rect l="textAreaLeft" t="textAreaTop" r="textAreaRight" b="textAreaBottom"/>
              <a:pathLst>
                <a:path w="7619" h="739139">
                  <a:moveTo>
                    <a:pt x="7200" y="0"/>
                  </a:moveTo>
                  <a:lnTo>
                    <a:pt x="0" y="73872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4" name="object 33"/>
            <p:cNvSpPr/>
            <p:nvPr/>
          </p:nvSpPr>
          <p:spPr>
            <a:xfrm>
              <a:off x="2720160" y="34077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52920" y="108356"/>
                  </a:lnTo>
                  <a:lnTo>
                    <a:pt x="108000" y="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95" name="object 34"/>
          <p:cNvSpPr/>
          <p:nvPr/>
        </p:nvSpPr>
        <p:spPr>
          <a:xfrm>
            <a:off x="3963600" y="3628440"/>
            <a:ext cx="839880" cy="52920"/>
          </a:xfrm>
          <a:custGeom>
            <a:avLst/>
            <a:gdLst>
              <a:gd name="textAreaLeft" fmla="*/ 0 w 839880"/>
              <a:gd name="textAreaRight" fmla="*/ 840240 w 839880"/>
              <a:gd name="textAreaTop" fmla="*/ 0 h 52920"/>
              <a:gd name="textAreaBottom" fmla="*/ 53280 h 52920"/>
            </a:gdLst>
            <a:ahLst/>
            <a:rect l="textAreaLeft" t="textAreaTop" r="textAreaRight" b="textAreaBottom"/>
            <a:pathLst>
              <a:path w="840104" h="53339">
                <a:moveTo>
                  <a:pt x="839520" y="0"/>
                </a:moveTo>
                <a:lnTo>
                  <a:pt x="0" y="0"/>
                </a:lnTo>
                <a:lnTo>
                  <a:pt x="0" y="52920"/>
                </a:lnTo>
                <a:lnTo>
                  <a:pt x="419760" y="52920"/>
                </a:lnTo>
                <a:lnTo>
                  <a:pt x="839520" y="52920"/>
                </a:lnTo>
                <a:lnTo>
                  <a:pt x="839520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296" name="object 35"/>
          <p:cNvGrpSpPr/>
          <p:nvPr/>
        </p:nvGrpSpPr>
        <p:grpSpPr>
          <a:xfrm>
            <a:off x="4221720" y="2668680"/>
            <a:ext cx="108360" cy="839520"/>
            <a:chOff x="4221720" y="2668680"/>
            <a:chExt cx="108360" cy="839520"/>
          </a:xfrm>
        </p:grpSpPr>
        <p:sp>
          <p:nvSpPr>
            <p:cNvPr id="297" name="object 36"/>
            <p:cNvSpPr/>
            <p:nvPr/>
          </p:nvSpPr>
          <p:spPr>
            <a:xfrm>
              <a:off x="4275720" y="2668680"/>
              <a:ext cx="7200" cy="7387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738720"/>
                <a:gd name="textAreaBottom" fmla="*/ 739080 h 738720"/>
              </a:gdLst>
              <a:ahLst/>
              <a:rect l="textAreaLeft" t="textAreaTop" r="textAreaRight" b="textAreaBottom"/>
              <a:pathLst>
                <a:path w="7620" h="739139">
                  <a:moveTo>
                    <a:pt x="7200" y="0"/>
                  </a:moveTo>
                  <a:lnTo>
                    <a:pt x="0" y="73872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298" name="object 37"/>
            <p:cNvSpPr/>
            <p:nvPr/>
          </p:nvSpPr>
          <p:spPr>
            <a:xfrm>
              <a:off x="4221720" y="339984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52920" y="108356"/>
                  </a:lnTo>
                  <a:lnTo>
                    <a:pt x="10800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299" name="object 38"/>
          <p:cNvSpPr/>
          <p:nvPr/>
        </p:nvSpPr>
        <p:spPr>
          <a:xfrm>
            <a:off x="2357280" y="3814200"/>
            <a:ext cx="839880" cy="52920"/>
          </a:xfrm>
          <a:custGeom>
            <a:avLst/>
            <a:gdLst>
              <a:gd name="textAreaLeft" fmla="*/ 0 w 839880"/>
              <a:gd name="textAreaRight" fmla="*/ 840240 w 839880"/>
              <a:gd name="textAreaTop" fmla="*/ 0 h 52920"/>
              <a:gd name="textAreaBottom" fmla="*/ 53280 h 52920"/>
            </a:gdLst>
            <a:ahLst/>
            <a:rect l="textAreaLeft" t="textAreaTop" r="textAreaRight" b="textAreaBottom"/>
            <a:pathLst>
              <a:path w="840105" h="53339">
                <a:moveTo>
                  <a:pt x="839520" y="0"/>
                </a:moveTo>
                <a:lnTo>
                  <a:pt x="0" y="0"/>
                </a:lnTo>
                <a:lnTo>
                  <a:pt x="0" y="52920"/>
                </a:lnTo>
                <a:lnTo>
                  <a:pt x="419760" y="52920"/>
                </a:lnTo>
                <a:lnTo>
                  <a:pt x="839520" y="52920"/>
                </a:lnTo>
                <a:lnTo>
                  <a:pt x="839520" y="0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object 39"/>
          <p:cNvSpPr/>
          <p:nvPr/>
        </p:nvSpPr>
        <p:spPr>
          <a:xfrm>
            <a:off x="2357280" y="3668760"/>
            <a:ext cx="839880" cy="52920"/>
          </a:xfrm>
          <a:custGeom>
            <a:avLst/>
            <a:gdLst>
              <a:gd name="textAreaLeft" fmla="*/ 0 w 839880"/>
              <a:gd name="textAreaRight" fmla="*/ 840240 w 839880"/>
              <a:gd name="textAreaTop" fmla="*/ 0 h 52920"/>
              <a:gd name="textAreaBottom" fmla="*/ 53280 h 52920"/>
            </a:gdLst>
            <a:ahLst/>
            <a:rect l="textAreaLeft" t="textAreaTop" r="textAreaRight" b="textAreaBottom"/>
            <a:pathLst>
              <a:path w="840105" h="53339">
                <a:moveTo>
                  <a:pt x="839520" y="0"/>
                </a:moveTo>
                <a:lnTo>
                  <a:pt x="0" y="0"/>
                </a:lnTo>
                <a:lnTo>
                  <a:pt x="0" y="52920"/>
                </a:lnTo>
                <a:lnTo>
                  <a:pt x="419760" y="52920"/>
                </a:lnTo>
                <a:lnTo>
                  <a:pt x="839520" y="52920"/>
                </a:lnTo>
                <a:lnTo>
                  <a:pt x="839520" y="0"/>
                </a:lnTo>
                <a:close/>
              </a:path>
            </a:pathLst>
          </a:custGeom>
          <a:solidFill>
            <a:srgbClr val="e7a10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01" name="object 40"/>
          <p:cNvGrpSpPr/>
          <p:nvPr/>
        </p:nvGrpSpPr>
        <p:grpSpPr>
          <a:xfrm>
            <a:off x="5484960" y="1368720"/>
            <a:ext cx="4297320" cy="1025280"/>
            <a:chOff x="5484960" y="1368720"/>
            <a:chExt cx="4297320" cy="1025280"/>
          </a:xfrm>
        </p:grpSpPr>
        <p:sp>
          <p:nvSpPr>
            <p:cNvPr id="302" name="object 41"/>
            <p:cNvSpPr/>
            <p:nvPr/>
          </p:nvSpPr>
          <p:spPr>
            <a:xfrm>
              <a:off x="5825520" y="188820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67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67" y="60121"/>
                  </a:lnTo>
                  <a:lnTo>
                    <a:pt x="275767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3" name="object 42"/>
            <p:cNvSpPr/>
            <p:nvPr/>
          </p:nvSpPr>
          <p:spPr>
            <a:xfrm>
              <a:off x="5770800" y="177948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6110" y="0"/>
                  </a:moveTo>
                  <a:lnTo>
                    <a:pt x="0" y="0"/>
                  </a:lnTo>
                  <a:lnTo>
                    <a:pt x="0" y="60109"/>
                  </a:lnTo>
                  <a:lnTo>
                    <a:pt x="138239" y="60109"/>
                  </a:lnTo>
                  <a:lnTo>
                    <a:pt x="276110" y="60109"/>
                  </a:lnTo>
                  <a:lnTo>
                    <a:pt x="276110" y="0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4" name="object 43"/>
            <p:cNvSpPr/>
            <p:nvPr/>
          </p:nvSpPr>
          <p:spPr>
            <a:xfrm>
              <a:off x="5788080" y="1593000"/>
              <a:ext cx="371160" cy="461160"/>
            </a:xfrm>
            <a:custGeom>
              <a:avLst/>
              <a:gdLst>
                <a:gd name="textAreaLeft" fmla="*/ 0 w 371160"/>
                <a:gd name="textAreaRight" fmla="*/ 371520 w 371160"/>
                <a:gd name="textAreaTop" fmla="*/ 0 h 461160"/>
                <a:gd name="textAreaBottom" fmla="*/ 461520 h 461160"/>
              </a:gdLst>
              <a:ahLst/>
              <a:rect l="textAreaLeft" t="textAreaTop" r="textAreaRight" b="textAreaBottom"/>
              <a:pathLst>
                <a:path w="371475" h="461644">
                  <a:moveTo>
                    <a:pt x="275767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67" y="60121"/>
                  </a:lnTo>
                  <a:lnTo>
                    <a:pt x="275767" y="0"/>
                  </a:lnTo>
                  <a:close/>
                </a:path>
                <a:path w="371475" h="461644">
                  <a:moveTo>
                    <a:pt x="362889" y="83159"/>
                  </a:moveTo>
                  <a:lnTo>
                    <a:pt x="87122" y="83159"/>
                  </a:lnTo>
                  <a:lnTo>
                    <a:pt x="87122" y="143281"/>
                  </a:lnTo>
                  <a:lnTo>
                    <a:pt x="225005" y="143281"/>
                  </a:lnTo>
                  <a:lnTo>
                    <a:pt x="362889" y="143281"/>
                  </a:lnTo>
                  <a:lnTo>
                    <a:pt x="362889" y="83159"/>
                  </a:lnTo>
                  <a:close/>
                </a:path>
                <a:path w="371475" h="461644">
                  <a:moveTo>
                    <a:pt x="371170" y="401396"/>
                  </a:moveTo>
                  <a:lnTo>
                    <a:pt x="95402" y="401396"/>
                  </a:lnTo>
                  <a:lnTo>
                    <a:pt x="95402" y="461518"/>
                  </a:lnTo>
                  <a:lnTo>
                    <a:pt x="233286" y="461518"/>
                  </a:lnTo>
                  <a:lnTo>
                    <a:pt x="371170" y="461518"/>
                  </a:lnTo>
                  <a:lnTo>
                    <a:pt x="371170" y="401396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5" name="object 44"/>
            <p:cNvSpPr/>
            <p:nvPr/>
          </p:nvSpPr>
          <p:spPr>
            <a:xfrm>
              <a:off x="6103440" y="1593000"/>
              <a:ext cx="379440" cy="355320"/>
            </a:xfrm>
            <a:custGeom>
              <a:avLst/>
              <a:gdLst>
                <a:gd name="textAreaLeft" fmla="*/ 0 w 379440"/>
                <a:gd name="textAreaRight" fmla="*/ 379800 w 379440"/>
                <a:gd name="textAreaTop" fmla="*/ 0 h 355320"/>
                <a:gd name="textAreaBottom" fmla="*/ 355680 h 355320"/>
              </a:gdLst>
              <a:ahLst/>
              <a:rect l="textAreaLeft" t="textAreaTop" r="textAreaRight" b="textAreaBottom"/>
              <a:pathLst>
                <a:path w="379729" h="355600">
                  <a:moveTo>
                    <a:pt x="275755" y="186486"/>
                  </a:moveTo>
                  <a:lnTo>
                    <a:pt x="0" y="186486"/>
                  </a:lnTo>
                  <a:lnTo>
                    <a:pt x="0" y="246595"/>
                  </a:lnTo>
                  <a:lnTo>
                    <a:pt x="137883" y="246595"/>
                  </a:lnTo>
                  <a:lnTo>
                    <a:pt x="275755" y="246595"/>
                  </a:lnTo>
                  <a:lnTo>
                    <a:pt x="275755" y="186486"/>
                  </a:lnTo>
                  <a:close/>
                </a:path>
                <a:path w="379729" h="355600">
                  <a:moveTo>
                    <a:pt x="292315" y="0"/>
                  </a:moveTo>
                  <a:lnTo>
                    <a:pt x="16560" y="0"/>
                  </a:lnTo>
                  <a:lnTo>
                    <a:pt x="16560" y="60121"/>
                  </a:lnTo>
                  <a:lnTo>
                    <a:pt x="154432" y="60121"/>
                  </a:lnTo>
                  <a:lnTo>
                    <a:pt x="292315" y="60121"/>
                  </a:lnTo>
                  <a:lnTo>
                    <a:pt x="292315" y="0"/>
                  </a:lnTo>
                  <a:close/>
                </a:path>
                <a:path w="379729" h="355600">
                  <a:moveTo>
                    <a:pt x="329755" y="295198"/>
                  </a:moveTo>
                  <a:lnTo>
                    <a:pt x="54000" y="295198"/>
                  </a:lnTo>
                  <a:lnTo>
                    <a:pt x="54000" y="355320"/>
                  </a:lnTo>
                  <a:lnTo>
                    <a:pt x="191871" y="355320"/>
                  </a:lnTo>
                  <a:lnTo>
                    <a:pt x="329755" y="355320"/>
                  </a:lnTo>
                  <a:lnTo>
                    <a:pt x="329755" y="295198"/>
                  </a:lnTo>
                  <a:close/>
                </a:path>
                <a:path w="379729" h="355600">
                  <a:moveTo>
                    <a:pt x="379437" y="83159"/>
                  </a:moveTo>
                  <a:lnTo>
                    <a:pt x="103682" y="83159"/>
                  </a:lnTo>
                  <a:lnTo>
                    <a:pt x="103682" y="143281"/>
                  </a:lnTo>
                  <a:lnTo>
                    <a:pt x="241554" y="143281"/>
                  </a:lnTo>
                  <a:lnTo>
                    <a:pt x="379437" y="143281"/>
                  </a:lnTo>
                  <a:lnTo>
                    <a:pt x="379437" y="83159"/>
                  </a:lnTo>
                  <a:close/>
                </a:path>
              </a:pathLst>
            </a:custGeom>
            <a:solidFill>
              <a:srgbClr val="ff6c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6" name="object 45"/>
            <p:cNvSpPr/>
            <p:nvPr/>
          </p:nvSpPr>
          <p:spPr>
            <a:xfrm>
              <a:off x="6427080" y="1593000"/>
              <a:ext cx="380160" cy="24660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246600"/>
                <a:gd name="textAreaBottom" fmla="*/ 246960 h 246600"/>
              </a:gdLst>
              <a:ahLst/>
              <a:rect l="textAreaLeft" t="textAreaTop" r="textAreaRight" b="textAreaBottom"/>
              <a:pathLst>
                <a:path w="380365" h="247014">
                  <a:moveTo>
                    <a:pt x="275767" y="186486"/>
                  </a:moveTo>
                  <a:lnTo>
                    <a:pt x="0" y="186486"/>
                  </a:lnTo>
                  <a:lnTo>
                    <a:pt x="0" y="246595"/>
                  </a:lnTo>
                  <a:lnTo>
                    <a:pt x="137883" y="246595"/>
                  </a:lnTo>
                  <a:lnTo>
                    <a:pt x="275767" y="246595"/>
                  </a:lnTo>
                  <a:lnTo>
                    <a:pt x="275767" y="186486"/>
                  </a:lnTo>
                  <a:close/>
                </a:path>
                <a:path w="380365" h="247014">
                  <a:moveTo>
                    <a:pt x="292328" y="0"/>
                  </a:moveTo>
                  <a:lnTo>
                    <a:pt x="16205" y="0"/>
                  </a:lnTo>
                  <a:lnTo>
                    <a:pt x="16205" y="60121"/>
                  </a:lnTo>
                  <a:lnTo>
                    <a:pt x="154444" y="60121"/>
                  </a:lnTo>
                  <a:lnTo>
                    <a:pt x="292328" y="60121"/>
                  </a:lnTo>
                  <a:lnTo>
                    <a:pt x="292328" y="0"/>
                  </a:lnTo>
                  <a:close/>
                </a:path>
                <a:path w="380365" h="247014">
                  <a:moveTo>
                    <a:pt x="379806" y="83159"/>
                  </a:moveTo>
                  <a:lnTo>
                    <a:pt x="104025" y="83159"/>
                  </a:lnTo>
                  <a:lnTo>
                    <a:pt x="104025" y="143281"/>
                  </a:lnTo>
                  <a:lnTo>
                    <a:pt x="241922" y="143281"/>
                  </a:lnTo>
                  <a:lnTo>
                    <a:pt x="379806" y="143281"/>
                  </a:lnTo>
                  <a:lnTo>
                    <a:pt x="379806" y="83159"/>
                  </a:lnTo>
                  <a:close/>
                </a:path>
              </a:pathLst>
            </a:custGeom>
            <a:solidFill>
              <a:srgbClr val="3eae4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07" name="object 46"/>
            <p:cNvSpPr/>
            <p:nvPr/>
          </p:nvSpPr>
          <p:spPr>
            <a:xfrm>
              <a:off x="6058080" y="216000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67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67" y="60121"/>
                  </a:lnTo>
                  <a:lnTo>
                    <a:pt x="275767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8" name="object 47"/>
            <p:cNvSpPr/>
            <p:nvPr/>
          </p:nvSpPr>
          <p:spPr>
            <a:xfrm>
              <a:off x="5484960" y="1368720"/>
              <a:ext cx="4297320" cy="1025280"/>
            </a:xfrm>
            <a:custGeom>
              <a:avLst/>
              <a:gdLst>
                <a:gd name="textAreaLeft" fmla="*/ 0 w 4297320"/>
                <a:gd name="textAreaRight" fmla="*/ 4297680 w 4297320"/>
                <a:gd name="textAreaTop" fmla="*/ 0 h 1025280"/>
                <a:gd name="textAreaBottom" fmla="*/ 1025640 h 1025280"/>
              </a:gdLst>
              <a:ahLst/>
              <a:rect l="textAreaLeft" t="textAreaTop" r="textAreaRight" b="textAreaBottom"/>
              <a:pathLst>
                <a:path w="4297680" h="1025525">
                  <a:moveTo>
                    <a:pt x="4297680" y="512648"/>
                  </a:moveTo>
                  <a:lnTo>
                    <a:pt x="4279206" y="579521"/>
                  </a:lnTo>
                  <a:lnTo>
                    <a:pt x="4256292" y="612521"/>
                  </a:lnTo>
                  <a:lnTo>
                    <a:pt x="4224416" y="645079"/>
                  </a:lnTo>
                  <a:lnTo>
                    <a:pt x="4183698" y="677079"/>
                  </a:lnTo>
                  <a:lnTo>
                    <a:pt x="4134256" y="708410"/>
                  </a:lnTo>
                  <a:lnTo>
                    <a:pt x="4076206" y="738956"/>
                  </a:lnTo>
                  <a:lnTo>
                    <a:pt x="4009669" y="768603"/>
                  </a:lnTo>
                  <a:lnTo>
                    <a:pt x="3973341" y="783089"/>
                  </a:lnTo>
                  <a:lnTo>
                    <a:pt x="3935119" y="797245"/>
                  </a:lnTo>
                  <a:lnTo>
                    <a:pt x="3895045" y="811064"/>
                  </a:lnTo>
                  <a:lnTo>
                    <a:pt x="3853157" y="824537"/>
                  </a:lnTo>
                  <a:lnTo>
                    <a:pt x="3809495" y="837656"/>
                  </a:lnTo>
                  <a:lnTo>
                    <a:pt x="3764098" y="850411"/>
                  </a:lnTo>
                  <a:lnTo>
                    <a:pt x="3717007" y="862796"/>
                  </a:lnTo>
                  <a:lnTo>
                    <a:pt x="3668260" y="874801"/>
                  </a:lnTo>
                  <a:lnTo>
                    <a:pt x="3617897" y="886418"/>
                  </a:lnTo>
                  <a:lnTo>
                    <a:pt x="3565958" y="897638"/>
                  </a:lnTo>
                  <a:lnTo>
                    <a:pt x="3512482" y="908453"/>
                  </a:lnTo>
                  <a:lnTo>
                    <a:pt x="3457509" y="918854"/>
                  </a:lnTo>
                  <a:lnTo>
                    <a:pt x="3401078" y="928834"/>
                  </a:lnTo>
                  <a:lnTo>
                    <a:pt x="3343230" y="938383"/>
                  </a:lnTo>
                  <a:lnTo>
                    <a:pt x="3284003" y="947494"/>
                  </a:lnTo>
                  <a:lnTo>
                    <a:pt x="3223437" y="956157"/>
                  </a:lnTo>
                  <a:lnTo>
                    <a:pt x="3176447" y="962442"/>
                  </a:lnTo>
                  <a:lnTo>
                    <a:pt x="3128888" y="968436"/>
                  </a:lnTo>
                  <a:lnTo>
                    <a:pt x="3080784" y="974138"/>
                  </a:lnTo>
                  <a:lnTo>
                    <a:pt x="3032159" y="979546"/>
                  </a:lnTo>
                  <a:lnTo>
                    <a:pt x="2983037" y="984659"/>
                  </a:lnTo>
                  <a:lnTo>
                    <a:pt x="2933441" y="989474"/>
                  </a:lnTo>
                  <a:lnTo>
                    <a:pt x="2883395" y="993990"/>
                  </a:lnTo>
                  <a:lnTo>
                    <a:pt x="2832923" y="998206"/>
                  </a:lnTo>
                  <a:lnTo>
                    <a:pt x="2782049" y="1002120"/>
                  </a:lnTo>
                  <a:lnTo>
                    <a:pt x="2730797" y="1005730"/>
                  </a:lnTo>
                  <a:lnTo>
                    <a:pt x="2679190" y="1009035"/>
                  </a:lnTo>
                  <a:lnTo>
                    <a:pt x="2627251" y="1012032"/>
                  </a:lnTo>
                  <a:lnTo>
                    <a:pt x="2575006" y="1014721"/>
                  </a:lnTo>
                  <a:lnTo>
                    <a:pt x="2522477" y="1017100"/>
                  </a:lnTo>
                  <a:lnTo>
                    <a:pt x="2469689" y="1019167"/>
                  </a:lnTo>
                  <a:lnTo>
                    <a:pt x="2416665" y="1020920"/>
                  </a:lnTo>
                  <a:lnTo>
                    <a:pt x="2363429" y="1022359"/>
                  </a:lnTo>
                  <a:lnTo>
                    <a:pt x="2310004" y="1023480"/>
                  </a:lnTo>
                  <a:lnTo>
                    <a:pt x="2256415" y="1024283"/>
                  </a:lnTo>
                  <a:lnTo>
                    <a:pt x="2202686" y="1024766"/>
                  </a:lnTo>
                  <a:lnTo>
                    <a:pt x="2148840" y="1024928"/>
                  </a:lnTo>
                  <a:lnTo>
                    <a:pt x="2094993" y="1024766"/>
                  </a:lnTo>
                  <a:lnTo>
                    <a:pt x="2041263" y="1024283"/>
                  </a:lnTo>
                  <a:lnTo>
                    <a:pt x="1987675" y="1023480"/>
                  </a:lnTo>
                  <a:lnTo>
                    <a:pt x="1934252" y="1022359"/>
                  </a:lnTo>
                  <a:lnTo>
                    <a:pt x="1881017" y="1020920"/>
                  </a:lnTo>
                  <a:lnTo>
                    <a:pt x="1827996" y="1019167"/>
                  </a:lnTo>
                  <a:lnTo>
                    <a:pt x="1775212" y="1017100"/>
                  </a:lnTo>
                  <a:lnTo>
                    <a:pt x="1722689" y="1014721"/>
                  </a:lnTo>
                  <a:lnTo>
                    <a:pt x="1670452" y="1012032"/>
                  </a:lnTo>
                  <a:lnTo>
                    <a:pt x="1618523" y="1009035"/>
                  </a:lnTo>
                  <a:lnTo>
                    <a:pt x="1566928" y="1005730"/>
                  </a:lnTo>
                  <a:lnTo>
                    <a:pt x="1515691" y="1002120"/>
                  </a:lnTo>
                  <a:lnTo>
                    <a:pt x="1464834" y="998206"/>
                  </a:lnTo>
                  <a:lnTo>
                    <a:pt x="1414383" y="993990"/>
                  </a:lnTo>
                  <a:lnTo>
                    <a:pt x="1364362" y="989474"/>
                  </a:lnTo>
                  <a:lnTo>
                    <a:pt x="1314794" y="984659"/>
                  </a:lnTo>
                  <a:lnTo>
                    <a:pt x="1265703" y="979546"/>
                  </a:lnTo>
                  <a:lnTo>
                    <a:pt x="1217115" y="974138"/>
                  </a:lnTo>
                  <a:lnTo>
                    <a:pt x="1169051" y="968436"/>
                  </a:lnTo>
                  <a:lnTo>
                    <a:pt x="1121537" y="962442"/>
                  </a:lnTo>
                  <a:lnTo>
                    <a:pt x="1074597" y="956157"/>
                  </a:lnTo>
                  <a:lnTo>
                    <a:pt x="1013967" y="947494"/>
                  </a:lnTo>
                  <a:lnTo>
                    <a:pt x="954683" y="938383"/>
                  </a:lnTo>
                  <a:lnTo>
                    <a:pt x="896786" y="928834"/>
                  </a:lnTo>
                  <a:lnTo>
                    <a:pt x="840313" y="918854"/>
                  </a:lnTo>
                  <a:lnTo>
                    <a:pt x="785304" y="908453"/>
                  </a:lnTo>
                  <a:lnTo>
                    <a:pt x="731799" y="897638"/>
                  </a:lnTo>
                  <a:lnTo>
                    <a:pt x="679835" y="886418"/>
                  </a:lnTo>
                  <a:lnTo>
                    <a:pt x="629453" y="874801"/>
                  </a:lnTo>
                  <a:lnTo>
                    <a:pt x="580691" y="862796"/>
                  </a:lnTo>
                  <a:lnTo>
                    <a:pt x="533587" y="850411"/>
                  </a:lnTo>
                  <a:lnTo>
                    <a:pt x="488183" y="837656"/>
                  </a:lnTo>
                  <a:lnTo>
                    <a:pt x="444515" y="824537"/>
                  </a:lnTo>
                  <a:lnTo>
                    <a:pt x="402624" y="811064"/>
                  </a:lnTo>
                  <a:lnTo>
                    <a:pt x="362548" y="797245"/>
                  </a:lnTo>
                  <a:lnTo>
                    <a:pt x="324326" y="783089"/>
                  </a:lnTo>
                  <a:lnTo>
                    <a:pt x="287997" y="768603"/>
                  </a:lnTo>
                  <a:lnTo>
                    <a:pt x="221461" y="738956"/>
                  </a:lnTo>
                  <a:lnTo>
                    <a:pt x="163413" y="708410"/>
                  </a:lnTo>
                  <a:lnTo>
                    <a:pt x="113972" y="677079"/>
                  </a:lnTo>
                  <a:lnTo>
                    <a:pt x="73256" y="645079"/>
                  </a:lnTo>
                  <a:lnTo>
                    <a:pt x="41383" y="612521"/>
                  </a:lnTo>
                  <a:lnTo>
                    <a:pt x="18471" y="579521"/>
                  </a:lnTo>
                  <a:lnTo>
                    <a:pt x="0" y="512648"/>
                  </a:lnTo>
                  <a:lnTo>
                    <a:pt x="4637" y="478982"/>
                  </a:lnTo>
                  <a:lnTo>
                    <a:pt x="41383" y="412496"/>
                  </a:lnTo>
                  <a:lnTo>
                    <a:pt x="73256" y="379895"/>
                  </a:lnTo>
                  <a:lnTo>
                    <a:pt x="113972" y="347867"/>
                  </a:lnTo>
                  <a:lnTo>
                    <a:pt x="163413" y="316523"/>
                  </a:lnTo>
                  <a:lnTo>
                    <a:pt x="221461" y="285972"/>
                  </a:lnTo>
                  <a:lnTo>
                    <a:pt x="287997" y="256324"/>
                  </a:lnTo>
                  <a:lnTo>
                    <a:pt x="324326" y="241838"/>
                  </a:lnTo>
                  <a:lnTo>
                    <a:pt x="362547" y="227682"/>
                  </a:lnTo>
                  <a:lnTo>
                    <a:pt x="402621" y="213863"/>
                  </a:lnTo>
                  <a:lnTo>
                    <a:pt x="444509" y="200390"/>
                  </a:lnTo>
                  <a:lnTo>
                    <a:pt x="488171" y="187271"/>
                  </a:lnTo>
                  <a:lnTo>
                    <a:pt x="533568" y="174515"/>
                  </a:lnTo>
                  <a:lnTo>
                    <a:pt x="580660" y="162130"/>
                  </a:lnTo>
                  <a:lnTo>
                    <a:pt x="629407" y="150125"/>
                  </a:lnTo>
                  <a:lnTo>
                    <a:pt x="679770" y="138507"/>
                  </a:lnTo>
                  <a:lnTo>
                    <a:pt x="731709" y="127286"/>
                  </a:lnTo>
                  <a:lnTo>
                    <a:pt x="785185" y="116470"/>
                  </a:lnTo>
                  <a:lnTo>
                    <a:pt x="840157" y="106067"/>
                  </a:lnTo>
                  <a:lnTo>
                    <a:pt x="896588" y="96086"/>
                  </a:lnTo>
                  <a:lnTo>
                    <a:pt x="954436" y="86535"/>
                  </a:lnTo>
                  <a:lnTo>
                    <a:pt x="1013663" y="77423"/>
                  </a:lnTo>
                  <a:lnTo>
                    <a:pt x="1074229" y="68757"/>
                  </a:lnTo>
                  <a:lnTo>
                    <a:pt x="1121219" y="62474"/>
                  </a:lnTo>
                  <a:lnTo>
                    <a:pt x="1168778" y="56481"/>
                  </a:lnTo>
                  <a:lnTo>
                    <a:pt x="1216883" y="50781"/>
                  </a:lnTo>
                  <a:lnTo>
                    <a:pt x="1265508" y="45374"/>
                  </a:lnTo>
                  <a:lnTo>
                    <a:pt x="1314631" y="40263"/>
                  </a:lnTo>
                  <a:lnTo>
                    <a:pt x="1364228" y="35448"/>
                  </a:lnTo>
                  <a:lnTo>
                    <a:pt x="1414274" y="30933"/>
                  </a:lnTo>
                  <a:lnTo>
                    <a:pt x="1464747" y="26718"/>
                  </a:lnTo>
                  <a:lnTo>
                    <a:pt x="1515622" y="22805"/>
                  </a:lnTo>
                  <a:lnTo>
                    <a:pt x="1566875" y="19195"/>
                  </a:lnTo>
                  <a:lnTo>
                    <a:pt x="1618484" y="15891"/>
                  </a:lnTo>
                  <a:lnTo>
                    <a:pt x="1670423" y="12894"/>
                  </a:lnTo>
                  <a:lnTo>
                    <a:pt x="1722669" y="10205"/>
                  </a:lnTo>
                  <a:lnTo>
                    <a:pt x="1775198" y="7826"/>
                  </a:lnTo>
                  <a:lnTo>
                    <a:pt x="1827988" y="5760"/>
                  </a:lnTo>
                  <a:lnTo>
                    <a:pt x="1881012" y="4006"/>
                  </a:lnTo>
                  <a:lnTo>
                    <a:pt x="1934249" y="2568"/>
                  </a:lnTo>
                  <a:lnTo>
                    <a:pt x="1987674" y="1447"/>
                  </a:lnTo>
                  <a:lnTo>
                    <a:pt x="2041263" y="644"/>
                  </a:lnTo>
                  <a:lnTo>
                    <a:pt x="2094993" y="161"/>
                  </a:lnTo>
                  <a:lnTo>
                    <a:pt x="2148840" y="0"/>
                  </a:lnTo>
                  <a:lnTo>
                    <a:pt x="2202686" y="161"/>
                  </a:lnTo>
                  <a:lnTo>
                    <a:pt x="2256415" y="644"/>
                  </a:lnTo>
                  <a:lnTo>
                    <a:pt x="2310003" y="1447"/>
                  </a:lnTo>
                  <a:lnTo>
                    <a:pt x="2363426" y="2568"/>
                  </a:lnTo>
                  <a:lnTo>
                    <a:pt x="2416660" y="4006"/>
                  </a:lnTo>
                  <a:lnTo>
                    <a:pt x="2469680" y="5760"/>
                  </a:lnTo>
                  <a:lnTo>
                    <a:pt x="2522464" y="7826"/>
                  </a:lnTo>
                  <a:lnTo>
                    <a:pt x="2574986" y="10205"/>
                  </a:lnTo>
                  <a:lnTo>
                    <a:pt x="2627222" y="12894"/>
                  </a:lnTo>
                  <a:lnTo>
                    <a:pt x="2679150" y="15891"/>
                  </a:lnTo>
                  <a:lnTo>
                    <a:pt x="2730744" y="19195"/>
                  </a:lnTo>
                  <a:lnTo>
                    <a:pt x="2781981" y="22805"/>
                  </a:lnTo>
                  <a:lnTo>
                    <a:pt x="2832836" y="26718"/>
                  </a:lnTo>
                  <a:lnTo>
                    <a:pt x="2883286" y="30933"/>
                  </a:lnTo>
                  <a:lnTo>
                    <a:pt x="2933307" y="35448"/>
                  </a:lnTo>
                  <a:lnTo>
                    <a:pt x="2982874" y="40263"/>
                  </a:lnTo>
                  <a:lnTo>
                    <a:pt x="3031964" y="45374"/>
                  </a:lnTo>
                  <a:lnTo>
                    <a:pt x="3080552" y="50781"/>
                  </a:lnTo>
                  <a:lnTo>
                    <a:pt x="3128615" y="56481"/>
                  </a:lnTo>
                  <a:lnTo>
                    <a:pt x="3176129" y="62474"/>
                  </a:lnTo>
                  <a:lnTo>
                    <a:pt x="3223069" y="68757"/>
                  </a:lnTo>
                  <a:lnTo>
                    <a:pt x="3283700" y="77423"/>
                  </a:lnTo>
                  <a:lnTo>
                    <a:pt x="3342983" y="86535"/>
                  </a:lnTo>
                  <a:lnTo>
                    <a:pt x="3400881" y="96086"/>
                  </a:lnTo>
                  <a:lnTo>
                    <a:pt x="3457353" y="106067"/>
                  </a:lnTo>
                  <a:lnTo>
                    <a:pt x="3512362" y="116470"/>
                  </a:lnTo>
                  <a:lnTo>
                    <a:pt x="3565868" y="127286"/>
                  </a:lnTo>
                  <a:lnTo>
                    <a:pt x="3617831" y="138507"/>
                  </a:lnTo>
                  <a:lnTo>
                    <a:pt x="3668214" y="150125"/>
                  </a:lnTo>
                  <a:lnTo>
                    <a:pt x="3716976" y="162130"/>
                  </a:lnTo>
                  <a:lnTo>
                    <a:pt x="3764079" y="174515"/>
                  </a:lnTo>
                  <a:lnTo>
                    <a:pt x="3809484" y="187271"/>
                  </a:lnTo>
                  <a:lnTo>
                    <a:pt x="3853151" y="200390"/>
                  </a:lnTo>
                  <a:lnTo>
                    <a:pt x="3895043" y="213863"/>
                  </a:lnTo>
                  <a:lnTo>
                    <a:pt x="3935119" y="227682"/>
                  </a:lnTo>
                  <a:lnTo>
                    <a:pt x="3973341" y="241838"/>
                  </a:lnTo>
                  <a:lnTo>
                    <a:pt x="4009669" y="256324"/>
                  </a:lnTo>
                  <a:lnTo>
                    <a:pt x="4076206" y="285971"/>
                  </a:lnTo>
                  <a:lnTo>
                    <a:pt x="4134256" y="316517"/>
                  </a:lnTo>
                  <a:lnTo>
                    <a:pt x="4183698" y="347848"/>
                  </a:lnTo>
                  <a:lnTo>
                    <a:pt x="4224416" y="379849"/>
                  </a:lnTo>
                  <a:lnTo>
                    <a:pt x="4256292" y="412406"/>
                  </a:lnTo>
                  <a:lnTo>
                    <a:pt x="4279206" y="445406"/>
                  </a:lnTo>
                  <a:lnTo>
                    <a:pt x="4297680" y="512279"/>
                  </a:lnTo>
                  <a:lnTo>
                    <a:pt x="4297680" y="512648"/>
                  </a:lnTo>
                  <a:close/>
                </a:path>
              </a:pathLst>
            </a:custGeom>
            <a:noFill/>
            <a:ln w="38159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09" name="object 48"/>
            <p:cNvSpPr/>
            <p:nvPr/>
          </p:nvSpPr>
          <p:spPr>
            <a:xfrm>
              <a:off x="7144200" y="1593000"/>
              <a:ext cx="388440" cy="46116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461160"/>
                <a:gd name="textAreaBottom" fmla="*/ 461520 h 461160"/>
              </a:gdLst>
              <a:ahLst/>
              <a:rect l="textAreaLeft" t="textAreaTop" r="textAreaRight" b="textAreaBottom"/>
              <a:pathLst>
                <a:path w="388620" h="461644">
                  <a:moveTo>
                    <a:pt x="276123" y="186486"/>
                  </a:moveTo>
                  <a:lnTo>
                    <a:pt x="0" y="186486"/>
                  </a:lnTo>
                  <a:lnTo>
                    <a:pt x="0" y="246595"/>
                  </a:lnTo>
                  <a:lnTo>
                    <a:pt x="138239" y="246595"/>
                  </a:lnTo>
                  <a:lnTo>
                    <a:pt x="276123" y="246595"/>
                  </a:lnTo>
                  <a:lnTo>
                    <a:pt x="276123" y="186486"/>
                  </a:lnTo>
                  <a:close/>
                </a:path>
                <a:path w="388620" h="461644">
                  <a:moveTo>
                    <a:pt x="293039" y="0"/>
                  </a:moveTo>
                  <a:lnTo>
                    <a:pt x="17284" y="0"/>
                  </a:lnTo>
                  <a:lnTo>
                    <a:pt x="17284" y="60121"/>
                  </a:lnTo>
                  <a:lnTo>
                    <a:pt x="155168" y="60121"/>
                  </a:lnTo>
                  <a:lnTo>
                    <a:pt x="293039" y="60121"/>
                  </a:lnTo>
                  <a:lnTo>
                    <a:pt x="293039" y="0"/>
                  </a:lnTo>
                  <a:close/>
                </a:path>
                <a:path w="388620" h="461644">
                  <a:moveTo>
                    <a:pt x="330479" y="295198"/>
                  </a:moveTo>
                  <a:lnTo>
                    <a:pt x="54724" y="295198"/>
                  </a:lnTo>
                  <a:lnTo>
                    <a:pt x="54724" y="355320"/>
                  </a:lnTo>
                  <a:lnTo>
                    <a:pt x="192608" y="355320"/>
                  </a:lnTo>
                  <a:lnTo>
                    <a:pt x="330479" y="355320"/>
                  </a:lnTo>
                  <a:lnTo>
                    <a:pt x="330479" y="295198"/>
                  </a:lnTo>
                  <a:close/>
                </a:path>
                <a:path w="388620" h="461644">
                  <a:moveTo>
                    <a:pt x="380161" y="83159"/>
                  </a:moveTo>
                  <a:lnTo>
                    <a:pt x="104406" y="83159"/>
                  </a:lnTo>
                  <a:lnTo>
                    <a:pt x="104406" y="143281"/>
                  </a:lnTo>
                  <a:lnTo>
                    <a:pt x="242290" y="143281"/>
                  </a:lnTo>
                  <a:lnTo>
                    <a:pt x="380161" y="143281"/>
                  </a:lnTo>
                  <a:lnTo>
                    <a:pt x="380161" y="83159"/>
                  </a:lnTo>
                  <a:close/>
                </a:path>
                <a:path w="388620" h="461644">
                  <a:moveTo>
                    <a:pt x="388442" y="401396"/>
                  </a:moveTo>
                  <a:lnTo>
                    <a:pt x="112687" y="401396"/>
                  </a:lnTo>
                  <a:lnTo>
                    <a:pt x="112687" y="461518"/>
                  </a:lnTo>
                  <a:lnTo>
                    <a:pt x="250571" y="461518"/>
                  </a:lnTo>
                  <a:lnTo>
                    <a:pt x="388442" y="461518"/>
                  </a:lnTo>
                  <a:lnTo>
                    <a:pt x="388442" y="401396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0" name="object 49"/>
            <p:cNvSpPr/>
            <p:nvPr/>
          </p:nvSpPr>
          <p:spPr>
            <a:xfrm>
              <a:off x="7476840" y="1593000"/>
              <a:ext cx="379440" cy="355320"/>
            </a:xfrm>
            <a:custGeom>
              <a:avLst/>
              <a:gdLst>
                <a:gd name="textAreaLeft" fmla="*/ 0 w 379440"/>
                <a:gd name="textAreaRight" fmla="*/ 379800 w 379440"/>
                <a:gd name="textAreaTop" fmla="*/ 0 h 355320"/>
                <a:gd name="textAreaBottom" fmla="*/ 355680 h 355320"/>
              </a:gdLst>
              <a:ahLst/>
              <a:rect l="textAreaLeft" t="textAreaTop" r="textAreaRight" b="textAreaBottom"/>
              <a:pathLst>
                <a:path w="379729" h="355600">
                  <a:moveTo>
                    <a:pt x="275755" y="186486"/>
                  </a:moveTo>
                  <a:lnTo>
                    <a:pt x="0" y="186486"/>
                  </a:lnTo>
                  <a:lnTo>
                    <a:pt x="0" y="246595"/>
                  </a:lnTo>
                  <a:lnTo>
                    <a:pt x="137871" y="246595"/>
                  </a:lnTo>
                  <a:lnTo>
                    <a:pt x="275755" y="246595"/>
                  </a:lnTo>
                  <a:lnTo>
                    <a:pt x="275755" y="186486"/>
                  </a:lnTo>
                  <a:close/>
                </a:path>
                <a:path w="379729" h="355600">
                  <a:moveTo>
                    <a:pt x="292315" y="0"/>
                  </a:moveTo>
                  <a:lnTo>
                    <a:pt x="16548" y="0"/>
                  </a:lnTo>
                  <a:lnTo>
                    <a:pt x="16548" y="60121"/>
                  </a:lnTo>
                  <a:lnTo>
                    <a:pt x="154432" y="60121"/>
                  </a:lnTo>
                  <a:lnTo>
                    <a:pt x="292315" y="60121"/>
                  </a:lnTo>
                  <a:lnTo>
                    <a:pt x="292315" y="0"/>
                  </a:lnTo>
                  <a:close/>
                </a:path>
                <a:path w="379729" h="355600">
                  <a:moveTo>
                    <a:pt x="329755" y="295198"/>
                  </a:moveTo>
                  <a:lnTo>
                    <a:pt x="54000" y="295198"/>
                  </a:lnTo>
                  <a:lnTo>
                    <a:pt x="54000" y="355320"/>
                  </a:lnTo>
                  <a:lnTo>
                    <a:pt x="191871" y="355320"/>
                  </a:lnTo>
                  <a:lnTo>
                    <a:pt x="329755" y="355320"/>
                  </a:lnTo>
                  <a:lnTo>
                    <a:pt x="329755" y="295198"/>
                  </a:lnTo>
                  <a:close/>
                </a:path>
                <a:path w="379729" h="355600">
                  <a:moveTo>
                    <a:pt x="379437" y="83159"/>
                  </a:moveTo>
                  <a:lnTo>
                    <a:pt x="103670" y="83159"/>
                  </a:lnTo>
                  <a:lnTo>
                    <a:pt x="103670" y="143281"/>
                  </a:lnTo>
                  <a:lnTo>
                    <a:pt x="241554" y="143281"/>
                  </a:lnTo>
                  <a:lnTo>
                    <a:pt x="379437" y="143281"/>
                  </a:lnTo>
                  <a:lnTo>
                    <a:pt x="379437" y="83159"/>
                  </a:lnTo>
                  <a:close/>
                </a:path>
              </a:pathLst>
            </a:custGeom>
            <a:solidFill>
              <a:srgbClr val="ff6c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1" name="object 50"/>
            <p:cNvSpPr/>
            <p:nvPr/>
          </p:nvSpPr>
          <p:spPr>
            <a:xfrm>
              <a:off x="7800480" y="1593000"/>
              <a:ext cx="380160" cy="24660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246600"/>
                <a:gd name="textAreaBottom" fmla="*/ 246960 h 246600"/>
              </a:gdLst>
              <a:ahLst/>
              <a:rect l="textAreaLeft" t="textAreaTop" r="textAreaRight" b="textAreaBottom"/>
              <a:pathLst>
                <a:path w="380365" h="247014">
                  <a:moveTo>
                    <a:pt x="275755" y="186486"/>
                  </a:moveTo>
                  <a:lnTo>
                    <a:pt x="0" y="186486"/>
                  </a:lnTo>
                  <a:lnTo>
                    <a:pt x="0" y="246595"/>
                  </a:lnTo>
                  <a:lnTo>
                    <a:pt x="137883" y="246595"/>
                  </a:lnTo>
                  <a:lnTo>
                    <a:pt x="275755" y="246595"/>
                  </a:lnTo>
                  <a:lnTo>
                    <a:pt x="275755" y="186486"/>
                  </a:lnTo>
                  <a:close/>
                </a:path>
                <a:path w="380365" h="247014">
                  <a:moveTo>
                    <a:pt x="292315" y="0"/>
                  </a:moveTo>
                  <a:lnTo>
                    <a:pt x="16205" y="0"/>
                  </a:lnTo>
                  <a:lnTo>
                    <a:pt x="16205" y="60121"/>
                  </a:lnTo>
                  <a:lnTo>
                    <a:pt x="154444" y="60121"/>
                  </a:lnTo>
                  <a:lnTo>
                    <a:pt x="292315" y="60121"/>
                  </a:lnTo>
                  <a:lnTo>
                    <a:pt x="292315" y="0"/>
                  </a:lnTo>
                  <a:close/>
                </a:path>
                <a:path w="380365" h="247014">
                  <a:moveTo>
                    <a:pt x="379806" y="83159"/>
                  </a:moveTo>
                  <a:lnTo>
                    <a:pt x="104038" y="83159"/>
                  </a:lnTo>
                  <a:lnTo>
                    <a:pt x="104038" y="143281"/>
                  </a:lnTo>
                  <a:lnTo>
                    <a:pt x="241922" y="143281"/>
                  </a:lnTo>
                  <a:lnTo>
                    <a:pt x="379806" y="143281"/>
                  </a:lnTo>
                  <a:lnTo>
                    <a:pt x="379806" y="83159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2" name="object 51"/>
            <p:cNvSpPr/>
            <p:nvPr/>
          </p:nvSpPr>
          <p:spPr>
            <a:xfrm>
              <a:off x="7431480" y="216000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55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55" y="60121"/>
                  </a:lnTo>
                  <a:lnTo>
                    <a:pt x="275755" y="0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3" name="object 52"/>
            <p:cNvSpPr/>
            <p:nvPr/>
          </p:nvSpPr>
          <p:spPr>
            <a:xfrm>
              <a:off x="8362800" y="1576800"/>
              <a:ext cx="388440" cy="461160"/>
            </a:xfrm>
            <a:custGeom>
              <a:avLst/>
              <a:gdLst>
                <a:gd name="textAreaLeft" fmla="*/ 0 w 388440"/>
                <a:gd name="textAreaRight" fmla="*/ 388800 w 388440"/>
                <a:gd name="textAreaTop" fmla="*/ 0 h 461160"/>
                <a:gd name="textAreaBottom" fmla="*/ 461520 h 461160"/>
              </a:gdLst>
              <a:ahLst/>
              <a:rect l="textAreaLeft" t="textAreaTop" r="textAreaRight" b="textAreaBottom"/>
              <a:pathLst>
                <a:path w="388620" h="461644">
                  <a:moveTo>
                    <a:pt x="276123" y="186486"/>
                  </a:moveTo>
                  <a:lnTo>
                    <a:pt x="0" y="186486"/>
                  </a:lnTo>
                  <a:lnTo>
                    <a:pt x="0" y="246608"/>
                  </a:lnTo>
                  <a:lnTo>
                    <a:pt x="138239" y="246608"/>
                  </a:lnTo>
                  <a:lnTo>
                    <a:pt x="276123" y="246608"/>
                  </a:lnTo>
                  <a:lnTo>
                    <a:pt x="276123" y="186486"/>
                  </a:lnTo>
                  <a:close/>
                </a:path>
                <a:path w="388620" h="461644">
                  <a:moveTo>
                    <a:pt x="293039" y="0"/>
                  </a:moveTo>
                  <a:lnTo>
                    <a:pt x="17284" y="0"/>
                  </a:lnTo>
                  <a:lnTo>
                    <a:pt x="17284" y="60121"/>
                  </a:lnTo>
                  <a:lnTo>
                    <a:pt x="155168" y="60121"/>
                  </a:lnTo>
                  <a:lnTo>
                    <a:pt x="293039" y="60121"/>
                  </a:lnTo>
                  <a:lnTo>
                    <a:pt x="293039" y="0"/>
                  </a:lnTo>
                  <a:close/>
                </a:path>
                <a:path w="388620" h="461644">
                  <a:moveTo>
                    <a:pt x="330479" y="295211"/>
                  </a:moveTo>
                  <a:lnTo>
                    <a:pt x="54724" y="295211"/>
                  </a:lnTo>
                  <a:lnTo>
                    <a:pt x="54724" y="355320"/>
                  </a:lnTo>
                  <a:lnTo>
                    <a:pt x="192608" y="355320"/>
                  </a:lnTo>
                  <a:lnTo>
                    <a:pt x="330479" y="355320"/>
                  </a:lnTo>
                  <a:lnTo>
                    <a:pt x="330479" y="295211"/>
                  </a:lnTo>
                  <a:close/>
                </a:path>
                <a:path w="388620" h="461644">
                  <a:moveTo>
                    <a:pt x="380161" y="83172"/>
                  </a:moveTo>
                  <a:lnTo>
                    <a:pt x="104406" y="83172"/>
                  </a:lnTo>
                  <a:lnTo>
                    <a:pt x="104406" y="143281"/>
                  </a:lnTo>
                  <a:lnTo>
                    <a:pt x="242277" y="143281"/>
                  </a:lnTo>
                  <a:lnTo>
                    <a:pt x="380161" y="143281"/>
                  </a:lnTo>
                  <a:lnTo>
                    <a:pt x="380161" y="83172"/>
                  </a:lnTo>
                  <a:close/>
                </a:path>
                <a:path w="388620" h="461644">
                  <a:moveTo>
                    <a:pt x="388442" y="401408"/>
                  </a:moveTo>
                  <a:lnTo>
                    <a:pt x="112687" y="401408"/>
                  </a:lnTo>
                  <a:lnTo>
                    <a:pt x="112687" y="461530"/>
                  </a:lnTo>
                  <a:lnTo>
                    <a:pt x="250558" y="461530"/>
                  </a:lnTo>
                  <a:lnTo>
                    <a:pt x="388442" y="461530"/>
                  </a:lnTo>
                  <a:lnTo>
                    <a:pt x="388442" y="401408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4" name="object 53"/>
            <p:cNvSpPr/>
            <p:nvPr/>
          </p:nvSpPr>
          <p:spPr>
            <a:xfrm>
              <a:off x="8695440" y="1763280"/>
              <a:ext cx="329760" cy="168480"/>
            </a:xfrm>
            <a:custGeom>
              <a:avLst/>
              <a:gdLst>
                <a:gd name="textAreaLeft" fmla="*/ 0 w 329760"/>
                <a:gd name="textAreaRight" fmla="*/ 330120 w 329760"/>
                <a:gd name="textAreaTop" fmla="*/ 0 h 168480"/>
                <a:gd name="textAreaBottom" fmla="*/ 168840 h 168480"/>
              </a:gdLst>
              <a:ahLst/>
              <a:rect l="textAreaLeft" t="textAreaTop" r="textAreaRight" b="textAreaBottom"/>
              <a:pathLst>
                <a:path w="330200" h="168910">
                  <a:moveTo>
                    <a:pt x="275767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67" y="60121"/>
                  </a:lnTo>
                  <a:lnTo>
                    <a:pt x="275767" y="0"/>
                  </a:lnTo>
                  <a:close/>
                </a:path>
                <a:path w="330200" h="168910">
                  <a:moveTo>
                    <a:pt x="329768" y="108724"/>
                  </a:moveTo>
                  <a:lnTo>
                    <a:pt x="54000" y="108724"/>
                  </a:lnTo>
                  <a:lnTo>
                    <a:pt x="54000" y="168833"/>
                  </a:lnTo>
                  <a:lnTo>
                    <a:pt x="191884" y="168833"/>
                  </a:lnTo>
                  <a:lnTo>
                    <a:pt x="329768" y="168833"/>
                  </a:lnTo>
                  <a:lnTo>
                    <a:pt x="329768" y="108724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5" name="object 54"/>
            <p:cNvSpPr/>
            <p:nvPr/>
          </p:nvSpPr>
          <p:spPr>
            <a:xfrm>
              <a:off x="8799120" y="165996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55" y="0"/>
                  </a:moveTo>
                  <a:lnTo>
                    <a:pt x="0" y="0"/>
                  </a:lnTo>
                  <a:lnTo>
                    <a:pt x="0" y="60109"/>
                  </a:lnTo>
                  <a:lnTo>
                    <a:pt x="137883" y="60109"/>
                  </a:lnTo>
                  <a:lnTo>
                    <a:pt x="275755" y="60109"/>
                  </a:lnTo>
                  <a:lnTo>
                    <a:pt x="275755" y="0"/>
                  </a:lnTo>
                  <a:close/>
                </a:path>
              </a:pathLst>
            </a:custGeom>
            <a:solidFill>
              <a:srgbClr val="ff6c6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6" name="object 55"/>
            <p:cNvSpPr/>
            <p:nvPr/>
          </p:nvSpPr>
          <p:spPr>
            <a:xfrm>
              <a:off x="8712000" y="1576800"/>
              <a:ext cx="275760" cy="60120"/>
            </a:xfrm>
            <a:custGeom>
              <a:avLst/>
              <a:gdLst>
                <a:gd name="textAreaLeft" fmla="*/ 0 w 275760"/>
                <a:gd name="textAreaRight" fmla="*/ 276120 w 275760"/>
                <a:gd name="textAreaTop" fmla="*/ 0 h 60120"/>
                <a:gd name="textAreaBottom" fmla="*/ 60480 h 60120"/>
              </a:gdLst>
              <a:ahLst/>
              <a:rect l="textAreaLeft" t="textAreaTop" r="textAreaRight" b="textAreaBottom"/>
              <a:pathLst>
                <a:path w="276225" h="60325">
                  <a:moveTo>
                    <a:pt x="275767" y="0"/>
                  </a:moveTo>
                  <a:lnTo>
                    <a:pt x="0" y="0"/>
                  </a:lnTo>
                  <a:lnTo>
                    <a:pt x="0" y="60121"/>
                  </a:lnTo>
                  <a:lnTo>
                    <a:pt x="137883" y="60121"/>
                  </a:lnTo>
                  <a:lnTo>
                    <a:pt x="275767" y="60121"/>
                  </a:lnTo>
                  <a:lnTo>
                    <a:pt x="275767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17" name="object 56"/>
            <p:cNvSpPr/>
            <p:nvPr/>
          </p:nvSpPr>
          <p:spPr>
            <a:xfrm>
              <a:off x="9019080" y="1576800"/>
              <a:ext cx="380160" cy="246600"/>
            </a:xfrm>
            <a:custGeom>
              <a:avLst/>
              <a:gdLst>
                <a:gd name="textAreaLeft" fmla="*/ 0 w 380160"/>
                <a:gd name="textAreaRight" fmla="*/ 380520 w 380160"/>
                <a:gd name="textAreaTop" fmla="*/ 0 h 246600"/>
                <a:gd name="textAreaBottom" fmla="*/ 246960 h 246600"/>
              </a:gdLst>
              <a:ahLst/>
              <a:rect l="textAreaLeft" t="textAreaTop" r="textAreaRight" b="textAreaBottom"/>
              <a:pathLst>
                <a:path w="380365" h="247014">
                  <a:moveTo>
                    <a:pt x="275755" y="186486"/>
                  </a:moveTo>
                  <a:lnTo>
                    <a:pt x="0" y="186486"/>
                  </a:lnTo>
                  <a:lnTo>
                    <a:pt x="0" y="246608"/>
                  </a:lnTo>
                  <a:lnTo>
                    <a:pt x="137871" y="246608"/>
                  </a:lnTo>
                  <a:lnTo>
                    <a:pt x="275755" y="246608"/>
                  </a:lnTo>
                  <a:lnTo>
                    <a:pt x="275755" y="186486"/>
                  </a:lnTo>
                  <a:close/>
                </a:path>
                <a:path w="380365" h="247014">
                  <a:moveTo>
                    <a:pt x="292315" y="0"/>
                  </a:moveTo>
                  <a:lnTo>
                    <a:pt x="16192" y="0"/>
                  </a:lnTo>
                  <a:lnTo>
                    <a:pt x="16192" y="60121"/>
                  </a:lnTo>
                  <a:lnTo>
                    <a:pt x="154432" y="60121"/>
                  </a:lnTo>
                  <a:lnTo>
                    <a:pt x="292315" y="60121"/>
                  </a:lnTo>
                  <a:lnTo>
                    <a:pt x="292315" y="0"/>
                  </a:lnTo>
                  <a:close/>
                </a:path>
                <a:path w="380365" h="247014">
                  <a:moveTo>
                    <a:pt x="379793" y="83172"/>
                  </a:moveTo>
                  <a:lnTo>
                    <a:pt x="104038" y="83172"/>
                  </a:lnTo>
                  <a:lnTo>
                    <a:pt x="104038" y="143281"/>
                  </a:lnTo>
                  <a:lnTo>
                    <a:pt x="241922" y="143281"/>
                  </a:lnTo>
                  <a:lnTo>
                    <a:pt x="379793" y="143281"/>
                  </a:lnTo>
                  <a:lnTo>
                    <a:pt x="379793" y="83172"/>
                  </a:lnTo>
                  <a:close/>
                </a:path>
              </a:pathLst>
            </a:custGeom>
            <a:solidFill>
              <a:srgbClr val="3eae4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18" name="object 57"/>
            <p:cNvSpPr/>
            <p:nvPr/>
          </p:nvSpPr>
          <p:spPr>
            <a:xfrm>
              <a:off x="8650080" y="2014560"/>
              <a:ext cx="582480" cy="189360"/>
            </a:xfrm>
            <a:custGeom>
              <a:avLst/>
              <a:gdLst>
                <a:gd name="textAreaLeft" fmla="*/ 0 w 582480"/>
                <a:gd name="textAreaRight" fmla="*/ 582840 w 582480"/>
                <a:gd name="textAreaTop" fmla="*/ 0 h 189360"/>
                <a:gd name="textAreaBottom" fmla="*/ 189720 h 189360"/>
              </a:gdLst>
              <a:ahLst/>
              <a:rect l="textAreaLeft" t="textAreaTop" r="textAreaRight" b="textAreaBottom"/>
              <a:pathLst>
                <a:path w="582929" h="189864">
                  <a:moveTo>
                    <a:pt x="275755" y="129235"/>
                  </a:moveTo>
                  <a:lnTo>
                    <a:pt x="0" y="129235"/>
                  </a:lnTo>
                  <a:lnTo>
                    <a:pt x="0" y="189357"/>
                  </a:lnTo>
                  <a:lnTo>
                    <a:pt x="137871" y="189357"/>
                  </a:lnTo>
                  <a:lnTo>
                    <a:pt x="275755" y="189357"/>
                  </a:lnTo>
                  <a:lnTo>
                    <a:pt x="275755" y="129235"/>
                  </a:lnTo>
                  <a:close/>
                </a:path>
                <a:path w="582929" h="189864">
                  <a:moveTo>
                    <a:pt x="582472" y="0"/>
                  </a:moveTo>
                  <a:lnTo>
                    <a:pt x="306717" y="0"/>
                  </a:lnTo>
                  <a:lnTo>
                    <a:pt x="306717" y="60121"/>
                  </a:lnTo>
                  <a:lnTo>
                    <a:pt x="444601" y="60121"/>
                  </a:lnTo>
                  <a:lnTo>
                    <a:pt x="582472" y="60121"/>
                  </a:lnTo>
                  <a:lnTo>
                    <a:pt x="582472" y="0"/>
                  </a:lnTo>
                  <a:close/>
                </a:path>
              </a:pathLst>
            </a:custGeom>
            <a:solidFill>
              <a:srgbClr val="99999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19" name="object 58"/>
          <p:cNvGrpSpPr/>
          <p:nvPr/>
        </p:nvGrpSpPr>
        <p:grpSpPr>
          <a:xfrm>
            <a:off x="7624080" y="2580120"/>
            <a:ext cx="108360" cy="839520"/>
            <a:chOff x="7624080" y="2580120"/>
            <a:chExt cx="108360" cy="839520"/>
          </a:xfrm>
        </p:grpSpPr>
        <p:sp>
          <p:nvSpPr>
            <p:cNvPr id="320" name="object 59"/>
            <p:cNvSpPr/>
            <p:nvPr/>
          </p:nvSpPr>
          <p:spPr>
            <a:xfrm>
              <a:off x="7678080" y="2580120"/>
              <a:ext cx="7200" cy="7387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738720"/>
                <a:gd name="textAreaBottom" fmla="*/ 739080 h 738720"/>
              </a:gdLst>
              <a:ahLst/>
              <a:rect l="textAreaLeft" t="textAreaTop" r="textAreaRight" b="textAreaBottom"/>
              <a:pathLst>
                <a:path w="7620" h="739139">
                  <a:moveTo>
                    <a:pt x="7200" y="0"/>
                  </a:moveTo>
                  <a:lnTo>
                    <a:pt x="0" y="73872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21" name="object 60"/>
            <p:cNvSpPr/>
            <p:nvPr/>
          </p:nvSpPr>
          <p:spPr>
            <a:xfrm>
              <a:off x="7624080" y="331128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52920" y="108356"/>
                  </a:lnTo>
                  <a:lnTo>
                    <a:pt x="108000" y="7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22" name="object 61"/>
          <p:cNvSpPr/>
          <p:nvPr/>
        </p:nvSpPr>
        <p:spPr>
          <a:xfrm>
            <a:off x="7166160" y="3588480"/>
            <a:ext cx="839880" cy="52920"/>
          </a:xfrm>
          <a:custGeom>
            <a:avLst/>
            <a:gdLst>
              <a:gd name="textAreaLeft" fmla="*/ 0 w 839880"/>
              <a:gd name="textAreaRight" fmla="*/ 840240 w 839880"/>
              <a:gd name="textAreaTop" fmla="*/ 0 h 52920"/>
              <a:gd name="textAreaBottom" fmla="*/ 53280 h 52920"/>
            </a:gdLst>
            <a:ahLst/>
            <a:rect l="textAreaLeft" t="textAreaTop" r="textAreaRight" b="textAreaBottom"/>
            <a:pathLst>
              <a:path w="840104" h="53339">
                <a:moveTo>
                  <a:pt x="839520" y="0"/>
                </a:moveTo>
                <a:lnTo>
                  <a:pt x="0" y="0"/>
                </a:lnTo>
                <a:lnTo>
                  <a:pt x="0" y="52920"/>
                </a:lnTo>
                <a:lnTo>
                  <a:pt x="419760" y="52920"/>
                </a:lnTo>
                <a:lnTo>
                  <a:pt x="839520" y="52920"/>
                </a:lnTo>
                <a:lnTo>
                  <a:pt x="839520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3" name="object 62"/>
          <p:cNvSpPr/>
          <p:nvPr/>
        </p:nvSpPr>
        <p:spPr>
          <a:xfrm>
            <a:off x="7206840" y="3726000"/>
            <a:ext cx="839880" cy="52920"/>
          </a:xfrm>
          <a:custGeom>
            <a:avLst/>
            <a:gdLst>
              <a:gd name="textAreaLeft" fmla="*/ 0 w 839880"/>
              <a:gd name="textAreaRight" fmla="*/ 840240 w 839880"/>
              <a:gd name="textAreaTop" fmla="*/ 0 h 52920"/>
              <a:gd name="textAreaBottom" fmla="*/ 53280 h 52920"/>
            </a:gdLst>
            <a:ahLst/>
            <a:rect l="textAreaLeft" t="textAreaTop" r="textAreaRight" b="textAreaBottom"/>
            <a:pathLst>
              <a:path w="840104" h="53339">
                <a:moveTo>
                  <a:pt x="839520" y="0"/>
                </a:moveTo>
                <a:lnTo>
                  <a:pt x="0" y="0"/>
                </a:lnTo>
                <a:lnTo>
                  <a:pt x="0" y="52920"/>
                </a:lnTo>
                <a:lnTo>
                  <a:pt x="419760" y="52920"/>
                </a:lnTo>
                <a:lnTo>
                  <a:pt x="839520" y="52920"/>
                </a:lnTo>
                <a:lnTo>
                  <a:pt x="839520" y="0"/>
                </a:lnTo>
                <a:close/>
              </a:path>
            </a:pathLst>
          </a:custGeom>
          <a:solidFill>
            <a:srgbClr val="e7a10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4" name="object 63"/>
          <p:cNvSpPr/>
          <p:nvPr/>
        </p:nvSpPr>
        <p:spPr>
          <a:xfrm>
            <a:off x="7190280" y="3855240"/>
            <a:ext cx="839880" cy="52920"/>
          </a:xfrm>
          <a:custGeom>
            <a:avLst/>
            <a:gdLst>
              <a:gd name="textAreaLeft" fmla="*/ 0 w 839880"/>
              <a:gd name="textAreaRight" fmla="*/ 840240 w 839880"/>
              <a:gd name="textAreaTop" fmla="*/ 0 h 52920"/>
              <a:gd name="textAreaBottom" fmla="*/ 53280 h 52920"/>
            </a:gdLst>
            <a:ahLst/>
            <a:rect l="textAreaLeft" t="textAreaTop" r="textAreaRight" b="textAreaBottom"/>
            <a:pathLst>
              <a:path w="840104" h="53339">
                <a:moveTo>
                  <a:pt x="839520" y="0"/>
                </a:moveTo>
                <a:lnTo>
                  <a:pt x="0" y="0"/>
                </a:lnTo>
                <a:lnTo>
                  <a:pt x="0" y="52920"/>
                </a:lnTo>
                <a:lnTo>
                  <a:pt x="419760" y="52920"/>
                </a:lnTo>
                <a:lnTo>
                  <a:pt x="839520" y="52920"/>
                </a:lnTo>
                <a:lnTo>
                  <a:pt x="839520" y="0"/>
                </a:lnTo>
                <a:close/>
              </a:path>
            </a:pathLst>
          </a:custGeom>
          <a:solidFill>
            <a:srgbClr val="ff6c6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5" name="object 64"/>
          <p:cNvSpPr/>
          <p:nvPr/>
        </p:nvSpPr>
        <p:spPr>
          <a:xfrm>
            <a:off x="7190280" y="4137840"/>
            <a:ext cx="839880" cy="52920"/>
          </a:xfrm>
          <a:custGeom>
            <a:avLst/>
            <a:gdLst>
              <a:gd name="textAreaLeft" fmla="*/ 0 w 839880"/>
              <a:gd name="textAreaRight" fmla="*/ 840240 w 839880"/>
              <a:gd name="textAreaTop" fmla="*/ 0 h 52920"/>
              <a:gd name="textAreaBottom" fmla="*/ 53280 h 52920"/>
            </a:gdLst>
            <a:ahLst/>
            <a:rect l="textAreaLeft" t="textAreaTop" r="textAreaRight" b="textAreaBottom"/>
            <a:pathLst>
              <a:path w="840104" h="53339">
                <a:moveTo>
                  <a:pt x="839520" y="0"/>
                </a:moveTo>
                <a:lnTo>
                  <a:pt x="0" y="0"/>
                </a:lnTo>
                <a:lnTo>
                  <a:pt x="0" y="52920"/>
                </a:lnTo>
                <a:lnTo>
                  <a:pt x="419760" y="52920"/>
                </a:lnTo>
                <a:lnTo>
                  <a:pt x="839520" y="52920"/>
                </a:lnTo>
                <a:lnTo>
                  <a:pt x="839520" y="0"/>
                </a:lnTo>
                <a:close/>
              </a:path>
            </a:pathLst>
          </a:custGeom>
          <a:solidFill>
            <a:srgbClr val="3eae4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6" name="object 65"/>
          <p:cNvSpPr/>
          <p:nvPr/>
        </p:nvSpPr>
        <p:spPr>
          <a:xfrm>
            <a:off x="7182360" y="4008960"/>
            <a:ext cx="839880" cy="52920"/>
          </a:xfrm>
          <a:custGeom>
            <a:avLst/>
            <a:gdLst>
              <a:gd name="textAreaLeft" fmla="*/ 0 w 839880"/>
              <a:gd name="textAreaRight" fmla="*/ 840240 w 839880"/>
              <a:gd name="textAreaTop" fmla="*/ 0 h 52920"/>
              <a:gd name="textAreaBottom" fmla="*/ 53280 h 52920"/>
            </a:gdLst>
            <a:ahLst/>
            <a:rect l="textAreaLeft" t="textAreaTop" r="textAreaRight" b="textAreaBottom"/>
            <a:pathLst>
              <a:path w="840104" h="53339">
                <a:moveTo>
                  <a:pt x="839520" y="0"/>
                </a:moveTo>
                <a:lnTo>
                  <a:pt x="0" y="0"/>
                </a:lnTo>
                <a:lnTo>
                  <a:pt x="0" y="52920"/>
                </a:lnTo>
                <a:lnTo>
                  <a:pt x="419760" y="52920"/>
                </a:lnTo>
                <a:lnTo>
                  <a:pt x="839520" y="52920"/>
                </a:lnTo>
                <a:lnTo>
                  <a:pt x="839520" y="0"/>
                </a:lnTo>
                <a:close/>
              </a:path>
            </a:pathLst>
          </a:custGeom>
          <a:solidFill>
            <a:srgbClr val="9999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27" name="object 66"/>
          <p:cNvSpPr/>
          <p:nvPr/>
        </p:nvSpPr>
        <p:spPr>
          <a:xfrm>
            <a:off x="5322600" y="549000"/>
            <a:ext cx="360" cy="4488480"/>
          </a:xfrm>
          <a:custGeom>
            <a:avLst/>
            <a:gdLst>
              <a:gd name="textAreaLeft" fmla="*/ 0 w 360"/>
              <a:gd name="textAreaRight" fmla="*/ 720 w 360"/>
              <a:gd name="textAreaTop" fmla="*/ 0 h 4488480"/>
              <a:gd name="textAreaBottom" fmla="*/ 4488840 h 4488480"/>
            </a:gdLst>
            <a:ahLst/>
            <a:rect l="textAreaLeft" t="textAreaTop" r="textAreaRight" b="textAreaBottom"/>
            <a:pathLst>
              <a:path w="0" h="4488815">
                <a:moveTo>
                  <a:pt x="0" y="0"/>
                </a:moveTo>
                <a:lnTo>
                  <a:pt x="0" y="4488484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object 2"/>
          <p:cNvSpPr/>
          <p:nvPr/>
        </p:nvSpPr>
        <p:spPr>
          <a:xfrm>
            <a:off x="287280" y="163800"/>
            <a:ext cx="42210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Single</a:t>
            </a:r>
            <a:r>
              <a:rPr b="1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Sample</a:t>
            </a:r>
            <a:r>
              <a:rPr b="1" lang="en-GB" sz="1800" spc="-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Assembly</a:t>
            </a:r>
            <a:r>
              <a:rPr b="1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000000"/>
                </a:solidFill>
                <a:latin typeface="Arial"/>
              </a:rPr>
              <a:t>VS</a:t>
            </a:r>
            <a:r>
              <a:rPr b="1" lang="en-GB" sz="1800" spc="-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Assembly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9" name="object 3"/>
          <p:cNvSpPr/>
          <p:nvPr/>
        </p:nvSpPr>
        <p:spPr>
          <a:xfrm>
            <a:off x="6050160" y="1118160"/>
            <a:ext cx="1306440" cy="1220040"/>
          </a:xfrm>
          <a:custGeom>
            <a:avLst/>
            <a:gdLst>
              <a:gd name="textAreaLeft" fmla="*/ 0 w 1306440"/>
              <a:gd name="textAreaRight" fmla="*/ 1306800 w 1306440"/>
              <a:gd name="textAreaTop" fmla="*/ 0 h 1220040"/>
              <a:gd name="textAreaBottom" fmla="*/ 1220400 h 1220040"/>
            </a:gdLst>
            <a:ahLst/>
            <a:rect l="textAreaLeft" t="textAreaTop" r="textAreaRight" b="textAreaBottom"/>
            <a:pathLst>
              <a:path w="1306829" h="1220470">
                <a:moveTo>
                  <a:pt x="653389" y="0"/>
                </a:moveTo>
                <a:lnTo>
                  <a:pt x="604339" y="1711"/>
                </a:lnTo>
                <a:lnTo>
                  <a:pt x="555747" y="6818"/>
                </a:lnTo>
                <a:lnTo>
                  <a:pt x="507810" y="15274"/>
                </a:lnTo>
                <a:lnTo>
                  <a:pt x="460722" y="27037"/>
                </a:lnTo>
                <a:lnTo>
                  <a:pt x="414680" y="42062"/>
                </a:lnTo>
                <a:lnTo>
                  <a:pt x="369880" y="60306"/>
                </a:lnTo>
                <a:lnTo>
                  <a:pt x="326516" y="81724"/>
                </a:lnTo>
                <a:lnTo>
                  <a:pt x="284992" y="106120"/>
                </a:lnTo>
                <a:lnTo>
                  <a:pt x="245685" y="133244"/>
                </a:lnTo>
                <a:lnTo>
                  <a:pt x="208741" y="162958"/>
                </a:lnTo>
                <a:lnTo>
                  <a:pt x="174303" y="195122"/>
                </a:lnTo>
                <a:lnTo>
                  <a:pt x="142517" y="229598"/>
                </a:lnTo>
                <a:lnTo>
                  <a:pt x="113527" y="266246"/>
                </a:lnTo>
                <a:lnTo>
                  <a:pt x="87477" y="304926"/>
                </a:lnTo>
                <a:lnTo>
                  <a:pt x="61123" y="352338"/>
                </a:lnTo>
                <a:lnTo>
                  <a:pt x="39358" y="401509"/>
                </a:lnTo>
                <a:lnTo>
                  <a:pt x="22274" y="452161"/>
                </a:lnTo>
                <a:lnTo>
                  <a:pt x="9959" y="504013"/>
                </a:lnTo>
                <a:lnTo>
                  <a:pt x="2533" y="556579"/>
                </a:lnTo>
                <a:lnTo>
                  <a:pt x="16" y="609841"/>
                </a:lnTo>
                <a:lnTo>
                  <a:pt x="0" y="610196"/>
                </a:lnTo>
                <a:lnTo>
                  <a:pt x="2504" y="663458"/>
                </a:lnTo>
                <a:lnTo>
                  <a:pt x="9959" y="716130"/>
                </a:lnTo>
                <a:lnTo>
                  <a:pt x="22274" y="767922"/>
                </a:lnTo>
                <a:lnTo>
                  <a:pt x="39358" y="818545"/>
                </a:lnTo>
                <a:lnTo>
                  <a:pt x="61123" y="867709"/>
                </a:lnTo>
                <a:lnTo>
                  <a:pt x="87477" y="915123"/>
                </a:lnTo>
                <a:lnTo>
                  <a:pt x="113527" y="953804"/>
                </a:lnTo>
                <a:lnTo>
                  <a:pt x="142517" y="990450"/>
                </a:lnTo>
                <a:lnTo>
                  <a:pt x="174303" y="1024924"/>
                </a:lnTo>
                <a:lnTo>
                  <a:pt x="208741" y="1057087"/>
                </a:lnTo>
                <a:lnTo>
                  <a:pt x="245685" y="1086800"/>
                </a:lnTo>
                <a:lnTo>
                  <a:pt x="284992" y="1113926"/>
                </a:lnTo>
                <a:lnTo>
                  <a:pt x="326516" y="1138326"/>
                </a:lnTo>
                <a:lnTo>
                  <a:pt x="369880" y="1159739"/>
                </a:lnTo>
                <a:lnTo>
                  <a:pt x="414680" y="1177980"/>
                </a:lnTo>
                <a:lnTo>
                  <a:pt x="460722" y="1193003"/>
                </a:lnTo>
                <a:lnTo>
                  <a:pt x="507810" y="1204764"/>
                </a:lnTo>
                <a:lnTo>
                  <a:pt x="555747" y="1213220"/>
                </a:lnTo>
                <a:lnTo>
                  <a:pt x="604339" y="1218326"/>
                </a:lnTo>
                <a:lnTo>
                  <a:pt x="653389" y="1220038"/>
                </a:lnTo>
                <a:lnTo>
                  <a:pt x="702312" y="1218326"/>
                </a:lnTo>
                <a:lnTo>
                  <a:pt x="750811" y="1213220"/>
                </a:lnTo>
                <a:lnTo>
                  <a:pt x="798686" y="1204764"/>
                </a:lnTo>
                <a:lnTo>
                  <a:pt x="845735" y="1193003"/>
                </a:lnTo>
                <a:lnTo>
                  <a:pt x="891758" y="1177980"/>
                </a:lnTo>
                <a:lnTo>
                  <a:pt x="917530" y="1167485"/>
                </a:lnTo>
                <a:lnTo>
                  <a:pt x="653389" y="1167485"/>
                </a:lnTo>
                <a:lnTo>
                  <a:pt x="601057" y="1165340"/>
                </a:lnTo>
                <a:lnTo>
                  <a:pt x="549364" y="1158965"/>
                </a:lnTo>
                <a:lnTo>
                  <a:pt x="498592" y="1148449"/>
                </a:lnTo>
                <a:lnTo>
                  <a:pt x="449020" y="1133884"/>
                </a:lnTo>
                <a:lnTo>
                  <a:pt x="400928" y="1115358"/>
                </a:lnTo>
                <a:lnTo>
                  <a:pt x="354596" y="1092962"/>
                </a:lnTo>
                <a:lnTo>
                  <a:pt x="310561" y="1066717"/>
                </a:lnTo>
                <a:lnTo>
                  <a:pt x="269304" y="1037082"/>
                </a:lnTo>
                <a:lnTo>
                  <a:pt x="231027" y="1004266"/>
                </a:lnTo>
                <a:lnTo>
                  <a:pt x="195930" y="968480"/>
                </a:lnTo>
                <a:lnTo>
                  <a:pt x="164214" y="929933"/>
                </a:lnTo>
                <a:lnTo>
                  <a:pt x="136080" y="888834"/>
                </a:lnTo>
                <a:lnTo>
                  <a:pt x="112032" y="845473"/>
                </a:lnTo>
                <a:lnTo>
                  <a:pt x="92155" y="800520"/>
                </a:lnTo>
                <a:lnTo>
                  <a:pt x="76541" y="754245"/>
                </a:lnTo>
                <a:lnTo>
                  <a:pt x="65277" y="706919"/>
                </a:lnTo>
                <a:lnTo>
                  <a:pt x="58453" y="658812"/>
                </a:lnTo>
                <a:lnTo>
                  <a:pt x="56159" y="610196"/>
                </a:lnTo>
                <a:lnTo>
                  <a:pt x="58453" y="561431"/>
                </a:lnTo>
                <a:lnTo>
                  <a:pt x="65277" y="513227"/>
                </a:lnTo>
                <a:lnTo>
                  <a:pt x="76541" y="465842"/>
                </a:lnTo>
                <a:lnTo>
                  <a:pt x="92155" y="419536"/>
                </a:lnTo>
                <a:lnTo>
                  <a:pt x="112032" y="374570"/>
                </a:lnTo>
                <a:lnTo>
                  <a:pt x="136080" y="331203"/>
                </a:lnTo>
                <a:lnTo>
                  <a:pt x="164214" y="290105"/>
                </a:lnTo>
                <a:lnTo>
                  <a:pt x="195930" y="251560"/>
                </a:lnTo>
                <a:lnTo>
                  <a:pt x="231027" y="215776"/>
                </a:lnTo>
                <a:lnTo>
                  <a:pt x="269304" y="182961"/>
                </a:lnTo>
                <a:lnTo>
                  <a:pt x="310561" y="153325"/>
                </a:lnTo>
                <a:lnTo>
                  <a:pt x="354596" y="127076"/>
                </a:lnTo>
                <a:lnTo>
                  <a:pt x="400928" y="104685"/>
                </a:lnTo>
                <a:lnTo>
                  <a:pt x="449020" y="86162"/>
                </a:lnTo>
                <a:lnTo>
                  <a:pt x="498592" y="71599"/>
                </a:lnTo>
                <a:lnTo>
                  <a:pt x="549364" y="61085"/>
                </a:lnTo>
                <a:lnTo>
                  <a:pt x="601057" y="54710"/>
                </a:lnTo>
                <a:lnTo>
                  <a:pt x="653389" y="52565"/>
                </a:lnTo>
                <a:lnTo>
                  <a:pt x="917545" y="52565"/>
                </a:lnTo>
                <a:lnTo>
                  <a:pt x="891758" y="42062"/>
                </a:lnTo>
                <a:lnTo>
                  <a:pt x="845735" y="27037"/>
                </a:lnTo>
                <a:lnTo>
                  <a:pt x="798686" y="15274"/>
                </a:lnTo>
                <a:lnTo>
                  <a:pt x="750811" y="6818"/>
                </a:lnTo>
                <a:lnTo>
                  <a:pt x="702312" y="1711"/>
                </a:lnTo>
                <a:lnTo>
                  <a:pt x="653389" y="0"/>
                </a:lnTo>
                <a:close/>
              </a:path>
              <a:path w="1306829" h="1220470">
                <a:moveTo>
                  <a:pt x="917545" y="52565"/>
                </a:moveTo>
                <a:lnTo>
                  <a:pt x="653389" y="52565"/>
                </a:lnTo>
                <a:lnTo>
                  <a:pt x="705572" y="54710"/>
                </a:lnTo>
                <a:lnTo>
                  <a:pt x="757164" y="61085"/>
                </a:lnTo>
                <a:lnTo>
                  <a:pt x="807877" y="71599"/>
                </a:lnTo>
                <a:lnTo>
                  <a:pt x="857420" y="86162"/>
                </a:lnTo>
                <a:lnTo>
                  <a:pt x="905504" y="104685"/>
                </a:lnTo>
                <a:lnTo>
                  <a:pt x="951839" y="127076"/>
                </a:lnTo>
                <a:lnTo>
                  <a:pt x="995874" y="153325"/>
                </a:lnTo>
                <a:lnTo>
                  <a:pt x="1037129" y="182961"/>
                </a:lnTo>
                <a:lnTo>
                  <a:pt x="1075404" y="215776"/>
                </a:lnTo>
                <a:lnTo>
                  <a:pt x="1110500" y="251560"/>
                </a:lnTo>
                <a:lnTo>
                  <a:pt x="1142217" y="290105"/>
                </a:lnTo>
                <a:lnTo>
                  <a:pt x="1170355" y="331203"/>
                </a:lnTo>
                <a:lnTo>
                  <a:pt x="1194400" y="374570"/>
                </a:lnTo>
                <a:lnTo>
                  <a:pt x="1214279" y="419536"/>
                </a:lnTo>
                <a:lnTo>
                  <a:pt x="1229900" y="465842"/>
                </a:lnTo>
                <a:lnTo>
                  <a:pt x="1241170" y="513227"/>
                </a:lnTo>
                <a:lnTo>
                  <a:pt x="1247981" y="561226"/>
                </a:lnTo>
                <a:lnTo>
                  <a:pt x="1250276" y="609841"/>
                </a:lnTo>
                <a:lnTo>
                  <a:pt x="1250276" y="610196"/>
                </a:lnTo>
                <a:lnTo>
                  <a:pt x="1247981" y="658812"/>
                </a:lnTo>
                <a:lnTo>
                  <a:pt x="1241155" y="706919"/>
                </a:lnTo>
                <a:lnTo>
                  <a:pt x="1229890" y="754245"/>
                </a:lnTo>
                <a:lnTo>
                  <a:pt x="1214274" y="800520"/>
                </a:lnTo>
                <a:lnTo>
                  <a:pt x="1194399" y="845473"/>
                </a:lnTo>
                <a:lnTo>
                  <a:pt x="1170355" y="888834"/>
                </a:lnTo>
                <a:lnTo>
                  <a:pt x="1142217" y="929933"/>
                </a:lnTo>
                <a:lnTo>
                  <a:pt x="1110500" y="968480"/>
                </a:lnTo>
                <a:lnTo>
                  <a:pt x="1075404" y="1004266"/>
                </a:lnTo>
                <a:lnTo>
                  <a:pt x="1037129" y="1037082"/>
                </a:lnTo>
                <a:lnTo>
                  <a:pt x="995874" y="1066717"/>
                </a:lnTo>
                <a:lnTo>
                  <a:pt x="951839" y="1092962"/>
                </a:lnTo>
                <a:lnTo>
                  <a:pt x="905504" y="1115358"/>
                </a:lnTo>
                <a:lnTo>
                  <a:pt x="857420" y="1133884"/>
                </a:lnTo>
                <a:lnTo>
                  <a:pt x="807877" y="1148449"/>
                </a:lnTo>
                <a:lnTo>
                  <a:pt x="757164" y="1158965"/>
                </a:lnTo>
                <a:lnTo>
                  <a:pt x="705572" y="1165340"/>
                </a:lnTo>
                <a:lnTo>
                  <a:pt x="653389" y="1167485"/>
                </a:lnTo>
                <a:lnTo>
                  <a:pt x="917530" y="1167485"/>
                </a:lnTo>
                <a:lnTo>
                  <a:pt x="979919" y="1138326"/>
                </a:lnTo>
                <a:lnTo>
                  <a:pt x="1021439" y="1113926"/>
                </a:lnTo>
                <a:lnTo>
                  <a:pt x="1060744" y="1086800"/>
                </a:lnTo>
                <a:lnTo>
                  <a:pt x="1097689" y="1057087"/>
                </a:lnTo>
                <a:lnTo>
                  <a:pt x="1132128" y="1024924"/>
                </a:lnTo>
                <a:lnTo>
                  <a:pt x="1163916" y="990450"/>
                </a:lnTo>
                <a:lnTo>
                  <a:pt x="1192908" y="953804"/>
                </a:lnTo>
                <a:lnTo>
                  <a:pt x="1218958" y="915123"/>
                </a:lnTo>
                <a:lnTo>
                  <a:pt x="1245313" y="867709"/>
                </a:lnTo>
                <a:lnTo>
                  <a:pt x="1267077" y="818545"/>
                </a:lnTo>
                <a:lnTo>
                  <a:pt x="1284162" y="767922"/>
                </a:lnTo>
                <a:lnTo>
                  <a:pt x="1296476" y="716130"/>
                </a:lnTo>
                <a:lnTo>
                  <a:pt x="1303931" y="663458"/>
                </a:lnTo>
                <a:lnTo>
                  <a:pt x="1306436" y="610196"/>
                </a:lnTo>
                <a:lnTo>
                  <a:pt x="1306436" y="609841"/>
                </a:lnTo>
                <a:lnTo>
                  <a:pt x="1303941" y="556785"/>
                </a:lnTo>
                <a:lnTo>
                  <a:pt x="1296491" y="504013"/>
                </a:lnTo>
                <a:lnTo>
                  <a:pt x="1284172" y="452161"/>
                </a:lnTo>
                <a:lnTo>
                  <a:pt x="1267082" y="401509"/>
                </a:lnTo>
                <a:lnTo>
                  <a:pt x="1245313" y="352338"/>
                </a:lnTo>
                <a:lnTo>
                  <a:pt x="1218958" y="304926"/>
                </a:lnTo>
                <a:lnTo>
                  <a:pt x="1192908" y="266246"/>
                </a:lnTo>
                <a:lnTo>
                  <a:pt x="1163916" y="229598"/>
                </a:lnTo>
                <a:lnTo>
                  <a:pt x="1132128" y="195122"/>
                </a:lnTo>
                <a:lnTo>
                  <a:pt x="1097689" y="162958"/>
                </a:lnTo>
                <a:lnTo>
                  <a:pt x="1060744" y="133244"/>
                </a:lnTo>
                <a:lnTo>
                  <a:pt x="1021439" y="106120"/>
                </a:lnTo>
                <a:lnTo>
                  <a:pt x="979919" y="81724"/>
                </a:lnTo>
                <a:lnTo>
                  <a:pt x="936553" y="60306"/>
                </a:lnTo>
                <a:lnTo>
                  <a:pt x="917545" y="52565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30" name="object 4"/>
          <p:cNvSpPr/>
          <p:nvPr/>
        </p:nvSpPr>
        <p:spPr>
          <a:xfrm>
            <a:off x="6393240" y="1437840"/>
            <a:ext cx="622440" cy="54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5640" bIns="0" anchor="t">
            <a:spAutoFit/>
          </a:bodyPr>
          <a:p>
            <a:pPr marL="247680" indent="-235440">
              <a:lnSpc>
                <a:spcPts val="2021"/>
              </a:lnSpc>
              <a:spcBef>
                <a:spcPts val="281"/>
              </a:spcBef>
              <a:tabLst>
                <a:tab algn="l" pos="0"/>
              </a:tabLst>
            </a:pP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Strain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1" name="object 5"/>
          <p:cNvGrpSpPr/>
          <p:nvPr/>
        </p:nvGrpSpPr>
        <p:grpSpPr>
          <a:xfrm>
            <a:off x="6095160" y="1117800"/>
            <a:ext cx="3296520" cy="1370520"/>
            <a:chOff x="6095160" y="1117800"/>
            <a:chExt cx="3296520" cy="1370520"/>
          </a:xfrm>
        </p:grpSpPr>
        <p:sp>
          <p:nvSpPr>
            <p:cNvPr id="332" name="object 6"/>
            <p:cNvSpPr/>
            <p:nvPr/>
          </p:nvSpPr>
          <p:spPr>
            <a:xfrm>
              <a:off x="6968520" y="1175040"/>
              <a:ext cx="372960" cy="434160"/>
            </a:xfrm>
            <a:custGeom>
              <a:avLst/>
              <a:gdLst>
                <a:gd name="textAreaLeft" fmla="*/ 0 w 372960"/>
                <a:gd name="textAreaRight" fmla="*/ 373320 w 37296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373379" h="434340">
                  <a:moveTo>
                    <a:pt x="187566" y="104762"/>
                  </a:moveTo>
                  <a:lnTo>
                    <a:pt x="36360" y="0"/>
                  </a:lnTo>
                  <a:lnTo>
                    <a:pt x="0" y="52197"/>
                  </a:lnTo>
                  <a:lnTo>
                    <a:pt x="75603" y="104762"/>
                  </a:lnTo>
                  <a:lnTo>
                    <a:pt x="151206" y="157314"/>
                  </a:lnTo>
                  <a:lnTo>
                    <a:pt x="187566" y="104762"/>
                  </a:lnTo>
                  <a:close/>
                </a:path>
                <a:path w="373379" h="434340">
                  <a:moveTo>
                    <a:pt x="373329" y="410400"/>
                  </a:moveTo>
                  <a:lnTo>
                    <a:pt x="306006" y="239395"/>
                  </a:lnTo>
                  <a:lnTo>
                    <a:pt x="246240" y="262801"/>
                  </a:lnTo>
                  <a:lnTo>
                    <a:pt x="280085" y="348119"/>
                  </a:lnTo>
                  <a:lnTo>
                    <a:pt x="313563" y="433793"/>
                  </a:lnTo>
                  <a:lnTo>
                    <a:pt x="373329" y="410400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3" name="object 7"/>
            <p:cNvSpPr/>
            <p:nvPr/>
          </p:nvSpPr>
          <p:spPr>
            <a:xfrm>
              <a:off x="6095160" y="1334160"/>
              <a:ext cx="1190880" cy="825120"/>
            </a:xfrm>
            <a:custGeom>
              <a:avLst/>
              <a:gdLst>
                <a:gd name="textAreaLeft" fmla="*/ 0 w 1190880"/>
                <a:gd name="textAreaRight" fmla="*/ 1191240 w 1190880"/>
                <a:gd name="textAreaTop" fmla="*/ 0 h 825120"/>
                <a:gd name="textAreaBottom" fmla="*/ 825480 h 825120"/>
              </a:gdLst>
              <a:ahLst/>
              <a:rect l="textAreaLeft" t="textAreaTop" r="textAreaRight" b="textAreaBottom"/>
              <a:pathLst>
                <a:path w="1191259" h="825500">
                  <a:moveTo>
                    <a:pt x="156603" y="36004"/>
                  </a:moveTo>
                  <a:lnTo>
                    <a:pt x="103682" y="0"/>
                  </a:lnTo>
                  <a:lnTo>
                    <a:pt x="51841" y="75958"/>
                  </a:lnTo>
                  <a:lnTo>
                    <a:pt x="0" y="152285"/>
                  </a:lnTo>
                  <a:lnTo>
                    <a:pt x="52920" y="188277"/>
                  </a:lnTo>
                  <a:lnTo>
                    <a:pt x="156603" y="36004"/>
                  </a:lnTo>
                  <a:close/>
                </a:path>
                <a:path w="1191259" h="825500">
                  <a:moveTo>
                    <a:pt x="1190879" y="680034"/>
                  </a:moveTo>
                  <a:lnTo>
                    <a:pt x="1144803" y="644398"/>
                  </a:lnTo>
                  <a:lnTo>
                    <a:pt x="1088644" y="716762"/>
                  </a:lnTo>
                  <a:lnTo>
                    <a:pt x="1032116" y="789114"/>
                  </a:lnTo>
                  <a:lnTo>
                    <a:pt x="1078191" y="825119"/>
                  </a:lnTo>
                  <a:lnTo>
                    <a:pt x="1190879" y="680034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4" name="object 8"/>
            <p:cNvSpPr/>
            <p:nvPr/>
          </p:nvSpPr>
          <p:spPr>
            <a:xfrm>
              <a:off x="7840080" y="1117800"/>
              <a:ext cx="1551600" cy="1370520"/>
            </a:xfrm>
            <a:custGeom>
              <a:avLst/>
              <a:gdLst>
                <a:gd name="textAreaLeft" fmla="*/ 0 w 1551600"/>
                <a:gd name="textAreaRight" fmla="*/ 1551960 w 1551600"/>
                <a:gd name="textAreaTop" fmla="*/ 0 h 1370520"/>
                <a:gd name="textAreaBottom" fmla="*/ 1370880 h 1370520"/>
              </a:gdLst>
              <a:ahLst/>
              <a:rect l="textAreaLeft" t="textAreaTop" r="textAreaRight" b="textAreaBottom"/>
              <a:pathLst>
                <a:path w="1551940" h="1370964">
                  <a:moveTo>
                    <a:pt x="775804" y="0"/>
                  </a:moveTo>
                  <a:lnTo>
                    <a:pt x="724903" y="1478"/>
                  </a:lnTo>
                  <a:lnTo>
                    <a:pt x="674368" y="5888"/>
                  </a:lnTo>
                  <a:lnTo>
                    <a:pt x="624365" y="13192"/>
                  </a:lnTo>
                  <a:lnTo>
                    <a:pt x="575059" y="23352"/>
                  </a:lnTo>
                  <a:lnTo>
                    <a:pt x="526613" y="36330"/>
                  </a:lnTo>
                  <a:lnTo>
                    <a:pt x="479192" y="52088"/>
                  </a:lnTo>
                  <a:lnTo>
                    <a:pt x="432962" y="70589"/>
                  </a:lnTo>
                  <a:lnTo>
                    <a:pt x="388086" y="91795"/>
                  </a:lnTo>
                  <a:lnTo>
                    <a:pt x="344769" y="115571"/>
                  </a:lnTo>
                  <a:lnTo>
                    <a:pt x="303456" y="141734"/>
                  </a:lnTo>
                  <a:lnTo>
                    <a:pt x="264261" y="170175"/>
                  </a:lnTo>
                  <a:lnTo>
                    <a:pt x="227298" y="200785"/>
                  </a:lnTo>
                  <a:lnTo>
                    <a:pt x="192680" y="233454"/>
                  </a:lnTo>
                  <a:lnTo>
                    <a:pt x="160522" y="268072"/>
                  </a:lnTo>
                  <a:lnTo>
                    <a:pt x="130937" y="304532"/>
                  </a:lnTo>
                  <a:lnTo>
                    <a:pt x="104038" y="342722"/>
                  </a:lnTo>
                  <a:lnTo>
                    <a:pt x="76853" y="388155"/>
                  </a:lnTo>
                  <a:lnTo>
                    <a:pt x="53660" y="435130"/>
                  </a:lnTo>
                  <a:lnTo>
                    <a:pt x="34528" y="483428"/>
                  </a:lnTo>
                  <a:lnTo>
                    <a:pt x="19526" y="532828"/>
                  </a:lnTo>
                  <a:lnTo>
                    <a:pt x="8724" y="583109"/>
                  </a:lnTo>
                  <a:lnTo>
                    <a:pt x="2192" y="634050"/>
                  </a:lnTo>
                  <a:lnTo>
                    <a:pt x="0" y="685431"/>
                  </a:lnTo>
                  <a:lnTo>
                    <a:pt x="2192" y="736817"/>
                  </a:lnTo>
                  <a:lnTo>
                    <a:pt x="8724" y="787762"/>
                  </a:lnTo>
                  <a:lnTo>
                    <a:pt x="19526" y="838045"/>
                  </a:lnTo>
                  <a:lnTo>
                    <a:pt x="34528" y="887446"/>
                  </a:lnTo>
                  <a:lnTo>
                    <a:pt x="53660" y="935744"/>
                  </a:lnTo>
                  <a:lnTo>
                    <a:pt x="76853" y="982721"/>
                  </a:lnTo>
                  <a:lnTo>
                    <a:pt x="104038" y="1028153"/>
                  </a:lnTo>
                  <a:lnTo>
                    <a:pt x="130937" y="1066340"/>
                  </a:lnTo>
                  <a:lnTo>
                    <a:pt x="160522" y="1102797"/>
                  </a:lnTo>
                  <a:lnTo>
                    <a:pt x="192680" y="1137416"/>
                  </a:lnTo>
                  <a:lnTo>
                    <a:pt x="227298" y="1170085"/>
                  </a:lnTo>
                  <a:lnTo>
                    <a:pt x="264261" y="1200697"/>
                  </a:lnTo>
                  <a:lnTo>
                    <a:pt x="303456" y="1229139"/>
                  </a:lnTo>
                  <a:lnTo>
                    <a:pt x="344769" y="1255304"/>
                  </a:lnTo>
                  <a:lnTo>
                    <a:pt x="388086" y="1279080"/>
                  </a:lnTo>
                  <a:lnTo>
                    <a:pt x="432962" y="1300286"/>
                  </a:lnTo>
                  <a:lnTo>
                    <a:pt x="479192" y="1318787"/>
                  </a:lnTo>
                  <a:lnTo>
                    <a:pt x="526613" y="1334545"/>
                  </a:lnTo>
                  <a:lnTo>
                    <a:pt x="575059" y="1347523"/>
                  </a:lnTo>
                  <a:lnTo>
                    <a:pt x="624365" y="1357683"/>
                  </a:lnTo>
                  <a:lnTo>
                    <a:pt x="674368" y="1364987"/>
                  </a:lnTo>
                  <a:lnTo>
                    <a:pt x="724903" y="1369397"/>
                  </a:lnTo>
                  <a:lnTo>
                    <a:pt x="775804" y="1370876"/>
                  </a:lnTo>
                  <a:lnTo>
                    <a:pt x="826707" y="1369397"/>
                  </a:lnTo>
                  <a:lnTo>
                    <a:pt x="877246" y="1364987"/>
                  </a:lnTo>
                  <a:lnTo>
                    <a:pt x="927262" y="1357683"/>
                  </a:lnTo>
                  <a:lnTo>
                    <a:pt x="976595" y="1347523"/>
                  </a:lnTo>
                  <a:lnTo>
                    <a:pt x="1025083" y="1334545"/>
                  </a:lnTo>
                  <a:lnTo>
                    <a:pt x="1072566" y="1318787"/>
                  </a:lnTo>
                  <a:lnTo>
                    <a:pt x="1089975" y="1311833"/>
                  </a:lnTo>
                  <a:lnTo>
                    <a:pt x="775804" y="1311833"/>
                  </a:lnTo>
                  <a:lnTo>
                    <a:pt x="722608" y="1310078"/>
                  </a:lnTo>
                  <a:lnTo>
                    <a:pt x="669922" y="1304841"/>
                  </a:lnTo>
                  <a:lnTo>
                    <a:pt x="617947" y="1296166"/>
                  </a:lnTo>
                  <a:lnTo>
                    <a:pt x="566885" y="1284097"/>
                  </a:lnTo>
                  <a:lnTo>
                    <a:pt x="516938" y="1268677"/>
                  </a:lnTo>
                  <a:lnTo>
                    <a:pt x="468307" y="1249951"/>
                  </a:lnTo>
                  <a:lnTo>
                    <a:pt x="421195" y="1227963"/>
                  </a:lnTo>
                  <a:lnTo>
                    <a:pt x="376196" y="1202923"/>
                  </a:lnTo>
                  <a:lnTo>
                    <a:pt x="333564" y="1175100"/>
                  </a:lnTo>
                  <a:lnTo>
                    <a:pt x="293463" y="1144619"/>
                  </a:lnTo>
                  <a:lnTo>
                    <a:pt x="256057" y="1111607"/>
                  </a:lnTo>
                  <a:lnTo>
                    <a:pt x="221510" y="1076188"/>
                  </a:lnTo>
                  <a:lnTo>
                    <a:pt x="189984" y="1038490"/>
                  </a:lnTo>
                  <a:lnTo>
                    <a:pt x="161645" y="998639"/>
                  </a:lnTo>
                  <a:lnTo>
                    <a:pt x="136902" y="957012"/>
                  </a:lnTo>
                  <a:lnTo>
                    <a:pt x="115794" y="914032"/>
                  </a:lnTo>
                  <a:lnTo>
                    <a:pt x="98383" y="869886"/>
                  </a:lnTo>
                  <a:lnTo>
                    <a:pt x="84732" y="824765"/>
                  </a:lnTo>
                  <a:lnTo>
                    <a:pt x="74904" y="778856"/>
                  </a:lnTo>
                  <a:lnTo>
                    <a:pt x="68961" y="732348"/>
                  </a:lnTo>
                  <a:lnTo>
                    <a:pt x="66967" y="685431"/>
                  </a:lnTo>
                  <a:lnTo>
                    <a:pt x="68961" y="638519"/>
                  </a:lnTo>
                  <a:lnTo>
                    <a:pt x="74904" y="592015"/>
                  </a:lnTo>
                  <a:lnTo>
                    <a:pt x="84732" y="546108"/>
                  </a:lnTo>
                  <a:lnTo>
                    <a:pt x="98383" y="500988"/>
                  </a:lnTo>
                  <a:lnTo>
                    <a:pt x="115794" y="456843"/>
                  </a:lnTo>
                  <a:lnTo>
                    <a:pt x="136902" y="413863"/>
                  </a:lnTo>
                  <a:lnTo>
                    <a:pt x="161645" y="372237"/>
                  </a:lnTo>
                  <a:lnTo>
                    <a:pt x="189984" y="332385"/>
                  </a:lnTo>
                  <a:lnTo>
                    <a:pt x="221510" y="294687"/>
                  </a:lnTo>
                  <a:lnTo>
                    <a:pt x="256057" y="259268"/>
                  </a:lnTo>
                  <a:lnTo>
                    <a:pt x="293463" y="226256"/>
                  </a:lnTo>
                  <a:lnTo>
                    <a:pt x="333564" y="195775"/>
                  </a:lnTo>
                  <a:lnTo>
                    <a:pt x="376196" y="167952"/>
                  </a:lnTo>
                  <a:lnTo>
                    <a:pt x="421195" y="142913"/>
                  </a:lnTo>
                  <a:lnTo>
                    <a:pt x="468307" y="120924"/>
                  </a:lnTo>
                  <a:lnTo>
                    <a:pt x="516938" y="102198"/>
                  </a:lnTo>
                  <a:lnTo>
                    <a:pt x="566885" y="86778"/>
                  </a:lnTo>
                  <a:lnTo>
                    <a:pt x="617947" y="74709"/>
                  </a:lnTo>
                  <a:lnTo>
                    <a:pt x="669922" y="66034"/>
                  </a:lnTo>
                  <a:lnTo>
                    <a:pt x="722608" y="60797"/>
                  </a:lnTo>
                  <a:lnTo>
                    <a:pt x="775804" y="59042"/>
                  </a:lnTo>
                  <a:lnTo>
                    <a:pt x="1089975" y="59042"/>
                  </a:lnTo>
                  <a:lnTo>
                    <a:pt x="1072566" y="52088"/>
                  </a:lnTo>
                  <a:lnTo>
                    <a:pt x="1025083" y="36330"/>
                  </a:lnTo>
                  <a:lnTo>
                    <a:pt x="976595" y="23352"/>
                  </a:lnTo>
                  <a:lnTo>
                    <a:pt x="927262" y="13192"/>
                  </a:lnTo>
                  <a:lnTo>
                    <a:pt x="877246" y="5888"/>
                  </a:lnTo>
                  <a:lnTo>
                    <a:pt x="826707" y="1478"/>
                  </a:lnTo>
                  <a:lnTo>
                    <a:pt x="775804" y="0"/>
                  </a:lnTo>
                  <a:close/>
                </a:path>
                <a:path w="1551940" h="1370964">
                  <a:moveTo>
                    <a:pt x="1089975" y="59042"/>
                  </a:moveTo>
                  <a:lnTo>
                    <a:pt x="775804" y="59042"/>
                  </a:lnTo>
                  <a:lnTo>
                    <a:pt x="829000" y="60797"/>
                  </a:lnTo>
                  <a:lnTo>
                    <a:pt x="881684" y="66034"/>
                  </a:lnTo>
                  <a:lnTo>
                    <a:pt x="933657" y="74709"/>
                  </a:lnTo>
                  <a:lnTo>
                    <a:pt x="984716" y="86778"/>
                  </a:lnTo>
                  <a:lnTo>
                    <a:pt x="1034661" y="102198"/>
                  </a:lnTo>
                  <a:lnTo>
                    <a:pt x="1083289" y="120924"/>
                  </a:lnTo>
                  <a:lnTo>
                    <a:pt x="1130401" y="142913"/>
                  </a:lnTo>
                  <a:lnTo>
                    <a:pt x="1175405" y="167952"/>
                  </a:lnTo>
                  <a:lnTo>
                    <a:pt x="1218040" y="195775"/>
                  </a:lnTo>
                  <a:lnTo>
                    <a:pt x="1258143" y="226256"/>
                  </a:lnTo>
                  <a:lnTo>
                    <a:pt x="1295551" y="259268"/>
                  </a:lnTo>
                  <a:lnTo>
                    <a:pt x="1330099" y="294687"/>
                  </a:lnTo>
                  <a:lnTo>
                    <a:pt x="1361624" y="332385"/>
                  </a:lnTo>
                  <a:lnTo>
                    <a:pt x="1389964" y="372237"/>
                  </a:lnTo>
                  <a:lnTo>
                    <a:pt x="1414703" y="413863"/>
                  </a:lnTo>
                  <a:lnTo>
                    <a:pt x="1435809" y="456843"/>
                  </a:lnTo>
                  <a:lnTo>
                    <a:pt x="1453220" y="500988"/>
                  </a:lnTo>
                  <a:lnTo>
                    <a:pt x="1466872" y="546108"/>
                  </a:lnTo>
                  <a:lnTo>
                    <a:pt x="1476702" y="592015"/>
                  </a:lnTo>
                  <a:lnTo>
                    <a:pt x="1482647" y="638519"/>
                  </a:lnTo>
                  <a:lnTo>
                    <a:pt x="1484642" y="685431"/>
                  </a:lnTo>
                  <a:lnTo>
                    <a:pt x="1482647" y="732348"/>
                  </a:lnTo>
                  <a:lnTo>
                    <a:pt x="1476702" y="778856"/>
                  </a:lnTo>
                  <a:lnTo>
                    <a:pt x="1466872" y="824765"/>
                  </a:lnTo>
                  <a:lnTo>
                    <a:pt x="1453220" y="869886"/>
                  </a:lnTo>
                  <a:lnTo>
                    <a:pt x="1435809" y="914032"/>
                  </a:lnTo>
                  <a:lnTo>
                    <a:pt x="1414703" y="957012"/>
                  </a:lnTo>
                  <a:lnTo>
                    <a:pt x="1389964" y="998639"/>
                  </a:lnTo>
                  <a:lnTo>
                    <a:pt x="1361624" y="1038490"/>
                  </a:lnTo>
                  <a:lnTo>
                    <a:pt x="1330099" y="1076188"/>
                  </a:lnTo>
                  <a:lnTo>
                    <a:pt x="1295551" y="1111607"/>
                  </a:lnTo>
                  <a:lnTo>
                    <a:pt x="1258143" y="1144619"/>
                  </a:lnTo>
                  <a:lnTo>
                    <a:pt x="1218040" y="1175100"/>
                  </a:lnTo>
                  <a:lnTo>
                    <a:pt x="1175405" y="1202923"/>
                  </a:lnTo>
                  <a:lnTo>
                    <a:pt x="1130401" y="1227963"/>
                  </a:lnTo>
                  <a:lnTo>
                    <a:pt x="1083289" y="1249951"/>
                  </a:lnTo>
                  <a:lnTo>
                    <a:pt x="1034661" y="1268677"/>
                  </a:lnTo>
                  <a:lnTo>
                    <a:pt x="984716" y="1284097"/>
                  </a:lnTo>
                  <a:lnTo>
                    <a:pt x="933657" y="1296166"/>
                  </a:lnTo>
                  <a:lnTo>
                    <a:pt x="881684" y="1304841"/>
                  </a:lnTo>
                  <a:lnTo>
                    <a:pt x="829000" y="1310078"/>
                  </a:lnTo>
                  <a:lnTo>
                    <a:pt x="775804" y="1311833"/>
                  </a:lnTo>
                  <a:lnTo>
                    <a:pt x="1089975" y="1311833"/>
                  </a:lnTo>
                  <a:lnTo>
                    <a:pt x="1163878" y="1279080"/>
                  </a:lnTo>
                  <a:lnTo>
                    <a:pt x="1207078" y="1255304"/>
                  </a:lnTo>
                  <a:lnTo>
                    <a:pt x="1248303" y="1229139"/>
                  </a:lnTo>
                  <a:lnTo>
                    <a:pt x="1287434" y="1200697"/>
                  </a:lnTo>
                  <a:lnTo>
                    <a:pt x="1324354" y="1170085"/>
                  </a:lnTo>
                  <a:lnTo>
                    <a:pt x="1358944" y="1137416"/>
                  </a:lnTo>
                  <a:lnTo>
                    <a:pt x="1391087" y="1102797"/>
                  </a:lnTo>
                  <a:lnTo>
                    <a:pt x="1420664" y="1066340"/>
                  </a:lnTo>
                  <a:lnTo>
                    <a:pt x="1447558" y="1028153"/>
                  </a:lnTo>
                  <a:lnTo>
                    <a:pt x="1474747" y="982721"/>
                  </a:lnTo>
                  <a:lnTo>
                    <a:pt x="1497942" y="935744"/>
                  </a:lnTo>
                  <a:lnTo>
                    <a:pt x="1517074" y="887446"/>
                  </a:lnTo>
                  <a:lnTo>
                    <a:pt x="1532074" y="838045"/>
                  </a:lnTo>
                  <a:lnTo>
                    <a:pt x="1542874" y="787762"/>
                  </a:lnTo>
                  <a:lnTo>
                    <a:pt x="1549404" y="736817"/>
                  </a:lnTo>
                  <a:lnTo>
                    <a:pt x="1551597" y="685431"/>
                  </a:lnTo>
                  <a:lnTo>
                    <a:pt x="1549404" y="634050"/>
                  </a:lnTo>
                  <a:lnTo>
                    <a:pt x="1542874" y="583109"/>
                  </a:lnTo>
                  <a:lnTo>
                    <a:pt x="1532074" y="532828"/>
                  </a:lnTo>
                  <a:lnTo>
                    <a:pt x="1517074" y="483428"/>
                  </a:lnTo>
                  <a:lnTo>
                    <a:pt x="1497942" y="435130"/>
                  </a:lnTo>
                  <a:lnTo>
                    <a:pt x="1474747" y="388155"/>
                  </a:lnTo>
                  <a:lnTo>
                    <a:pt x="1447558" y="342722"/>
                  </a:lnTo>
                  <a:lnTo>
                    <a:pt x="1420664" y="304532"/>
                  </a:lnTo>
                  <a:lnTo>
                    <a:pt x="1391087" y="268072"/>
                  </a:lnTo>
                  <a:lnTo>
                    <a:pt x="1358944" y="233454"/>
                  </a:lnTo>
                  <a:lnTo>
                    <a:pt x="1324354" y="200785"/>
                  </a:lnTo>
                  <a:lnTo>
                    <a:pt x="1287434" y="170175"/>
                  </a:lnTo>
                  <a:lnTo>
                    <a:pt x="1248303" y="141734"/>
                  </a:lnTo>
                  <a:lnTo>
                    <a:pt x="1207078" y="115571"/>
                  </a:lnTo>
                  <a:lnTo>
                    <a:pt x="1163878" y="91795"/>
                  </a:lnTo>
                  <a:lnTo>
                    <a:pt x="1118885" y="70589"/>
                  </a:lnTo>
                  <a:lnTo>
                    <a:pt x="1089975" y="59042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35" name="object 9"/>
          <p:cNvSpPr/>
          <p:nvPr/>
        </p:nvSpPr>
        <p:spPr>
          <a:xfrm>
            <a:off x="8242560" y="1640880"/>
            <a:ext cx="7484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Strain2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36" name="object 10"/>
          <p:cNvGrpSpPr/>
          <p:nvPr/>
        </p:nvGrpSpPr>
        <p:grpSpPr>
          <a:xfrm>
            <a:off x="5306400" y="862920"/>
            <a:ext cx="4667040" cy="1975680"/>
            <a:chOff x="5306400" y="862920"/>
            <a:chExt cx="4667040" cy="1975680"/>
          </a:xfrm>
        </p:grpSpPr>
        <p:sp>
          <p:nvSpPr>
            <p:cNvPr id="337" name="object 11"/>
            <p:cNvSpPr/>
            <p:nvPr/>
          </p:nvSpPr>
          <p:spPr>
            <a:xfrm>
              <a:off x="8972640" y="1206360"/>
              <a:ext cx="405360" cy="474480"/>
            </a:xfrm>
            <a:custGeom>
              <a:avLst/>
              <a:gdLst>
                <a:gd name="textAreaLeft" fmla="*/ 0 w 405360"/>
                <a:gd name="textAreaRight" fmla="*/ 405720 w 405360"/>
                <a:gd name="textAreaTop" fmla="*/ 0 h 474480"/>
                <a:gd name="textAreaBottom" fmla="*/ 474840 h 474480"/>
              </a:gdLst>
              <a:ahLst/>
              <a:rect l="textAreaLeft" t="textAreaTop" r="textAreaRight" b="textAreaBottom"/>
              <a:pathLst>
                <a:path w="405765" h="474980">
                  <a:moveTo>
                    <a:pt x="187566" y="104762"/>
                  </a:moveTo>
                  <a:lnTo>
                    <a:pt x="36360" y="0"/>
                  </a:lnTo>
                  <a:lnTo>
                    <a:pt x="0" y="52565"/>
                  </a:lnTo>
                  <a:lnTo>
                    <a:pt x="75603" y="105117"/>
                  </a:lnTo>
                  <a:lnTo>
                    <a:pt x="151206" y="157314"/>
                  </a:lnTo>
                  <a:lnTo>
                    <a:pt x="187566" y="104762"/>
                  </a:lnTo>
                  <a:close/>
                </a:path>
                <a:path w="405765" h="474980">
                  <a:moveTo>
                    <a:pt x="405358" y="451078"/>
                  </a:moveTo>
                  <a:lnTo>
                    <a:pt x="337680" y="280085"/>
                  </a:lnTo>
                  <a:lnTo>
                    <a:pt x="278282" y="303479"/>
                  </a:lnTo>
                  <a:lnTo>
                    <a:pt x="312115" y="389153"/>
                  </a:lnTo>
                  <a:lnTo>
                    <a:pt x="345960" y="474484"/>
                  </a:lnTo>
                  <a:lnTo>
                    <a:pt x="405358" y="451078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38" name="object 12"/>
            <p:cNvSpPr/>
            <p:nvPr/>
          </p:nvSpPr>
          <p:spPr>
            <a:xfrm>
              <a:off x="7919640" y="1359000"/>
              <a:ext cx="155880" cy="187560"/>
            </a:xfrm>
            <a:custGeom>
              <a:avLst/>
              <a:gdLst>
                <a:gd name="textAreaLeft" fmla="*/ 0 w 155880"/>
                <a:gd name="textAreaRight" fmla="*/ 156240 w 155880"/>
                <a:gd name="textAreaTop" fmla="*/ 0 h 187560"/>
                <a:gd name="textAreaBottom" fmla="*/ 187920 h 187560"/>
              </a:gdLst>
              <a:ahLst/>
              <a:rect l="textAreaLeft" t="textAreaTop" r="textAreaRight" b="textAreaBottom"/>
              <a:pathLst>
                <a:path w="156209" h="187959">
                  <a:moveTo>
                    <a:pt x="103314" y="0"/>
                  </a:moveTo>
                  <a:lnTo>
                    <a:pt x="51473" y="75958"/>
                  </a:lnTo>
                  <a:lnTo>
                    <a:pt x="0" y="151917"/>
                  </a:lnTo>
                  <a:lnTo>
                    <a:pt x="52552" y="187921"/>
                  </a:lnTo>
                  <a:lnTo>
                    <a:pt x="155879" y="36004"/>
                  </a:lnTo>
                  <a:lnTo>
                    <a:pt x="103314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39" name="object 13"/>
            <p:cNvSpPr/>
            <p:nvPr/>
          </p:nvSpPr>
          <p:spPr>
            <a:xfrm>
              <a:off x="8072280" y="2241360"/>
              <a:ext cx="186480" cy="159840"/>
            </a:xfrm>
            <a:custGeom>
              <a:avLst/>
              <a:gdLst>
                <a:gd name="textAreaLeft" fmla="*/ 0 w 186480"/>
                <a:gd name="textAreaRight" fmla="*/ 186840 w 186480"/>
                <a:gd name="textAreaTop" fmla="*/ 0 h 159840"/>
                <a:gd name="textAreaBottom" fmla="*/ 160200 h 159840"/>
              </a:gdLst>
              <a:ahLst/>
              <a:rect l="textAreaLeft" t="textAreaTop" r="textAreaRight" b="textAreaBottom"/>
              <a:pathLst>
                <a:path w="186690" h="160019">
                  <a:moveTo>
                    <a:pt x="37439" y="0"/>
                  </a:moveTo>
                  <a:lnTo>
                    <a:pt x="0" y="51841"/>
                  </a:lnTo>
                  <a:lnTo>
                    <a:pt x="74510" y="105841"/>
                  </a:lnTo>
                  <a:lnTo>
                    <a:pt x="149034" y="159486"/>
                  </a:lnTo>
                  <a:lnTo>
                    <a:pt x="186474" y="107645"/>
                  </a:lnTo>
                  <a:lnTo>
                    <a:pt x="37439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0" name="object 14"/>
            <p:cNvSpPr/>
            <p:nvPr/>
          </p:nvSpPr>
          <p:spPr>
            <a:xfrm>
              <a:off x="8715240" y="2376720"/>
              <a:ext cx="213120" cy="106920"/>
            </a:xfrm>
            <a:custGeom>
              <a:avLst/>
              <a:gdLst>
                <a:gd name="textAreaLeft" fmla="*/ 0 w 213120"/>
                <a:gd name="textAreaRight" fmla="*/ 213480 w 213120"/>
                <a:gd name="textAreaTop" fmla="*/ 0 h 106920"/>
                <a:gd name="textAreaBottom" fmla="*/ 107280 h 106920"/>
              </a:gdLst>
              <a:ahLst/>
              <a:rect l="textAreaLeft" t="textAreaTop" r="textAreaRight" b="textAreaBottom"/>
              <a:pathLst>
                <a:path w="213359" h="107314">
                  <a:moveTo>
                    <a:pt x="199085" y="0"/>
                  </a:moveTo>
                  <a:lnTo>
                    <a:pt x="0" y="45364"/>
                  </a:lnTo>
                  <a:lnTo>
                    <a:pt x="14046" y="107289"/>
                  </a:lnTo>
                  <a:lnTo>
                    <a:pt x="113766" y="84607"/>
                  </a:lnTo>
                  <a:lnTo>
                    <a:pt x="213118" y="61925"/>
                  </a:lnTo>
                  <a:lnTo>
                    <a:pt x="199085" y="0"/>
                  </a:lnTo>
                  <a:close/>
                </a:path>
              </a:pathLst>
            </a:custGeom>
            <a:solidFill>
              <a:srgbClr val="7702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1" name="object 15"/>
            <p:cNvSpPr/>
            <p:nvPr/>
          </p:nvSpPr>
          <p:spPr>
            <a:xfrm>
              <a:off x="8319240" y="1118160"/>
              <a:ext cx="213120" cy="106920"/>
            </a:xfrm>
            <a:custGeom>
              <a:avLst/>
              <a:gdLst>
                <a:gd name="textAreaLeft" fmla="*/ 0 w 213120"/>
                <a:gd name="textAreaRight" fmla="*/ 213480 w 213120"/>
                <a:gd name="textAreaTop" fmla="*/ 0 h 106920"/>
                <a:gd name="textAreaBottom" fmla="*/ 107280 h 106920"/>
              </a:gdLst>
              <a:ahLst/>
              <a:rect l="textAreaLeft" t="textAreaTop" r="textAreaRight" b="textAreaBottom"/>
              <a:pathLst>
                <a:path w="213359" h="107315">
                  <a:moveTo>
                    <a:pt x="199085" y="0"/>
                  </a:moveTo>
                  <a:lnTo>
                    <a:pt x="0" y="44996"/>
                  </a:lnTo>
                  <a:lnTo>
                    <a:pt x="14046" y="107276"/>
                  </a:lnTo>
                  <a:lnTo>
                    <a:pt x="113766" y="84607"/>
                  </a:lnTo>
                  <a:lnTo>
                    <a:pt x="213118" y="62280"/>
                  </a:lnTo>
                  <a:lnTo>
                    <a:pt x="199085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2" name="object 16"/>
            <p:cNvSpPr/>
            <p:nvPr/>
          </p:nvSpPr>
          <p:spPr>
            <a:xfrm>
              <a:off x="9160560" y="2054160"/>
              <a:ext cx="156600" cy="18828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88280"/>
                <a:gd name="textAreaBottom" fmla="*/ 188640 h 188280"/>
              </a:gdLst>
              <a:ahLst/>
              <a:rect l="textAreaLeft" t="textAreaTop" r="textAreaRight" b="textAreaBottom"/>
              <a:pathLst>
                <a:path w="156845" h="188594">
                  <a:moveTo>
                    <a:pt x="103314" y="0"/>
                  </a:moveTo>
                  <a:lnTo>
                    <a:pt x="51473" y="75958"/>
                  </a:lnTo>
                  <a:lnTo>
                    <a:pt x="0" y="152273"/>
                  </a:lnTo>
                  <a:lnTo>
                    <a:pt x="52920" y="188277"/>
                  </a:lnTo>
                  <a:lnTo>
                    <a:pt x="156235" y="36004"/>
                  </a:lnTo>
                  <a:lnTo>
                    <a:pt x="103314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3" name="object 17"/>
            <p:cNvSpPr/>
            <p:nvPr/>
          </p:nvSpPr>
          <p:spPr>
            <a:xfrm>
              <a:off x="5306400" y="862920"/>
              <a:ext cx="4667040" cy="1975680"/>
            </a:xfrm>
            <a:custGeom>
              <a:avLst/>
              <a:gdLst>
                <a:gd name="textAreaLeft" fmla="*/ 0 w 4667040"/>
                <a:gd name="textAreaRight" fmla="*/ 4667400 w 4667040"/>
                <a:gd name="textAreaTop" fmla="*/ 0 h 1975680"/>
                <a:gd name="textAreaBottom" fmla="*/ 1976040 h 1975680"/>
              </a:gdLst>
              <a:ahLst/>
              <a:rect l="textAreaLeft" t="textAreaTop" r="textAreaRight" b="textAreaBottom"/>
              <a:pathLst>
                <a:path w="4667250" h="1976120">
                  <a:moveTo>
                    <a:pt x="4666678" y="987844"/>
                  </a:moveTo>
                  <a:lnTo>
                    <a:pt x="4664441" y="1031146"/>
                  </a:lnTo>
                  <a:lnTo>
                    <a:pt x="4657756" y="1074255"/>
                  </a:lnTo>
                  <a:lnTo>
                    <a:pt x="4646658" y="1117112"/>
                  </a:lnTo>
                  <a:lnTo>
                    <a:pt x="4631183" y="1159657"/>
                  </a:lnTo>
                  <a:lnTo>
                    <a:pt x="4611369" y="1201832"/>
                  </a:lnTo>
                  <a:lnTo>
                    <a:pt x="4587251" y="1243579"/>
                  </a:lnTo>
                  <a:lnTo>
                    <a:pt x="4558865" y="1284837"/>
                  </a:lnTo>
                  <a:lnTo>
                    <a:pt x="4526248" y="1325550"/>
                  </a:lnTo>
                  <a:lnTo>
                    <a:pt x="4489436" y="1365657"/>
                  </a:lnTo>
                  <a:lnTo>
                    <a:pt x="4448466" y="1405100"/>
                  </a:lnTo>
                  <a:lnTo>
                    <a:pt x="4403373" y="1443820"/>
                  </a:lnTo>
                  <a:lnTo>
                    <a:pt x="4354195" y="1481759"/>
                  </a:lnTo>
                  <a:lnTo>
                    <a:pt x="4319230" y="1506545"/>
                  </a:lnTo>
                  <a:lnTo>
                    <a:pt x="4282635" y="1530850"/>
                  </a:lnTo>
                  <a:lnTo>
                    <a:pt x="4244441" y="1554660"/>
                  </a:lnTo>
                  <a:lnTo>
                    <a:pt x="4204676" y="1577963"/>
                  </a:lnTo>
                  <a:lnTo>
                    <a:pt x="4163371" y="1600744"/>
                  </a:lnTo>
                  <a:lnTo>
                    <a:pt x="4120557" y="1622990"/>
                  </a:lnTo>
                  <a:lnTo>
                    <a:pt x="4076262" y="1644687"/>
                  </a:lnTo>
                  <a:lnTo>
                    <a:pt x="4030518" y="1665821"/>
                  </a:lnTo>
                  <a:lnTo>
                    <a:pt x="3983353" y="1686379"/>
                  </a:lnTo>
                  <a:lnTo>
                    <a:pt x="3934798" y="1706346"/>
                  </a:lnTo>
                  <a:lnTo>
                    <a:pt x="3884883" y="1725710"/>
                  </a:lnTo>
                  <a:lnTo>
                    <a:pt x="3833638" y="1744456"/>
                  </a:lnTo>
                  <a:lnTo>
                    <a:pt x="3781093" y="1762572"/>
                  </a:lnTo>
                  <a:lnTo>
                    <a:pt x="3727278" y="1780042"/>
                  </a:lnTo>
                  <a:lnTo>
                    <a:pt x="3672223" y="1796854"/>
                  </a:lnTo>
                  <a:lnTo>
                    <a:pt x="3615958" y="1812994"/>
                  </a:lnTo>
                  <a:lnTo>
                    <a:pt x="3558512" y="1828447"/>
                  </a:lnTo>
                  <a:lnTo>
                    <a:pt x="3499916" y="1843201"/>
                  </a:lnTo>
                  <a:lnTo>
                    <a:pt x="3453396" y="1854285"/>
                  </a:lnTo>
                  <a:lnTo>
                    <a:pt x="3406353" y="1864902"/>
                  </a:lnTo>
                  <a:lnTo>
                    <a:pt x="3358808" y="1875048"/>
                  </a:lnTo>
                  <a:lnTo>
                    <a:pt x="3310780" y="1884722"/>
                  </a:lnTo>
                  <a:lnTo>
                    <a:pt x="3262290" y="1893921"/>
                  </a:lnTo>
                  <a:lnTo>
                    <a:pt x="3213357" y="1902642"/>
                  </a:lnTo>
                  <a:lnTo>
                    <a:pt x="3164004" y="1910885"/>
                  </a:lnTo>
                  <a:lnTo>
                    <a:pt x="3114248" y="1918646"/>
                  </a:lnTo>
                  <a:lnTo>
                    <a:pt x="3064112" y="1925923"/>
                  </a:lnTo>
                  <a:lnTo>
                    <a:pt x="3013615" y="1932713"/>
                  </a:lnTo>
                  <a:lnTo>
                    <a:pt x="2962777" y="1939015"/>
                  </a:lnTo>
                  <a:lnTo>
                    <a:pt x="2911618" y="1944826"/>
                  </a:lnTo>
                  <a:lnTo>
                    <a:pt x="2860160" y="1950144"/>
                  </a:lnTo>
                  <a:lnTo>
                    <a:pt x="2808422" y="1954966"/>
                  </a:lnTo>
                  <a:lnTo>
                    <a:pt x="2756424" y="1959290"/>
                  </a:lnTo>
                  <a:lnTo>
                    <a:pt x="2704186" y="1963115"/>
                  </a:lnTo>
                  <a:lnTo>
                    <a:pt x="2651730" y="1966437"/>
                  </a:lnTo>
                  <a:lnTo>
                    <a:pt x="2599074" y="1969254"/>
                  </a:lnTo>
                  <a:lnTo>
                    <a:pt x="2546240" y="1971564"/>
                  </a:lnTo>
                  <a:lnTo>
                    <a:pt x="2493248" y="1973365"/>
                  </a:lnTo>
                  <a:lnTo>
                    <a:pt x="2440117" y="1974654"/>
                  </a:lnTo>
                  <a:lnTo>
                    <a:pt x="2386869" y="1975429"/>
                  </a:lnTo>
                  <a:lnTo>
                    <a:pt x="2333523" y="1975688"/>
                  </a:lnTo>
                  <a:lnTo>
                    <a:pt x="2280129" y="1975429"/>
                  </a:lnTo>
                  <a:lnTo>
                    <a:pt x="2226838" y="1974654"/>
                  </a:lnTo>
                  <a:lnTo>
                    <a:pt x="2173668" y="1973365"/>
                  </a:lnTo>
                  <a:lnTo>
                    <a:pt x="2120640" y="1971564"/>
                  </a:lnTo>
                  <a:lnTo>
                    <a:pt x="2067775" y="1969254"/>
                  </a:lnTo>
                  <a:lnTo>
                    <a:pt x="2015091" y="1966437"/>
                  </a:lnTo>
                  <a:lnTo>
                    <a:pt x="1962610" y="1963115"/>
                  </a:lnTo>
                  <a:lnTo>
                    <a:pt x="1910350" y="1959290"/>
                  </a:lnTo>
                  <a:lnTo>
                    <a:pt x="1858333" y="1954966"/>
                  </a:lnTo>
                  <a:lnTo>
                    <a:pt x="1806579" y="1950144"/>
                  </a:lnTo>
                  <a:lnTo>
                    <a:pt x="1755106" y="1944826"/>
                  </a:lnTo>
                  <a:lnTo>
                    <a:pt x="1703936" y="1939015"/>
                  </a:lnTo>
                  <a:lnTo>
                    <a:pt x="1653089" y="1932713"/>
                  </a:lnTo>
                  <a:lnTo>
                    <a:pt x="1602584" y="1925923"/>
                  </a:lnTo>
                  <a:lnTo>
                    <a:pt x="1552442" y="1918646"/>
                  </a:lnTo>
                  <a:lnTo>
                    <a:pt x="1502682" y="1910885"/>
                  </a:lnTo>
                  <a:lnTo>
                    <a:pt x="1453325" y="1902642"/>
                  </a:lnTo>
                  <a:lnTo>
                    <a:pt x="1404390" y="1893921"/>
                  </a:lnTo>
                  <a:lnTo>
                    <a:pt x="1355899" y="1884722"/>
                  </a:lnTo>
                  <a:lnTo>
                    <a:pt x="1307870" y="1875048"/>
                  </a:lnTo>
                  <a:lnTo>
                    <a:pt x="1260324" y="1864902"/>
                  </a:lnTo>
                  <a:lnTo>
                    <a:pt x="1213281" y="1854285"/>
                  </a:lnTo>
                  <a:lnTo>
                    <a:pt x="1166761" y="1843201"/>
                  </a:lnTo>
                  <a:lnTo>
                    <a:pt x="1108165" y="1828447"/>
                  </a:lnTo>
                  <a:lnTo>
                    <a:pt x="1050720" y="1812994"/>
                  </a:lnTo>
                  <a:lnTo>
                    <a:pt x="994454" y="1796854"/>
                  </a:lnTo>
                  <a:lnTo>
                    <a:pt x="939399" y="1780042"/>
                  </a:lnTo>
                  <a:lnTo>
                    <a:pt x="885584" y="1762572"/>
                  </a:lnTo>
                  <a:lnTo>
                    <a:pt x="833039" y="1744456"/>
                  </a:lnTo>
                  <a:lnTo>
                    <a:pt x="781793" y="1725710"/>
                  </a:lnTo>
                  <a:lnTo>
                    <a:pt x="731878" y="1706346"/>
                  </a:lnTo>
                  <a:lnTo>
                    <a:pt x="683323" y="1686379"/>
                  </a:lnTo>
                  <a:lnTo>
                    <a:pt x="636158" y="1665821"/>
                  </a:lnTo>
                  <a:lnTo>
                    <a:pt x="590412" y="1644687"/>
                  </a:lnTo>
                  <a:lnTo>
                    <a:pt x="546117" y="1622990"/>
                  </a:lnTo>
                  <a:lnTo>
                    <a:pt x="503301" y="1600744"/>
                  </a:lnTo>
                  <a:lnTo>
                    <a:pt x="461996" y="1577963"/>
                  </a:lnTo>
                  <a:lnTo>
                    <a:pt x="422230" y="1554660"/>
                  </a:lnTo>
                  <a:lnTo>
                    <a:pt x="384033" y="1530850"/>
                  </a:lnTo>
                  <a:lnTo>
                    <a:pt x="347437" y="1506545"/>
                  </a:lnTo>
                  <a:lnTo>
                    <a:pt x="312470" y="1481759"/>
                  </a:lnTo>
                  <a:lnTo>
                    <a:pt x="263292" y="1443820"/>
                  </a:lnTo>
                  <a:lnTo>
                    <a:pt x="218200" y="1405100"/>
                  </a:lnTo>
                  <a:lnTo>
                    <a:pt x="177231" y="1365657"/>
                  </a:lnTo>
                  <a:lnTo>
                    <a:pt x="140420" y="1325550"/>
                  </a:lnTo>
                  <a:lnTo>
                    <a:pt x="107805" y="1284837"/>
                  </a:lnTo>
                  <a:lnTo>
                    <a:pt x="79421" y="1243579"/>
                  </a:lnTo>
                  <a:lnTo>
                    <a:pt x="55304" y="1201832"/>
                  </a:lnTo>
                  <a:lnTo>
                    <a:pt x="35491" y="1159657"/>
                  </a:lnTo>
                  <a:lnTo>
                    <a:pt x="20018" y="1117112"/>
                  </a:lnTo>
                  <a:lnTo>
                    <a:pt x="8921" y="1074255"/>
                  </a:lnTo>
                  <a:lnTo>
                    <a:pt x="2236" y="1031146"/>
                  </a:lnTo>
                  <a:lnTo>
                    <a:pt x="0" y="987844"/>
                  </a:lnTo>
                  <a:lnTo>
                    <a:pt x="2236" y="944541"/>
                  </a:lnTo>
                  <a:lnTo>
                    <a:pt x="8921" y="901432"/>
                  </a:lnTo>
                  <a:lnTo>
                    <a:pt x="20018" y="858575"/>
                  </a:lnTo>
                  <a:lnTo>
                    <a:pt x="35491" y="816030"/>
                  </a:lnTo>
                  <a:lnTo>
                    <a:pt x="55304" y="773855"/>
                  </a:lnTo>
                  <a:lnTo>
                    <a:pt x="79421" y="732108"/>
                  </a:lnTo>
                  <a:lnTo>
                    <a:pt x="107805" y="690850"/>
                  </a:lnTo>
                  <a:lnTo>
                    <a:pt x="140420" y="650137"/>
                  </a:lnTo>
                  <a:lnTo>
                    <a:pt x="177231" y="610030"/>
                  </a:lnTo>
                  <a:lnTo>
                    <a:pt x="218200" y="570587"/>
                  </a:lnTo>
                  <a:lnTo>
                    <a:pt x="263292" y="531867"/>
                  </a:lnTo>
                  <a:lnTo>
                    <a:pt x="312470" y="493928"/>
                  </a:lnTo>
                  <a:lnTo>
                    <a:pt x="347437" y="469142"/>
                  </a:lnTo>
                  <a:lnTo>
                    <a:pt x="384033" y="444838"/>
                  </a:lnTo>
                  <a:lnTo>
                    <a:pt x="422230" y="421027"/>
                  </a:lnTo>
                  <a:lnTo>
                    <a:pt x="461996" y="397724"/>
                  </a:lnTo>
                  <a:lnTo>
                    <a:pt x="503301" y="374943"/>
                  </a:lnTo>
                  <a:lnTo>
                    <a:pt x="546117" y="352697"/>
                  </a:lnTo>
                  <a:lnTo>
                    <a:pt x="590412" y="331001"/>
                  </a:lnTo>
                  <a:lnTo>
                    <a:pt x="636158" y="309866"/>
                  </a:lnTo>
                  <a:lnTo>
                    <a:pt x="683323" y="289309"/>
                  </a:lnTo>
                  <a:lnTo>
                    <a:pt x="731878" y="269341"/>
                  </a:lnTo>
                  <a:lnTo>
                    <a:pt x="781793" y="249977"/>
                  </a:lnTo>
                  <a:lnTo>
                    <a:pt x="833039" y="231231"/>
                  </a:lnTo>
                  <a:lnTo>
                    <a:pt x="885584" y="213116"/>
                  </a:lnTo>
                  <a:lnTo>
                    <a:pt x="939399" y="195645"/>
                  </a:lnTo>
                  <a:lnTo>
                    <a:pt x="994454" y="178833"/>
                  </a:lnTo>
                  <a:lnTo>
                    <a:pt x="1050720" y="162694"/>
                  </a:lnTo>
                  <a:lnTo>
                    <a:pt x="1108165" y="147240"/>
                  </a:lnTo>
                  <a:lnTo>
                    <a:pt x="1166761" y="132486"/>
                  </a:lnTo>
                  <a:lnTo>
                    <a:pt x="1213281" y="121402"/>
                  </a:lnTo>
                  <a:lnTo>
                    <a:pt x="1260324" y="110785"/>
                  </a:lnTo>
                  <a:lnTo>
                    <a:pt x="1307869" y="100639"/>
                  </a:lnTo>
                  <a:lnTo>
                    <a:pt x="1355897" y="90965"/>
                  </a:lnTo>
                  <a:lnTo>
                    <a:pt x="1404386" y="81767"/>
                  </a:lnTo>
                  <a:lnTo>
                    <a:pt x="1453318" y="73045"/>
                  </a:lnTo>
                  <a:lnTo>
                    <a:pt x="1502671" y="64802"/>
                  </a:lnTo>
                  <a:lnTo>
                    <a:pt x="1552426" y="57041"/>
                  </a:lnTo>
                  <a:lnTo>
                    <a:pt x="1602562" y="49765"/>
                  </a:lnTo>
                  <a:lnTo>
                    <a:pt x="1653059" y="42974"/>
                  </a:lnTo>
                  <a:lnTo>
                    <a:pt x="1703896" y="36672"/>
                  </a:lnTo>
                  <a:lnTo>
                    <a:pt x="1755054" y="30861"/>
                  </a:lnTo>
                  <a:lnTo>
                    <a:pt x="1806512" y="25544"/>
                  </a:lnTo>
                  <a:lnTo>
                    <a:pt x="1858250" y="20721"/>
                  </a:lnTo>
                  <a:lnTo>
                    <a:pt x="1910248" y="16397"/>
                  </a:lnTo>
                  <a:lnTo>
                    <a:pt x="1962486" y="12573"/>
                  </a:lnTo>
                  <a:lnTo>
                    <a:pt x="2014942" y="9251"/>
                  </a:lnTo>
                  <a:lnTo>
                    <a:pt x="2067598" y="6434"/>
                  </a:lnTo>
                  <a:lnTo>
                    <a:pt x="2120433" y="4123"/>
                  </a:lnTo>
                  <a:lnTo>
                    <a:pt x="2173426" y="2323"/>
                  </a:lnTo>
                  <a:lnTo>
                    <a:pt x="2226557" y="1034"/>
                  </a:lnTo>
                  <a:lnTo>
                    <a:pt x="2279807" y="258"/>
                  </a:lnTo>
                  <a:lnTo>
                    <a:pt x="2333155" y="0"/>
                  </a:lnTo>
                  <a:lnTo>
                    <a:pt x="2386547" y="258"/>
                  </a:lnTo>
                  <a:lnTo>
                    <a:pt x="2439837" y="1034"/>
                  </a:lnTo>
                  <a:lnTo>
                    <a:pt x="2493006" y="2323"/>
                  </a:lnTo>
                  <a:lnTo>
                    <a:pt x="2546033" y="4123"/>
                  </a:lnTo>
                  <a:lnTo>
                    <a:pt x="2598898" y="6434"/>
                  </a:lnTo>
                  <a:lnTo>
                    <a:pt x="2651581" y="9251"/>
                  </a:lnTo>
                  <a:lnTo>
                    <a:pt x="2704062" y="12573"/>
                  </a:lnTo>
                  <a:lnTo>
                    <a:pt x="2756321" y="16397"/>
                  </a:lnTo>
                  <a:lnTo>
                    <a:pt x="2808339" y="20721"/>
                  </a:lnTo>
                  <a:lnTo>
                    <a:pt x="2860093" y="25544"/>
                  </a:lnTo>
                  <a:lnTo>
                    <a:pt x="2911566" y="30861"/>
                  </a:lnTo>
                  <a:lnTo>
                    <a:pt x="2962737" y="36672"/>
                  </a:lnTo>
                  <a:lnTo>
                    <a:pt x="3013585" y="42974"/>
                  </a:lnTo>
                  <a:lnTo>
                    <a:pt x="3064090" y="49765"/>
                  </a:lnTo>
                  <a:lnTo>
                    <a:pt x="3114233" y="57041"/>
                  </a:lnTo>
                  <a:lnTo>
                    <a:pt x="3163993" y="64802"/>
                  </a:lnTo>
                  <a:lnTo>
                    <a:pt x="3213351" y="73045"/>
                  </a:lnTo>
                  <a:lnTo>
                    <a:pt x="3262286" y="81767"/>
                  </a:lnTo>
                  <a:lnTo>
                    <a:pt x="3310778" y="90965"/>
                  </a:lnTo>
                  <a:lnTo>
                    <a:pt x="3358807" y="100639"/>
                  </a:lnTo>
                  <a:lnTo>
                    <a:pt x="3406353" y="110785"/>
                  </a:lnTo>
                  <a:lnTo>
                    <a:pt x="3453396" y="121402"/>
                  </a:lnTo>
                  <a:lnTo>
                    <a:pt x="3499916" y="132486"/>
                  </a:lnTo>
                  <a:lnTo>
                    <a:pt x="3558512" y="147240"/>
                  </a:lnTo>
                  <a:lnTo>
                    <a:pt x="3615958" y="162694"/>
                  </a:lnTo>
                  <a:lnTo>
                    <a:pt x="3672223" y="178833"/>
                  </a:lnTo>
                  <a:lnTo>
                    <a:pt x="3727278" y="195645"/>
                  </a:lnTo>
                  <a:lnTo>
                    <a:pt x="3781093" y="213116"/>
                  </a:lnTo>
                  <a:lnTo>
                    <a:pt x="3833638" y="231231"/>
                  </a:lnTo>
                  <a:lnTo>
                    <a:pt x="3884883" y="249977"/>
                  </a:lnTo>
                  <a:lnTo>
                    <a:pt x="3934798" y="269341"/>
                  </a:lnTo>
                  <a:lnTo>
                    <a:pt x="3983353" y="289309"/>
                  </a:lnTo>
                  <a:lnTo>
                    <a:pt x="4030518" y="309866"/>
                  </a:lnTo>
                  <a:lnTo>
                    <a:pt x="4076262" y="331001"/>
                  </a:lnTo>
                  <a:lnTo>
                    <a:pt x="4120557" y="352697"/>
                  </a:lnTo>
                  <a:lnTo>
                    <a:pt x="4163371" y="374943"/>
                  </a:lnTo>
                  <a:lnTo>
                    <a:pt x="4204676" y="397724"/>
                  </a:lnTo>
                  <a:lnTo>
                    <a:pt x="4244441" y="421027"/>
                  </a:lnTo>
                  <a:lnTo>
                    <a:pt x="4282635" y="444838"/>
                  </a:lnTo>
                  <a:lnTo>
                    <a:pt x="4319230" y="469142"/>
                  </a:lnTo>
                  <a:lnTo>
                    <a:pt x="4354195" y="493928"/>
                  </a:lnTo>
                  <a:lnTo>
                    <a:pt x="4403373" y="531867"/>
                  </a:lnTo>
                  <a:lnTo>
                    <a:pt x="4448466" y="570587"/>
                  </a:lnTo>
                  <a:lnTo>
                    <a:pt x="4489436" y="610030"/>
                  </a:lnTo>
                  <a:lnTo>
                    <a:pt x="4526248" y="650137"/>
                  </a:lnTo>
                  <a:lnTo>
                    <a:pt x="4558865" y="690850"/>
                  </a:lnTo>
                  <a:lnTo>
                    <a:pt x="4587251" y="732108"/>
                  </a:lnTo>
                  <a:lnTo>
                    <a:pt x="4611369" y="773855"/>
                  </a:lnTo>
                  <a:lnTo>
                    <a:pt x="4631183" y="816030"/>
                  </a:lnTo>
                  <a:lnTo>
                    <a:pt x="4646658" y="858575"/>
                  </a:lnTo>
                  <a:lnTo>
                    <a:pt x="4657756" y="901432"/>
                  </a:lnTo>
                  <a:lnTo>
                    <a:pt x="4664441" y="944541"/>
                  </a:lnTo>
                  <a:lnTo>
                    <a:pt x="4666678" y="987844"/>
                  </a:lnTo>
                  <a:close/>
                </a:path>
              </a:pathLst>
            </a:custGeom>
            <a:noFill/>
            <a:ln w="38159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44" name="object 18"/>
          <p:cNvGrpSpPr/>
          <p:nvPr/>
        </p:nvGrpSpPr>
        <p:grpSpPr>
          <a:xfrm>
            <a:off x="6655680" y="3770640"/>
            <a:ext cx="2584800" cy="824760"/>
            <a:chOff x="6655680" y="3770640"/>
            <a:chExt cx="2584800" cy="824760"/>
          </a:xfrm>
        </p:grpSpPr>
        <p:sp>
          <p:nvSpPr>
            <p:cNvPr id="345" name="object 19"/>
            <p:cNvSpPr/>
            <p:nvPr/>
          </p:nvSpPr>
          <p:spPr>
            <a:xfrm>
              <a:off x="6694560" y="3773520"/>
              <a:ext cx="2397240" cy="821880"/>
            </a:xfrm>
            <a:custGeom>
              <a:avLst/>
              <a:gdLst>
                <a:gd name="textAreaLeft" fmla="*/ 0 w 2397240"/>
                <a:gd name="textAreaRight" fmla="*/ 2397600 w 2397240"/>
                <a:gd name="textAreaTop" fmla="*/ 0 h 821880"/>
                <a:gd name="textAreaBottom" fmla="*/ 822240 h 821880"/>
              </a:gdLst>
              <a:ahLst/>
              <a:rect l="textAreaLeft" t="textAreaTop" r="textAreaRight" b="textAreaBottom"/>
              <a:pathLst>
                <a:path w="2397759" h="822325">
                  <a:moveTo>
                    <a:pt x="647280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323634" y="63715"/>
                  </a:lnTo>
                  <a:lnTo>
                    <a:pt x="647280" y="63715"/>
                  </a:lnTo>
                  <a:lnTo>
                    <a:pt x="647280" y="0"/>
                  </a:lnTo>
                  <a:close/>
                </a:path>
                <a:path w="2397759" h="822325">
                  <a:moveTo>
                    <a:pt x="1634032" y="620991"/>
                  </a:moveTo>
                  <a:lnTo>
                    <a:pt x="1248117" y="620991"/>
                  </a:lnTo>
                  <a:lnTo>
                    <a:pt x="1248117" y="684720"/>
                  </a:lnTo>
                  <a:lnTo>
                    <a:pt x="1441081" y="684720"/>
                  </a:lnTo>
                  <a:lnTo>
                    <a:pt x="1634032" y="684720"/>
                  </a:lnTo>
                  <a:lnTo>
                    <a:pt x="1634032" y="620991"/>
                  </a:lnTo>
                  <a:close/>
                </a:path>
                <a:path w="2397759" h="822325">
                  <a:moveTo>
                    <a:pt x="2311552" y="758520"/>
                  </a:moveTo>
                  <a:lnTo>
                    <a:pt x="2058111" y="758520"/>
                  </a:lnTo>
                  <a:lnTo>
                    <a:pt x="2058111" y="822236"/>
                  </a:lnTo>
                  <a:lnTo>
                    <a:pt x="2184831" y="822236"/>
                  </a:lnTo>
                  <a:lnTo>
                    <a:pt x="2311552" y="822236"/>
                  </a:lnTo>
                  <a:lnTo>
                    <a:pt x="2311552" y="758520"/>
                  </a:lnTo>
                  <a:close/>
                </a:path>
                <a:path w="2397759" h="822325">
                  <a:moveTo>
                    <a:pt x="2397595" y="469074"/>
                  </a:moveTo>
                  <a:lnTo>
                    <a:pt x="1819440" y="469074"/>
                  </a:lnTo>
                  <a:lnTo>
                    <a:pt x="1819440" y="532790"/>
                  </a:lnTo>
                  <a:lnTo>
                    <a:pt x="2108517" y="532790"/>
                  </a:lnTo>
                  <a:lnTo>
                    <a:pt x="2397595" y="532790"/>
                  </a:lnTo>
                  <a:lnTo>
                    <a:pt x="2397595" y="469074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6" name="object 20"/>
            <p:cNvSpPr/>
            <p:nvPr/>
          </p:nvSpPr>
          <p:spPr>
            <a:xfrm>
              <a:off x="8751240" y="4396680"/>
              <a:ext cx="253800" cy="637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254000" h="64135">
                  <a:moveTo>
                    <a:pt x="253441" y="0"/>
                  </a:moveTo>
                  <a:lnTo>
                    <a:pt x="0" y="0"/>
                  </a:lnTo>
                  <a:lnTo>
                    <a:pt x="0" y="64084"/>
                  </a:lnTo>
                  <a:lnTo>
                    <a:pt x="126720" y="64084"/>
                  </a:lnTo>
                  <a:lnTo>
                    <a:pt x="253441" y="64084"/>
                  </a:lnTo>
                  <a:lnTo>
                    <a:pt x="253441" y="0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7" name="object 21"/>
            <p:cNvSpPr/>
            <p:nvPr/>
          </p:nvSpPr>
          <p:spPr>
            <a:xfrm>
              <a:off x="6655680" y="4127400"/>
              <a:ext cx="1288800" cy="24480"/>
            </a:xfrm>
            <a:custGeom>
              <a:avLst/>
              <a:gdLst>
                <a:gd name="textAreaLeft" fmla="*/ 0 w 1288800"/>
                <a:gd name="textAreaRight" fmla="*/ 1289160 w 1288800"/>
                <a:gd name="textAreaTop" fmla="*/ 0 h 24480"/>
                <a:gd name="textAreaBottom" fmla="*/ 24840 h 24480"/>
              </a:gdLst>
              <a:ahLst/>
              <a:rect l="textAreaLeft" t="textAreaTop" r="textAreaRight" b="textAreaBottom"/>
              <a:pathLst>
                <a:path w="1289050" h="24764">
                  <a:moveTo>
                    <a:pt x="1278369" y="24485"/>
                  </a:moveTo>
                  <a:lnTo>
                    <a:pt x="1215364" y="23037"/>
                  </a:lnTo>
                </a:path>
                <a:path w="1289050" h="24764">
                  <a:moveTo>
                    <a:pt x="1288440" y="6477"/>
                  </a:moveTo>
                  <a:lnTo>
                    <a:pt x="0" y="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48" name="object 22"/>
            <p:cNvSpPr/>
            <p:nvPr/>
          </p:nvSpPr>
          <p:spPr>
            <a:xfrm>
              <a:off x="7933320" y="4114080"/>
              <a:ext cx="257400" cy="63720"/>
            </a:xfrm>
            <a:custGeom>
              <a:avLst/>
              <a:gdLst>
                <a:gd name="textAreaLeft" fmla="*/ 0 w 257400"/>
                <a:gd name="textAreaRight" fmla="*/ 257760 w 25740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257809" h="64135">
                  <a:moveTo>
                    <a:pt x="257403" y="0"/>
                  </a:moveTo>
                  <a:lnTo>
                    <a:pt x="0" y="0"/>
                  </a:lnTo>
                  <a:lnTo>
                    <a:pt x="0" y="63728"/>
                  </a:lnTo>
                  <a:lnTo>
                    <a:pt x="128879" y="63728"/>
                  </a:lnTo>
                  <a:lnTo>
                    <a:pt x="257403" y="63728"/>
                  </a:lnTo>
                  <a:lnTo>
                    <a:pt x="257403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49" name="object 23"/>
            <p:cNvSpPr/>
            <p:nvPr/>
          </p:nvSpPr>
          <p:spPr>
            <a:xfrm>
              <a:off x="7872840" y="4133880"/>
              <a:ext cx="1367280" cy="283320"/>
            </a:xfrm>
            <a:custGeom>
              <a:avLst/>
              <a:gdLst>
                <a:gd name="textAreaLeft" fmla="*/ 0 w 1367280"/>
                <a:gd name="textAreaRight" fmla="*/ 1367640 w 1367280"/>
                <a:gd name="textAreaTop" fmla="*/ 0 h 283320"/>
                <a:gd name="textAreaBottom" fmla="*/ 283680 h 283320"/>
              </a:gdLst>
              <a:ahLst/>
              <a:rect l="textAreaLeft" t="textAreaTop" r="textAreaRight" b="textAreaBottom"/>
              <a:pathLst>
                <a:path w="1367790" h="283845">
                  <a:moveTo>
                    <a:pt x="0" y="21602"/>
                  </a:moveTo>
                  <a:lnTo>
                    <a:pt x="0" y="126720"/>
                  </a:lnTo>
                </a:path>
                <a:path w="1367790" h="283845">
                  <a:moveTo>
                    <a:pt x="1367281" y="0"/>
                  </a:moveTo>
                  <a:lnTo>
                    <a:pt x="317880" y="0"/>
                  </a:lnTo>
                </a:path>
                <a:path w="1367790" h="283845">
                  <a:moveTo>
                    <a:pt x="1346034" y="136448"/>
                  </a:moveTo>
                  <a:lnTo>
                    <a:pt x="1219314" y="136448"/>
                  </a:lnTo>
                </a:path>
                <a:path w="1367790" h="283845">
                  <a:moveTo>
                    <a:pt x="1346390" y="136448"/>
                  </a:moveTo>
                  <a:lnTo>
                    <a:pt x="1346390" y="283679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0" name="object 24"/>
            <p:cNvSpPr/>
            <p:nvPr/>
          </p:nvSpPr>
          <p:spPr>
            <a:xfrm>
              <a:off x="7770600" y="3770640"/>
              <a:ext cx="1441080" cy="71280"/>
            </a:xfrm>
            <a:custGeom>
              <a:avLst/>
              <a:gdLst>
                <a:gd name="textAreaLeft" fmla="*/ 0 w 1441080"/>
                <a:gd name="textAreaRight" fmla="*/ 1441440 w 1441080"/>
                <a:gd name="textAreaTop" fmla="*/ 0 h 71280"/>
                <a:gd name="textAreaBottom" fmla="*/ 71640 h 71280"/>
              </a:gdLst>
              <a:ahLst/>
              <a:rect l="textAreaLeft" t="textAreaTop" r="textAreaRight" b="textAreaBottom"/>
              <a:pathLst>
                <a:path w="1441450" h="71754">
                  <a:moveTo>
                    <a:pt x="647280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323646" y="63715"/>
                  </a:lnTo>
                  <a:lnTo>
                    <a:pt x="647280" y="63715"/>
                  </a:lnTo>
                  <a:lnTo>
                    <a:pt x="647280" y="0"/>
                  </a:lnTo>
                  <a:close/>
                </a:path>
                <a:path w="1441450" h="71754">
                  <a:moveTo>
                    <a:pt x="1441081" y="7556"/>
                  </a:moveTo>
                  <a:lnTo>
                    <a:pt x="1064526" y="7556"/>
                  </a:lnTo>
                  <a:lnTo>
                    <a:pt x="1064526" y="71272"/>
                  </a:lnTo>
                  <a:lnTo>
                    <a:pt x="1252804" y="71272"/>
                  </a:lnTo>
                  <a:lnTo>
                    <a:pt x="1441081" y="71272"/>
                  </a:lnTo>
                  <a:lnTo>
                    <a:pt x="1441081" y="7556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1" name="object 25"/>
            <p:cNvSpPr/>
            <p:nvPr/>
          </p:nvSpPr>
          <p:spPr>
            <a:xfrm>
              <a:off x="7440120" y="3928680"/>
              <a:ext cx="256680" cy="6372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257175" h="64135">
                  <a:moveTo>
                    <a:pt x="257048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28524" y="63715"/>
                  </a:lnTo>
                  <a:lnTo>
                    <a:pt x="257048" y="63715"/>
                  </a:lnTo>
                  <a:lnTo>
                    <a:pt x="257048" y="0"/>
                  </a:lnTo>
                  <a:close/>
                </a:path>
              </a:pathLst>
            </a:custGeom>
            <a:solidFill>
              <a:srgbClr val="7702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2" name="object 26"/>
            <p:cNvSpPr/>
            <p:nvPr/>
          </p:nvSpPr>
          <p:spPr>
            <a:xfrm>
              <a:off x="7341840" y="3788280"/>
              <a:ext cx="1323000" cy="173520"/>
            </a:xfrm>
            <a:custGeom>
              <a:avLst/>
              <a:gdLst>
                <a:gd name="textAreaLeft" fmla="*/ 0 w 1323000"/>
                <a:gd name="textAreaRight" fmla="*/ 1323360 w 1323000"/>
                <a:gd name="textAreaTop" fmla="*/ 0 h 173520"/>
                <a:gd name="textAreaBottom" fmla="*/ 173880 h 173520"/>
              </a:gdLst>
              <a:ahLst/>
              <a:rect l="textAreaLeft" t="textAreaTop" r="textAreaRight" b="textAreaBottom"/>
              <a:pathLst>
                <a:path w="1323340" h="173989">
                  <a:moveTo>
                    <a:pt x="429120" y="1079"/>
                  </a:moveTo>
                  <a:lnTo>
                    <a:pt x="0" y="0"/>
                  </a:lnTo>
                </a:path>
                <a:path w="1323340" h="173989">
                  <a:moveTo>
                    <a:pt x="1322997" y="711"/>
                  </a:moveTo>
                  <a:lnTo>
                    <a:pt x="1008354" y="711"/>
                  </a:lnTo>
                </a:path>
                <a:path w="1323340" h="173989">
                  <a:moveTo>
                    <a:pt x="34912" y="27355"/>
                  </a:moveTo>
                  <a:lnTo>
                    <a:pt x="0" y="27355"/>
                  </a:lnTo>
                </a:path>
                <a:path w="1323340" h="173989">
                  <a:moveTo>
                    <a:pt x="98272" y="167043"/>
                  </a:moveTo>
                  <a:lnTo>
                    <a:pt x="31673" y="167043"/>
                  </a:lnTo>
                </a:path>
                <a:path w="1323340" h="173989">
                  <a:moveTo>
                    <a:pt x="34912" y="27355"/>
                  </a:moveTo>
                  <a:lnTo>
                    <a:pt x="31673" y="167043"/>
                  </a:lnTo>
                </a:path>
                <a:path w="1323340" h="173989">
                  <a:moveTo>
                    <a:pt x="428751" y="33121"/>
                  </a:moveTo>
                  <a:lnTo>
                    <a:pt x="395274" y="32753"/>
                  </a:lnTo>
                </a:path>
                <a:path w="1323340" h="173989">
                  <a:moveTo>
                    <a:pt x="388797" y="173520"/>
                  </a:moveTo>
                  <a:lnTo>
                    <a:pt x="355320" y="172796"/>
                  </a:lnTo>
                </a:path>
                <a:path w="1323340" h="173989">
                  <a:moveTo>
                    <a:pt x="395274" y="32753"/>
                  </a:moveTo>
                  <a:lnTo>
                    <a:pt x="392036" y="17244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3" name="object 27"/>
            <p:cNvSpPr/>
            <p:nvPr/>
          </p:nvSpPr>
          <p:spPr>
            <a:xfrm>
              <a:off x="8516160" y="3929760"/>
              <a:ext cx="256680" cy="6372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257175" h="64135">
                  <a:moveTo>
                    <a:pt x="257035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28511" y="63715"/>
                  </a:lnTo>
                  <a:lnTo>
                    <a:pt x="257035" y="63715"/>
                  </a:lnTo>
                  <a:lnTo>
                    <a:pt x="257035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4" name="object 28"/>
            <p:cNvSpPr/>
            <p:nvPr/>
          </p:nvSpPr>
          <p:spPr>
            <a:xfrm>
              <a:off x="6659640" y="3789000"/>
              <a:ext cx="2580840" cy="779400"/>
            </a:xfrm>
            <a:custGeom>
              <a:avLst/>
              <a:gdLst>
                <a:gd name="textAreaLeft" fmla="*/ 0 w 2580840"/>
                <a:gd name="textAreaRight" fmla="*/ 2581200 w 2580840"/>
                <a:gd name="textAreaTop" fmla="*/ 0 h 779400"/>
                <a:gd name="textAreaBottom" fmla="*/ 779760 h 779400"/>
              </a:gdLst>
              <a:ahLst/>
              <a:rect l="textAreaLeft" t="textAreaTop" r="textAreaRight" b="textAreaBottom"/>
              <a:pathLst>
                <a:path w="2581275" h="779779">
                  <a:moveTo>
                    <a:pt x="2187359" y="1079"/>
                  </a:moveTo>
                  <a:lnTo>
                    <a:pt x="1758238" y="0"/>
                  </a:lnTo>
                </a:path>
                <a:path w="2581275" h="779779">
                  <a:moveTo>
                    <a:pt x="1793163" y="27724"/>
                  </a:moveTo>
                  <a:lnTo>
                    <a:pt x="1758238" y="27724"/>
                  </a:lnTo>
                </a:path>
                <a:path w="2581275" h="779779">
                  <a:moveTo>
                    <a:pt x="1856524" y="167411"/>
                  </a:moveTo>
                  <a:lnTo>
                    <a:pt x="1789925" y="167411"/>
                  </a:lnTo>
                </a:path>
                <a:path w="2581275" h="779779">
                  <a:moveTo>
                    <a:pt x="1793163" y="27724"/>
                  </a:moveTo>
                  <a:lnTo>
                    <a:pt x="1789925" y="167411"/>
                  </a:lnTo>
                </a:path>
                <a:path w="2581275" h="779779">
                  <a:moveTo>
                    <a:pt x="2187003" y="33489"/>
                  </a:moveTo>
                  <a:lnTo>
                    <a:pt x="2153526" y="33121"/>
                  </a:lnTo>
                </a:path>
                <a:path w="2581275" h="779779">
                  <a:moveTo>
                    <a:pt x="2147036" y="173888"/>
                  </a:moveTo>
                  <a:lnTo>
                    <a:pt x="2113559" y="173164"/>
                  </a:lnTo>
                </a:path>
                <a:path w="2581275" h="779779">
                  <a:moveTo>
                    <a:pt x="2153526" y="33121"/>
                  </a:moveTo>
                  <a:lnTo>
                    <a:pt x="2150275" y="172808"/>
                  </a:lnTo>
                </a:path>
                <a:path w="2581275" h="779779">
                  <a:moveTo>
                    <a:pt x="2580843" y="19088"/>
                  </a:moveTo>
                  <a:lnTo>
                    <a:pt x="2580843" y="344881"/>
                  </a:lnTo>
                </a:path>
                <a:path w="2581275" h="779779">
                  <a:moveTo>
                    <a:pt x="2580487" y="19443"/>
                  </a:moveTo>
                  <a:lnTo>
                    <a:pt x="2546997" y="19088"/>
                  </a:lnTo>
                </a:path>
                <a:path w="2581275" h="779779">
                  <a:moveTo>
                    <a:pt x="34925" y="17640"/>
                  </a:moveTo>
                  <a:lnTo>
                    <a:pt x="0" y="17640"/>
                  </a:lnTo>
                </a:path>
                <a:path w="2581275" h="779779">
                  <a:moveTo>
                    <a:pt x="0" y="17640"/>
                  </a:moveTo>
                  <a:lnTo>
                    <a:pt x="723" y="327964"/>
                  </a:lnTo>
                </a:path>
                <a:path w="2581275" h="779779">
                  <a:moveTo>
                    <a:pt x="1727644" y="363245"/>
                  </a:moveTo>
                  <a:lnTo>
                    <a:pt x="1531442" y="363245"/>
                  </a:lnTo>
                </a:path>
                <a:path w="2581275" h="779779">
                  <a:moveTo>
                    <a:pt x="1854365" y="487451"/>
                  </a:moveTo>
                  <a:lnTo>
                    <a:pt x="1724405" y="487451"/>
                  </a:lnTo>
                </a:path>
                <a:path w="2581275" h="779779">
                  <a:moveTo>
                    <a:pt x="1727644" y="363245"/>
                  </a:moveTo>
                  <a:lnTo>
                    <a:pt x="1724405" y="487451"/>
                  </a:lnTo>
                </a:path>
                <a:path w="2581275" h="779779">
                  <a:moveTo>
                    <a:pt x="2559596" y="628561"/>
                  </a:moveTo>
                  <a:lnTo>
                    <a:pt x="2345042" y="630364"/>
                  </a:lnTo>
                </a:path>
                <a:path w="2581275" h="779779">
                  <a:moveTo>
                    <a:pt x="2425687" y="651611"/>
                  </a:moveTo>
                  <a:lnTo>
                    <a:pt x="2345042" y="651611"/>
                  </a:lnTo>
                </a:path>
                <a:path w="2581275" h="779779">
                  <a:moveTo>
                    <a:pt x="2427122" y="772566"/>
                  </a:moveTo>
                  <a:lnTo>
                    <a:pt x="2346477" y="772566"/>
                  </a:lnTo>
                </a:path>
                <a:path w="2581275" h="779779">
                  <a:moveTo>
                    <a:pt x="2427122" y="651611"/>
                  </a:moveTo>
                  <a:lnTo>
                    <a:pt x="2427122" y="772566"/>
                  </a:lnTo>
                </a:path>
                <a:path w="2581275" h="779779">
                  <a:moveTo>
                    <a:pt x="2091601" y="653402"/>
                  </a:moveTo>
                  <a:lnTo>
                    <a:pt x="2010956" y="653402"/>
                  </a:lnTo>
                </a:path>
                <a:path w="2581275" h="779779">
                  <a:moveTo>
                    <a:pt x="2096998" y="779411"/>
                  </a:moveTo>
                  <a:lnTo>
                    <a:pt x="2007717" y="779767"/>
                  </a:lnTo>
                </a:path>
                <a:path w="2581275" h="779779">
                  <a:moveTo>
                    <a:pt x="2010956" y="653402"/>
                  </a:moveTo>
                  <a:lnTo>
                    <a:pt x="2010956" y="779411"/>
                  </a:lnTo>
                </a:path>
                <a:path w="2581275" h="779779">
                  <a:moveTo>
                    <a:pt x="1213205" y="471601"/>
                  </a:moveTo>
                  <a:lnTo>
                    <a:pt x="1083246" y="471601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5" name="object 29"/>
            <p:cNvSpPr/>
            <p:nvPr/>
          </p:nvSpPr>
          <p:spPr>
            <a:xfrm>
              <a:off x="7350480" y="4226040"/>
              <a:ext cx="385560" cy="63720"/>
            </a:xfrm>
            <a:custGeom>
              <a:avLst/>
              <a:gdLst>
                <a:gd name="textAreaLeft" fmla="*/ 0 w 385560"/>
                <a:gd name="textAreaRight" fmla="*/ 385920 w 38556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386079" h="64135">
                  <a:moveTo>
                    <a:pt x="385914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92963" y="63715"/>
                  </a:lnTo>
                  <a:lnTo>
                    <a:pt x="385914" y="63715"/>
                  </a:lnTo>
                  <a:lnTo>
                    <a:pt x="385914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56" name="object 30"/>
            <p:cNvSpPr/>
            <p:nvPr/>
          </p:nvSpPr>
          <p:spPr>
            <a:xfrm>
              <a:off x="7258680" y="4500360"/>
              <a:ext cx="256680" cy="6372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257175" h="64135">
                  <a:moveTo>
                    <a:pt x="257035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28511" y="63715"/>
                  </a:lnTo>
                  <a:lnTo>
                    <a:pt x="257035" y="63715"/>
                  </a:lnTo>
                  <a:lnTo>
                    <a:pt x="257035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57" name="object 31"/>
            <p:cNvSpPr/>
            <p:nvPr/>
          </p:nvSpPr>
          <p:spPr>
            <a:xfrm>
              <a:off x="7094160" y="4240800"/>
              <a:ext cx="1657080" cy="292320"/>
            </a:xfrm>
            <a:custGeom>
              <a:avLst/>
              <a:gdLst>
                <a:gd name="textAreaLeft" fmla="*/ 0 w 1657080"/>
                <a:gd name="textAreaRight" fmla="*/ 1657440 w 1657080"/>
                <a:gd name="textAreaTop" fmla="*/ 0 h 292320"/>
                <a:gd name="textAreaBottom" fmla="*/ 292680 h 292320"/>
              </a:gdLst>
              <a:ahLst/>
              <a:rect l="textAreaLeft" t="textAreaTop" r="textAreaRight" b="textAreaBottom"/>
              <a:pathLst>
                <a:path w="1657350" h="292735">
                  <a:moveTo>
                    <a:pt x="256324" y="2158"/>
                  </a:moveTo>
                  <a:lnTo>
                    <a:pt x="0" y="0"/>
                  </a:lnTo>
                </a:path>
                <a:path w="1657350" h="292735">
                  <a:moveTo>
                    <a:pt x="2158" y="0"/>
                  </a:moveTo>
                  <a:lnTo>
                    <a:pt x="3606" y="292328"/>
                  </a:lnTo>
                </a:path>
                <a:path w="1657350" h="292735">
                  <a:moveTo>
                    <a:pt x="218884" y="32397"/>
                  </a:moveTo>
                  <a:lnTo>
                    <a:pt x="216725" y="177838"/>
                  </a:lnTo>
                </a:path>
                <a:path w="1657350" h="292735">
                  <a:moveTo>
                    <a:pt x="848525" y="177838"/>
                  </a:moveTo>
                  <a:lnTo>
                    <a:pt x="216725" y="177126"/>
                  </a:lnTo>
                </a:path>
                <a:path w="1657350" h="292735">
                  <a:moveTo>
                    <a:pt x="256324" y="31686"/>
                  </a:moveTo>
                  <a:lnTo>
                    <a:pt x="218884" y="32397"/>
                  </a:lnTo>
                </a:path>
                <a:path w="1657350" h="292735">
                  <a:moveTo>
                    <a:pt x="848169" y="200520"/>
                  </a:moveTo>
                  <a:lnTo>
                    <a:pt x="633247" y="200520"/>
                  </a:lnTo>
                </a:path>
                <a:path w="1657350" h="292735">
                  <a:moveTo>
                    <a:pt x="1657083" y="181800"/>
                  </a:moveTo>
                  <a:lnTo>
                    <a:pt x="1234439" y="181800"/>
                  </a:lnTo>
                </a:path>
                <a:path w="1657350" h="292735">
                  <a:moveTo>
                    <a:pt x="633602" y="200520"/>
                  </a:moveTo>
                  <a:lnTo>
                    <a:pt x="631444" y="291249"/>
                  </a:lnTo>
                </a:path>
                <a:path w="1657350" h="292735">
                  <a:moveTo>
                    <a:pt x="636485" y="291249"/>
                  </a:moveTo>
                  <a:lnTo>
                    <a:pt x="421563" y="291249"/>
                  </a:lnTo>
                </a:path>
                <a:path w="1657350" h="292735">
                  <a:moveTo>
                    <a:pt x="156959" y="292328"/>
                  </a:moveTo>
                  <a:lnTo>
                    <a:pt x="2158" y="292328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pic>
        <p:nvPicPr>
          <p:cNvPr id="358" name="object 32" descr=""/>
          <p:cNvPicPr/>
          <p:nvPr/>
        </p:nvPicPr>
        <p:blipFill>
          <a:blip r:embed="rId1"/>
          <a:stretch/>
        </p:blipFill>
        <p:spPr>
          <a:xfrm>
            <a:off x="44640" y="3766680"/>
            <a:ext cx="2467080" cy="836640"/>
          </a:xfrm>
          <a:prstGeom prst="rect">
            <a:avLst/>
          </a:prstGeom>
          <a:ln w="0">
            <a:noFill/>
          </a:ln>
        </p:spPr>
      </p:pic>
      <p:sp>
        <p:nvSpPr>
          <p:cNvPr id="359" name="object 33"/>
          <p:cNvSpPr/>
          <p:nvPr/>
        </p:nvSpPr>
        <p:spPr>
          <a:xfrm>
            <a:off x="5103720" y="339480"/>
            <a:ext cx="360" cy="4488480"/>
          </a:xfrm>
          <a:custGeom>
            <a:avLst/>
            <a:gdLst>
              <a:gd name="textAreaLeft" fmla="*/ 0 w 360"/>
              <a:gd name="textAreaRight" fmla="*/ 720 w 360"/>
              <a:gd name="textAreaTop" fmla="*/ 0 h 4488480"/>
              <a:gd name="textAreaBottom" fmla="*/ 4488840 h 4488480"/>
            </a:gdLst>
            <a:ahLst/>
            <a:rect l="textAreaLeft" t="textAreaTop" r="textAreaRight" b="textAreaBottom"/>
            <a:pathLst>
              <a:path w="0" h="4488815">
                <a:moveTo>
                  <a:pt x="0" y="0"/>
                </a:moveTo>
                <a:lnTo>
                  <a:pt x="0" y="4488472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60" name="object 34"/>
          <p:cNvGrpSpPr/>
          <p:nvPr/>
        </p:nvGrpSpPr>
        <p:grpSpPr>
          <a:xfrm>
            <a:off x="2849400" y="3801960"/>
            <a:ext cx="2121120" cy="821880"/>
            <a:chOff x="2849400" y="3801960"/>
            <a:chExt cx="2121120" cy="821880"/>
          </a:xfrm>
        </p:grpSpPr>
        <p:sp>
          <p:nvSpPr>
            <p:cNvPr id="361" name="object 35"/>
            <p:cNvSpPr/>
            <p:nvPr/>
          </p:nvSpPr>
          <p:spPr>
            <a:xfrm>
              <a:off x="2943360" y="3805200"/>
              <a:ext cx="1879200" cy="818640"/>
            </a:xfrm>
            <a:custGeom>
              <a:avLst/>
              <a:gdLst>
                <a:gd name="textAreaLeft" fmla="*/ 0 w 1879200"/>
                <a:gd name="textAreaRight" fmla="*/ 1879560 w 1879200"/>
                <a:gd name="textAreaTop" fmla="*/ 0 h 818640"/>
                <a:gd name="textAreaBottom" fmla="*/ 819000 h 818640"/>
              </a:gdLst>
              <a:ahLst/>
              <a:rect l="textAreaLeft" t="textAreaTop" r="textAreaRight" b="textAreaBottom"/>
              <a:pathLst>
                <a:path w="1879600" h="819150">
                  <a:moveTo>
                    <a:pt x="456831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228600" y="63715"/>
                  </a:lnTo>
                  <a:lnTo>
                    <a:pt x="456831" y="63715"/>
                  </a:lnTo>
                  <a:lnTo>
                    <a:pt x="456831" y="0"/>
                  </a:lnTo>
                  <a:close/>
                </a:path>
                <a:path w="1879600" h="819150">
                  <a:moveTo>
                    <a:pt x="1115631" y="617766"/>
                  </a:moveTo>
                  <a:lnTo>
                    <a:pt x="729716" y="617766"/>
                  </a:lnTo>
                  <a:lnTo>
                    <a:pt x="729716" y="681482"/>
                  </a:lnTo>
                  <a:lnTo>
                    <a:pt x="922680" y="681482"/>
                  </a:lnTo>
                  <a:lnTo>
                    <a:pt x="1115631" y="681482"/>
                  </a:lnTo>
                  <a:lnTo>
                    <a:pt x="1115631" y="617766"/>
                  </a:lnTo>
                  <a:close/>
                </a:path>
                <a:path w="1879600" h="819150">
                  <a:moveTo>
                    <a:pt x="1793151" y="755281"/>
                  </a:moveTo>
                  <a:lnTo>
                    <a:pt x="1539709" y="755281"/>
                  </a:lnTo>
                  <a:lnTo>
                    <a:pt x="1539709" y="818997"/>
                  </a:lnTo>
                  <a:lnTo>
                    <a:pt x="1666430" y="818997"/>
                  </a:lnTo>
                  <a:lnTo>
                    <a:pt x="1793151" y="818997"/>
                  </a:lnTo>
                  <a:lnTo>
                    <a:pt x="1793151" y="755281"/>
                  </a:lnTo>
                  <a:close/>
                </a:path>
                <a:path w="1879600" h="819150">
                  <a:moveTo>
                    <a:pt x="1879193" y="465836"/>
                  </a:moveTo>
                  <a:lnTo>
                    <a:pt x="1301038" y="465836"/>
                  </a:lnTo>
                  <a:lnTo>
                    <a:pt x="1301038" y="529564"/>
                  </a:lnTo>
                  <a:lnTo>
                    <a:pt x="1590116" y="529564"/>
                  </a:lnTo>
                  <a:lnTo>
                    <a:pt x="1879193" y="529564"/>
                  </a:lnTo>
                  <a:lnTo>
                    <a:pt x="1879193" y="465836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2" name="object 36"/>
            <p:cNvSpPr/>
            <p:nvPr/>
          </p:nvSpPr>
          <p:spPr>
            <a:xfrm>
              <a:off x="4481640" y="4425120"/>
              <a:ext cx="253800" cy="63720"/>
            </a:xfrm>
            <a:custGeom>
              <a:avLst/>
              <a:gdLst>
                <a:gd name="textAreaLeft" fmla="*/ 0 w 253800"/>
                <a:gd name="textAreaRight" fmla="*/ 254160 w 25380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254000" h="64135">
                  <a:moveTo>
                    <a:pt x="253441" y="0"/>
                  </a:moveTo>
                  <a:lnTo>
                    <a:pt x="0" y="0"/>
                  </a:lnTo>
                  <a:lnTo>
                    <a:pt x="0" y="64071"/>
                  </a:lnTo>
                  <a:lnTo>
                    <a:pt x="126720" y="64071"/>
                  </a:lnTo>
                  <a:lnTo>
                    <a:pt x="253441" y="64071"/>
                  </a:lnTo>
                  <a:lnTo>
                    <a:pt x="253441" y="0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3" name="object 37"/>
            <p:cNvSpPr/>
            <p:nvPr/>
          </p:nvSpPr>
          <p:spPr>
            <a:xfrm>
              <a:off x="2850120" y="4155840"/>
              <a:ext cx="1161720" cy="24480"/>
            </a:xfrm>
            <a:custGeom>
              <a:avLst/>
              <a:gdLst>
                <a:gd name="textAreaLeft" fmla="*/ 0 w 1161720"/>
                <a:gd name="textAreaRight" fmla="*/ 1162080 w 1161720"/>
                <a:gd name="textAreaTop" fmla="*/ 0 h 24480"/>
                <a:gd name="textAreaBottom" fmla="*/ 24840 h 24480"/>
              </a:gdLst>
              <a:ahLst/>
              <a:rect l="textAreaLeft" t="textAreaTop" r="textAreaRight" b="textAreaBottom"/>
              <a:pathLst>
                <a:path w="1162050" h="24764">
                  <a:moveTo>
                    <a:pt x="814323" y="24485"/>
                  </a:moveTo>
                  <a:lnTo>
                    <a:pt x="751319" y="23050"/>
                  </a:lnTo>
                </a:path>
                <a:path w="1162050" h="24764">
                  <a:moveTo>
                    <a:pt x="1161719" y="6489"/>
                  </a:moveTo>
                  <a:lnTo>
                    <a:pt x="0" y="0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4" name="object 38"/>
            <p:cNvSpPr/>
            <p:nvPr/>
          </p:nvSpPr>
          <p:spPr>
            <a:xfrm>
              <a:off x="3663720" y="4142520"/>
              <a:ext cx="257400" cy="63720"/>
            </a:xfrm>
            <a:custGeom>
              <a:avLst/>
              <a:gdLst>
                <a:gd name="textAreaLeft" fmla="*/ 0 w 257400"/>
                <a:gd name="textAreaRight" fmla="*/ 257760 w 25740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257810" h="64135">
                  <a:moveTo>
                    <a:pt x="257403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28879" y="63715"/>
                  </a:lnTo>
                  <a:lnTo>
                    <a:pt x="257403" y="63715"/>
                  </a:lnTo>
                  <a:lnTo>
                    <a:pt x="257403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5" name="object 39"/>
            <p:cNvSpPr/>
            <p:nvPr/>
          </p:nvSpPr>
          <p:spPr>
            <a:xfrm>
              <a:off x="3603240" y="4162320"/>
              <a:ext cx="1367280" cy="283320"/>
            </a:xfrm>
            <a:custGeom>
              <a:avLst/>
              <a:gdLst>
                <a:gd name="textAreaLeft" fmla="*/ 0 w 1367280"/>
                <a:gd name="textAreaRight" fmla="*/ 1367640 w 1367280"/>
                <a:gd name="textAreaTop" fmla="*/ 0 h 283320"/>
                <a:gd name="textAreaBottom" fmla="*/ 283680 h 283320"/>
              </a:gdLst>
              <a:ahLst/>
              <a:rect l="textAreaLeft" t="textAreaTop" r="textAreaRight" b="textAreaBottom"/>
              <a:pathLst>
                <a:path w="1367789" h="283845">
                  <a:moveTo>
                    <a:pt x="0" y="21602"/>
                  </a:moveTo>
                  <a:lnTo>
                    <a:pt x="0" y="126720"/>
                  </a:lnTo>
                </a:path>
                <a:path w="1367789" h="283845">
                  <a:moveTo>
                    <a:pt x="1367281" y="0"/>
                  </a:moveTo>
                  <a:lnTo>
                    <a:pt x="317880" y="0"/>
                  </a:lnTo>
                </a:path>
                <a:path w="1367789" h="283845">
                  <a:moveTo>
                    <a:pt x="1346034" y="136436"/>
                  </a:moveTo>
                  <a:lnTo>
                    <a:pt x="1219314" y="136436"/>
                  </a:lnTo>
                </a:path>
                <a:path w="1367789" h="283845">
                  <a:moveTo>
                    <a:pt x="1346390" y="136436"/>
                  </a:moveTo>
                  <a:lnTo>
                    <a:pt x="1346390" y="283679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6" name="object 40"/>
            <p:cNvSpPr/>
            <p:nvPr/>
          </p:nvSpPr>
          <p:spPr>
            <a:xfrm>
              <a:off x="3657600" y="3801960"/>
              <a:ext cx="1133280" cy="63720"/>
            </a:xfrm>
            <a:custGeom>
              <a:avLst/>
              <a:gdLst>
                <a:gd name="textAreaLeft" fmla="*/ 0 w 1133280"/>
                <a:gd name="textAreaRight" fmla="*/ 1133640 w 113328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1133475" h="64135">
                  <a:moveTo>
                    <a:pt x="499681" y="355"/>
                  </a:moveTo>
                  <a:lnTo>
                    <a:pt x="0" y="355"/>
                  </a:lnTo>
                  <a:lnTo>
                    <a:pt x="0" y="64084"/>
                  </a:lnTo>
                  <a:lnTo>
                    <a:pt x="249834" y="64084"/>
                  </a:lnTo>
                  <a:lnTo>
                    <a:pt x="499681" y="64084"/>
                  </a:lnTo>
                  <a:lnTo>
                    <a:pt x="499681" y="355"/>
                  </a:lnTo>
                  <a:close/>
                </a:path>
                <a:path w="1133475" h="64135">
                  <a:moveTo>
                    <a:pt x="1133284" y="0"/>
                  </a:moveTo>
                  <a:lnTo>
                    <a:pt x="756716" y="0"/>
                  </a:lnTo>
                  <a:lnTo>
                    <a:pt x="756716" y="63715"/>
                  </a:lnTo>
                  <a:lnTo>
                    <a:pt x="944994" y="63715"/>
                  </a:lnTo>
                  <a:lnTo>
                    <a:pt x="1133284" y="63715"/>
                  </a:lnTo>
                  <a:lnTo>
                    <a:pt x="1133284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7" name="object 41"/>
            <p:cNvSpPr/>
            <p:nvPr/>
          </p:nvSpPr>
          <p:spPr>
            <a:xfrm>
              <a:off x="3400560" y="3802320"/>
              <a:ext cx="256680" cy="6372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257175" h="64135">
                  <a:moveTo>
                    <a:pt x="257035" y="0"/>
                  </a:moveTo>
                  <a:lnTo>
                    <a:pt x="0" y="0"/>
                  </a:lnTo>
                  <a:lnTo>
                    <a:pt x="0" y="63728"/>
                  </a:lnTo>
                  <a:lnTo>
                    <a:pt x="128511" y="63728"/>
                  </a:lnTo>
                  <a:lnTo>
                    <a:pt x="257035" y="63728"/>
                  </a:lnTo>
                  <a:lnTo>
                    <a:pt x="257035" y="0"/>
                  </a:lnTo>
                  <a:close/>
                </a:path>
              </a:pathLst>
            </a:custGeom>
            <a:solidFill>
              <a:srgbClr val="7702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68" name="object 42"/>
            <p:cNvSpPr/>
            <p:nvPr/>
          </p:nvSpPr>
          <p:spPr>
            <a:xfrm>
              <a:off x="4157280" y="3802320"/>
              <a:ext cx="256680" cy="6372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257175" h="64135">
                  <a:moveTo>
                    <a:pt x="257035" y="0"/>
                  </a:moveTo>
                  <a:lnTo>
                    <a:pt x="0" y="0"/>
                  </a:lnTo>
                  <a:lnTo>
                    <a:pt x="0" y="63728"/>
                  </a:lnTo>
                  <a:lnTo>
                    <a:pt x="128523" y="63728"/>
                  </a:lnTo>
                  <a:lnTo>
                    <a:pt x="257035" y="63728"/>
                  </a:lnTo>
                  <a:lnTo>
                    <a:pt x="257035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69" name="object 43"/>
            <p:cNvSpPr/>
            <p:nvPr/>
          </p:nvSpPr>
          <p:spPr>
            <a:xfrm>
              <a:off x="2849400" y="3829680"/>
              <a:ext cx="2121120" cy="767520"/>
            </a:xfrm>
            <a:custGeom>
              <a:avLst/>
              <a:gdLst>
                <a:gd name="textAreaLeft" fmla="*/ 0 w 2121120"/>
                <a:gd name="textAreaRight" fmla="*/ 2121480 w 2121120"/>
                <a:gd name="textAreaTop" fmla="*/ 0 h 767520"/>
                <a:gd name="textAreaBottom" fmla="*/ 767880 h 767520"/>
              </a:gdLst>
              <a:ahLst/>
              <a:rect l="textAreaLeft" t="textAreaTop" r="textAreaRight" b="textAreaBottom"/>
              <a:pathLst>
                <a:path w="2121535" h="767714">
                  <a:moveTo>
                    <a:pt x="2121484" y="6832"/>
                  </a:moveTo>
                  <a:lnTo>
                    <a:pt x="2121484" y="332638"/>
                  </a:lnTo>
                </a:path>
                <a:path w="2121535" h="767714">
                  <a:moveTo>
                    <a:pt x="2121484" y="7200"/>
                  </a:moveTo>
                  <a:lnTo>
                    <a:pt x="1904047" y="7912"/>
                  </a:lnTo>
                </a:path>
                <a:path w="2121535" h="767714">
                  <a:moveTo>
                    <a:pt x="94322" y="2159"/>
                  </a:moveTo>
                  <a:lnTo>
                    <a:pt x="723" y="0"/>
                  </a:lnTo>
                </a:path>
                <a:path w="2121535" h="767714">
                  <a:moveTo>
                    <a:pt x="723" y="0"/>
                  </a:moveTo>
                  <a:lnTo>
                    <a:pt x="0" y="326148"/>
                  </a:lnTo>
                </a:path>
                <a:path w="2121535" h="767714">
                  <a:moveTo>
                    <a:pt x="1268285" y="350989"/>
                  </a:moveTo>
                  <a:lnTo>
                    <a:pt x="1072083" y="350989"/>
                  </a:lnTo>
                </a:path>
                <a:path w="2121535" h="767714">
                  <a:moveTo>
                    <a:pt x="1395006" y="475195"/>
                  </a:moveTo>
                  <a:lnTo>
                    <a:pt x="1265046" y="475195"/>
                  </a:lnTo>
                </a:path>
                <a:path w="2121535" h="767714">
                  <a:moveTo>
                    <a:pt x="1268285" y="350989"/>
                  </a:moveTo>
                  <a:lnTo>
                    <a:pt x="1265046" y="475195"/>
                  </a:lnTo>
                </a:path>
                <a:path w="2121535" h="767714">
                  <a:moveTo>
                    <a:pt x="2100237" y="616318"/>
                  </a:moveTo>
                  <a:lnTo>
                    <a:pt x="1885683" y="618109"/>
                  </a:lnTo>
                </a:path>
                <a:path w="2121535" h="767714">
                  <a:moveTo>
                    <a:pt x="1966328" y="639356"/>
                  </a:moveTo>
                  <a:lnTo>
                    <a:pt x="1885683" y="639356"/>
                  </a:lnTo>
                </a:path>
                <a:path w="2121535" h="767714">
                  <a:moveTo>
                    <a:pt x="1967763" y="760310"/>
                  </a:moveTo>
                  <a:lnTo>
                    <a:pt x="1887118" y="760310"/>
                  </a:lnTo>
                </a:path>
                <a:path w="2121535" h="767714">
                  <a:moveTo>
                    <a:pt x="1967763" y="639356"/>
                  </a:moveTo>
                  <a:lnTo>
                    <a:pt x="1967763" y="760310"/>
                  </a:lnTo>
                </a:path>
                <a:path w="2121535" h="767714">
                  <a:moveTo>
                    <a:pt x="1632242" y="641159"/>
                  </a:moveTo>
                  <a:lnTo>
                    <a:pt x="1551597" y="641159"/>
                  </a:lnTo>
                </a:path>
                <a:path w="2121535" h="767714">
                  <a:moveTo>
                    <a:pt x="1637639" y="767156"/>
                  </a:moveTo>
                  <a:lnTo>
                    <a:pt x="1548358" y="767511"/>
                  </a:lnTo>
                </a:path>
                <a:path w="2121535" h="767714">
                  <a:moveTo>
                    <a:pt x="1551597" y="641159"/>
                  </a:moveTo>
                  <a:lnTo>
                    <a:pt x="1551597" y="767156"/>
                  </a:lnTo>
                </a:path>
                <a:path w="2121535" h="767714">
                  <a:moveTo>
                    <a:pt x="25920" y="451434"/>
                  </a:moveTo>
                  <a:lnTo>
                    <a:pt x="753846" y="451434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0" name="object 44"/>
            <p:cNvSpPr/>
            <p:nvPr/>
          </p:nvSpPr>
          <p:spPr>
            <a:xfrm>
              <a:off x="3030120" y="4422960"/>
              <a:ext cx="385560" cy="63720"/>
            </a:xfrm>
            <a:custGeom>
              <a:avLst/>
              <a:gdLst>
                <a:gd name="textAreaLeft" fmla="*/ 0 w 385560"/>
                <a:gd name="textAreaRight" fmla="*/ 385920 w 38556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386079" h="64135">
                  <a:moveTo>
                    <a:pt x="385927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92963" y="63715"/>
                  </a:lnTo>
                  <a:lnTo>
                    <a:pt x="385927" y="63715"/>
                  </a:lnTo>
                  <a:lnTo>
                    <a:pt x="385927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71" name="object 45"/>
            <p:cNvSpPr/>
            <p:nvPr/>
          </p:nvSpPr>
          <p:spPr>
            <a:xfrm>
              <a:off x="3416040" y="4422960"/>
              <a:ext cx="256680" cy="63720"/>
            </a:xfrm>
            <a:custGeom>
              <a:avLst/>
              <a:gdLst>
                <a:gd name="textAreaLeft" fmla="*/ 0 w 256680"/>
                <a:gd name="textAreaRight" fmla="*/ 257040 w 256680"/>
                <a:gd name="textAreaTop" fmla="*/ 0 h 63720"/>
                <a:gd name="textAreaBottom" fmla="*/ 64080 h 63720"/>
              </a:gdLst>
              <a:ahLst/>
              <a:rect l="textAreaLeft" t="textAreaTop" r="textAreaRight" b="textAreaBottom"/>
              <a:pathLst>
                <a:path w="257175" h="64135">
                  <a:moveTo>
                    <a:pt x="257035" y="0"/>
                  </a:moveTo>
                  <a:lnTo>
                    <a:pt x="0" y="0"/>
                  </a:lnTo>
                  <a:lnTo>
                    <a:pt x="0" y="63715"/>
                  </a:lnTo>
                  <a:lnTo>
                    <a:pt x="128511" y="63715"/>
                  </a:lnTo>
                  <a:lnTo>
                    <a:pt x="257035" y="63715"/>
                  </a:lnTo>
                  <a:lnTo>
                    <a:pt x="257035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2" name="object 46"/>
            <p:cNvSpPr/>
            <p:nvPr/>
          </p:nvSpPr>
          <p:spPr>
            <a:xfrm>
              <a:off x="2875320" y="4273200"/>
              <a:ext cx="1606320" cy="181800"/>
            </a:xfrm>
            <a:custGeom>
              <a:avLst/>
              <a:gdLst>
                <a:gd name="textAreaLeft" fmla="*/ 0 w 1606320"/>
                <a:gd name="textAreaRight" fmla="*/ 1606680 w 1606320"/>
                <a:gd name="textAreaTop" fmla="*/ 0 h 181800"/>
                <a:gd name="textAreaBottom" fmla="*/ 182160 h 181800"/>
              </a:gdLst>
              <a:ahLst/>
              <a:rect l="textAreaLeft" t="textAreaTop" r="textAreaRight" b="textAreaBottom"/>
              <a:pathLst>
                <a:path w="1606550" h="182245">
                  <a:moveTo>
                    <a:pt x="0" y="0"/>
                  </a:moveTo>
                  <a:lnTo>
                    <a:pt x="0" y="182168"/>
                  </a:lnTo>
                </a:path>
                <a:path w="1606550" h="182245">
                  <a:moveTo>
                    <a:pt x="1606321" y="177850"/>
                  </a:moveTo>
                  <a:lnTo>
                    <a:pt x="1183678" y="177850"/>
                  </a:lnTo>
                </a:path>
                <a:path w="1606550" h="182245">
                  <a:moveTo>
                    <a:pt x="154800" y="182168"/>
                  </a:moveTo>
                  <a:lnTo>
                    <a:pt x="0" y="182168"/>
                  </a:lnTo>
                </a:path>
              </a:pathLst>
            </a:custGeom>
            <a:noFill/>
            <a:ln w="12599">
              <a:solidFill>
                <a:srgbClr val="719ece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373" name="object 47"/>
          <p:cNvGrpSpPr/>
          <p:nvPr/>
        </p:nvGrpSpPr>
        <p:grpSpPr>
          <a:xfrm>
            <a:off x="3621240" y="2599560"/>
            <a:ext cx="108360" cy="839520"/>
            <a:chOff x="3621240" y="2599560"/>
            <a:chExt cx="108360" cy="839520"/>
          </a:xfrm>
        </p:grpSpPr>
        <p:sp>
          <p:nvSpPr>
            <p:cNvPr id="374" name="object 48"/>
            <p:cNvSpPr/>
            <p:nvPr/>
          </p:nvSpPr>
          <p:spPr>
            <a:xfrm>
              <a:off x="3675240" y="2599560"/>
              <a:ext cx="7200" cy="7387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738720"/>
                <a:gd name="textAreaBottom" fmla="*/ 739080 h 738720"/>
              </a:gdLst>
              <a:ahLst/>
              <a:rect l="textAreaLeft" t="textAreaTop" r="textAreaRight" b="textAreaBottom"/>
              <a:pathLst>
                <a:path w="7620" h="739139">
                  <a:moveTo>
                    <a:pt x="7200" y="0"/>
                  </a:moveTo>
                  <a:lnTo>
                    <a:pt x="0" y="73872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5" name="object 49"/>
            <p:cNvSpPr/>
            <p:nvPr/>
          </p:nvSpPr>
          <p:spPr>
            <a:xfrm>
              <a:off x="3621240" y="333072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52920" y="108369"/>
                  </a:lnTo>
                  <a:lnTo>
                    <a:pt x="10800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6" name="object 50"/>
          <p:cNvGrpSpPr/>
          <p:nvPr/>
        </p:nvGrpSpPr>
        <p:grpSpPr>
          <a:xfrm>
            <a:off x="1274760" y="2677320"/>
            <a:ext cx="108360" cy="839520"/>
            <a:chOff x="1274760" y="2677320"/>
            <a:chExt cx="108360" cy="839520"/>
          </a:xfrm>
        </p:grpSpPr>
        <p:sp>
          <p:nvSpPr>
            <p:cNvPr id="377" name="object 51"/>
            <p:cNvSpPr/>
            <p:nvPr/>
          </p:nvSpPr>
          <p:spPr>
            <a:xfrm>
              <a:off x="1328760" y="2677320"/>
              <a:ext cx="7200" cy="738720"/>
            </a:xfrm>
            <a:custGeom>
              <a:avLst/>
              <a:gdLst>
                <a:gd name="textAreaLeft" fmla="*/ 0 w 7200"/>
                <a:gd name="textAreaRight" fmla="*/ 7560 w 7200"/>
                <a:gd name="textAreaTop" fmla="*/ 0 h 738720"/>
                <a:gd name="textAreaBottom" fmla="*/ 739080 h 738720"/>
              </a:gdLst>
              <a:ahLst/>
              <a:rect l="textAreaLeft" t="textAreaTop" r="textAreaRight" b="textAreaBottom"/>
              <a:pathLst>
                <a:path w="7619" h="739139">
                  <a:moveTo>
                    <a:pt x="7200" y="0"/>
                  </a:moveTo>
                  <a:lnTo>
                    <a:pt x="0" y="73872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78" name="object 52"/>
            <p:cNvSpPr/>
            <p:nvPr/>
          </p:nvSpPr>
          <p:spPr>
            <a:xfrm>
              <a:off x="1274760" y="340848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52920" y="108369"/>
                  </a:lnTo>
                  <a:lnTo>
                    <a:pt x="108000" y="7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379" name="object 53"/>
          <p:cNvGrpSpPr/>
          <p:nvPr/>
        </p:nvGrpSpPr>
        <p:grpSpPr>
          <a:xfrm>
            <a:off x="7655400" y="3013200"/>
            <a:ext cx="108360" cy="555840"/>
            <a:chOff x="7655400" y="3013200"/>
            <a:chExt cx="108360" cy="555840"/>
          </a:xfrm>
        </p:grpSpPr>
        <p:sp>
          <p:nvSpPr>
            <p:cNvPr id="380" name="object 54"/>
            <p:cNvSpPr/>
            <p:nvPr/>
          </p:nvSpPr>
          <p:spPr>
            <a:xfrm>
              <a:off x="7709400" y="3013200"/>
              <a:ext cx="360" cy="4550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455040"/>
                <a:gd name="textAreaBottom" fmla="*/ 455400 h 455040"/>
              </a:gdLst>
              <a:ahLst/>
              <a:rect l="textAreaLeft" t="textAreaTop" r="textAreaRight" b="textAreaBottom"/>
              <a:pathLst>
                <a:path w="0" h="455295">
                  <a:moveTo>
                    <a:pt x="0" y="0"/>
                  </a:moveTo>
                  <a:lnTo>
                    <a:pt x="0" y="454672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1" name="object 55"/>
            <p:cNvSpPr/>
            <p:nvPr/>
          </p:nvSpPr>
          <p:spPr>
            <a:xfrm>
              <a:off x="7655400" y="346068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108000" y="0"/>
                  </a:moveTo>
                  <a:lnTo>
                    <a:pt x="0" y="0"/>
                  </a:lnTo>
                  <a:lnTo>
                    <a:pt x="54000" y="108000"/>
                  </a:lnTo>
                  <a:lnTo>
                    <a:pt x="10800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382" name="object 56"/>
          <p:cNvSpPr/>
          <p:nvPr/>
        </p:nvSpPr>
        <p:spPr>
          <a:xfrm>
            <a:off x="577440" y="1010520"/>
            <a:ext cx="1306440" cy="1220040"/>
          </a:xfrm>
          <a:custGeom>
            <a:avLst/>
            <a:gdLst>
              <a:gd name="textAreaLeft" fmla="*/ 0 w 1306440"/>
              <a:gd name="textAreaRight" fmla="*/ 1306800 w 1306440"/>
              <a:gd name="textAreaTop" fmla="*/ 0 h 1220040"/>
              <a:gd name="textAreaBottom" fmla="*/ 1220400 h 1220040"/>
            </a:gdLst>
            <a:ahLst/>
            <a:rect l="textAreaLeft" t="textAreaTop" r="textAreaRight" b="textAreaBottom"/>
            <a:pathLst>
              <a:path w="1306830" h="1220470">
                <a:moveTo>
                  <a:pt x="653034" y="0"/>
                </a:moveTo>
                <a:lnTo>
                  <a:pt x="604116" y="1711"/>
                </a:lnTo>
                <a:lnTo>
                  <a:pt x="555620" y="6817"/>
                </a:lnTo>
                <a:lnTo>
                  <a:pt x="507747" y="15273"/>
                </a:lnTo>
                <a:lnTo>
                  <a:pt x="460699" y="27035"/>
                </a:lnTo>
                <a:lnTo>
                  <a:pt x="414677" y="42058"/>
                </a:lnTo>
                <a:lnTo>
                  <a:pt x="369883" y="60298"/>
                </a:lnTo>
                <a:lnTo>
                  <a:pt x="326516" y="81711"/>
                </a:lnTo>
                <a:lnTo>
                  <a:pt x="284992" y="106111"/>
                </a:lnTo>
                <a:lnTo>
                  <a:pt x="245685" y="133237"/>
                </a:lnTo>
                <a:lnTo>
                  <a:pt x="208741" y="162951"/>
                </a:lnTo>
                <a:lnTo>
                  <a:pt x="174303" y="195113"/>
                </a:lnTo>
                <a:lnTo>
                  <a:pt x="142517" y="229587"/>
                </a:lnTo>
                <a:lnTo>
                  <a:pt x="113527" y="266233"/>
                </a:lnTo>
                <a:lnTo>
                  <a:pt x="87477" y="304914"/>
                </a:lnTo>
                <a:lnTo>
                  <a:pt x="61123" y="352326"/>
                </a:lnTo>
                <a:lnTo>
                  <a:pt x="39358" y="401500"/>
                </a:lnTo>
                <a:lnTo>
                  <a:pt x="22274" y="452154"/>
                </a:lnTo>
                <a:lnTo>
                  <a:pt x="9959" y="504009"/>
                </a:lnTo>
                <a:lnTo>
                  <a:pt x="2535" y="556570"/>
                </a:lnTo>
                <a:lnTo>
                  <a:pt x="17" y="609828"/>
                </a:lnTo>
                <a:lnTo>
                  <a:pt x="0" y="610196"/>
                </a:lnTo>
                <a:lnTo>
                  <a:pt x="2504" y="663458"/>
                </a:lnTo>
                <a:lnTo>
                  <a:pt x="9959" y="716130"/>
                </a:lnTo>
                <a:lnTo>
                  <a:pt x="22274" y="767921"/>
                </a:lnTo>
                <a:lnTo>
                  <a:pt x="39358" y="818541"/>
                </a:lnTo>
                <a:lnTo>
                  <a:pt x="61123" y="867701"/>
                </a:lnTo>
                <a:lnTo>
                  <a:pt x="87477" y="915111"/>
                </a:lnTo>
                <a:lnTo>
                  <a:pt x="113527" y="953791"/>
                </a:lnTo>
                <a:lnTo>
                  <a:pt x="142517" y="990437"/>
                </a:lnTo>
                <a:lnTo>
                  <a:pt x="174303" y="1024911"/>
                </a:lnTo>
                <a:lnTo>
                  <a:pt x="208741" y="1057074"/>
                </a:lnTo>
                <a:lnTo>
                  <a:pt x="245685" y="1086787"/>
                </a:lnTo>
                <a:lnTo>
                  <a:pt x="284992" y="1113913"/>
                </a:lnTo>
                <a:lnTo>
                  <a:pt x="326516" y="1138313"/>
                </a:lnTo>
                <a:lnTo>
                  <a:pt x="369884" y="1159731"/>
                </a:lnTo>
                <a:lnTo>
                  <a:pt x="414686" y="1177975"/>
                </a:lnTo>
                <a:lnTo>
                  <a:pt x="460728" y="1193000"/>
                </a:lnTo>
                <a:lnTo>
                  <a:pt x="507816" y="1204763"/>
                </a:lnTo>
                <a:lnTo>
                  <a:pt x="555754" y="1213220"/>
                </a:lnTo>
                <a:lnTo>
                  <a:pt x="604347" y="1218326"/>
                </a:lnTo>
                <a:lnTo>
                  <a:pt x="653402" y="1220038"/>
                </a:lnTo>
                <a:lnTo>
                  <a:pt x="702320" y="1218326"/>
                </a:lnTo>
                <a:lnTo>
                  <a:pt x="750816" y="1213220"/>
                </a:lnTo>
                <a:lnTo>
                  <a:pt x="798688" y="1204763"/>
                </a:lnTo>
                <a:lnTo>
                  <a:pt x="845736" y="1193000"/>
                </a:lnTo>
                <a:lnTo>
                  <a:pt x="891758" y="1177975"/>
                </a:lnTo>
                <a:lnTo>
                  <a:pt x="917545" y="1167472"/>
                </a:lnTo>
                <a:lnTo>
                  <a:pt x="653402" y="1167472"/>
                </a:lnTo>
                <a:lnTo>
                  <a:pt x="601064" y="1165327"/>
                </a:lnTo>
                <a:lnTo>
                  <a:pt x="549368" y="1158952"/>
                </a:lnTo>
                <a:lnTo>
                  <a:pt x="498594" y="1148437"/>
                </a:lnTo>
                <a:lnTo>
                  <a:pt x="449020" y="1133871"/>
                </a:lnTo>
                <a:lnTo>
                  <a:pt x="400928" y="1115345"/>
                </a:lnTo>
                <a:lnTo>
                  <a:pt x="354596" y="1092949"/>
                </a:lnTo>
                <a:lnTo>
                  <a:pt x="310561" y="1066704"/>
                </a:lnTo>
                <a:lnTo>
                  <a:pt x="269304" y="1037070"/>
                </a:lnTo>
                <a:lnTo>
                  <a:pt x="231027" y="1004255"/>
                </a:lnTo>
                <a:lnTo>
                  <a:pt x="195930" y="968471"/>
                </a:lnTo>
                <a:lnTo>
                  <a:pt x="164214" y="929927"/>
                </a:lnTo>
                <a:lnTo>
                  <a:pt x="136080" y="888834"/>
                </a:lnTo>
                <a:lnTo>
                  <a:pt x="112032" y="845469"/>
                </a:lnTo>
                <a:lnTo>
                  <a:pt x="92155" y="800514"/>
                </a:lnTo>
                <a:lnTo>
                  <a:pt x="76541" y="754240"/>
                </a:lnTo>
                <a:lnTo>
                  <a:pt x="65277" y="706916"/>
                </a:lnTo>
                <a:lnTo>
                  <a:pt x="58453" y="658812"/>
                </a:lnTo>
                <a:lnTo>
                  <a:pt x="56159" y="610196"/>
                </a:lnTo>
                <a:lnTo>
                  <a:pt x="58453" y="561431"/>
                </a:lnTo>
                <a:lnTo>
                  <a:pt x="65277" y="513223"/>
                </a:lnTo>
                <a:lnTo>
                  <a:pt x="76541" y="465836"/>
                </a:lnTo>
                <a:lnTo>
                  <a:pt x="92155" y="419527"/>
                </a:lnTo>
                <a:lnTo>
                  <a:pt x="112032" y="374558"/>
                </a:lnTo>
                <a:lnTo>
                  <a:pt x="136080" y="331190"/>
                </a:lnTo>
                <a:lnTo>
                  <a:pt x="164214" y="290097"/>
                </a:lnTo>
                <a:lnTo>
                  <a:pt x="195930" y="251554"/>
                </a:lnTo>
                <a:lnTo>
                  <a:pt x="231027" y="215769"/>
                </a:lnTo>
                <a:lnTo>
                  <a:pt x="269304" y="182955"/>
                </a:lnTo>
                <a:lnTo>
                  <a:pt x="310561" y="153320"/>
                </a:lnTo>
                <a:lnTo>
                  <a:pt x="354596" y="127076"/>
                </a:lnTo>
                <a:lnTo>
                  <a:pt x="400926" y="104679"/>
                </a:lnTo>
                <a:lnTo>
                  <a:pt x="449007" y="86153"/>
                </a:lnTo>
                <a:lnTo>
                  <a:pt x="498548" y="71588"/>
                </a:lnTo>
                <a:lnTo>
                  <a:pt x="549259" y="61072"/>
                </a:lnTo>
                <a:lnTo>
                  <a:pt x="600851" y="54697"/>
                </a:lnTo>
                <a:lnTo>
                  <a:pt x="653034" y="52552"/>
                </a:lnTo>
                <a:lnTo>
                  <a:pt x="917526" y="52552"/>
                </a:lnTo>
                <a:lnTo>
                  <a:pt x="891749" y="42058"/>
                </a:lnTo>
                <a:lnTo>
                  <a:pt x="845707" y="27035"/>
                </a:lnTo>
                <a:lnTo>
                  <a:pt x="798619" y="15273"/>
                </a:lnTo>
                <a:lnTo>
                  <a:pt x="750681" y="6817"/>
                </a:lnTo>
                <a:lnTo>
                  <a:pt x="702088" y="1711"/>
                </a:lnTo>
                <a:lnTo>
                  <a:pt x="653034" y="0"/>
                </a:lnTo>
                <a:close/>
              </a:path>
              <a:path w="1306830" h="1220470">
                <a:moveTo>
                  <a:pt x="917526" y="52552"/>
                </a:moveTo>
                <a:lnTo>
                  <a:pt x="653034" y="52552"/>
                </a:lnTo>
                <a:lnTo>
                  <a:pt x="705366" y="54697"/>
                </a:lnTo>
                <a:lnTo>
                  <a:pt x="757059" y="61072"/>
                </a:lnTo>
                <a:lnTo>
                  <a:pt x="807832" y="71588"/>
                </a:lnTo>
                <a:lnTo>
                  <a:pt x="857407" y="86153"/>
                </a:lnTo>
                <a:lnTo>
                  <a:pt x="905502" y="104679"/>
                </a:lnTo>
                <a:lnTo>
                  <a:pt x="951839" y="127076"/>
                </a:lnTo>
                <a:lnTo>
                  <a:pt x="995874" y="153320"/>
                </a:lnTo>
                <a:lnTo>
                  <a:pt x="1037129" y="182955"/>
                </a:lnTo>
                <a:lnTo>
                  <a:pt x="1075404" y="215769"/>
                </a:lnTo>
                <a:lnTo>
                  <a:pt x="1110500" y="251554"/>
                </a:lnTo>
                <a:lnTo>
                  <a:pt x="1142217" y="290097"/>
                </a:lnTo>
                <a:lnTo>
                  <a:pt x="1170355" y="331190"/>
                </a:lnTo>
                <a:lnTo>
                  <a:pt x="1194400" y="374558"/>
                </a:lnTo>
                <a:lnTo>
                  <a:pt x="1214279" y="419527"/>
                </a:lnTo>
                <a:lnTo>
                  <a:pt x="1229901" y="465836"/>
                </a:lnTo>
                <a:lnTo>
                  <a:pt x="1241171" y="513223"/>
                </a:lnTo>
                <a:lnTo>
                  <a:pt x="1247981" y="561217"/>
                </a:lnTo>
                <a:lnTo>
                  <a:pt x="1250276" y="609828"/>
                </a:lnTo>
                <a:lnTo>
                  <a:pt x="1250276" y="610196"/>
                </a:lnTo>
                <a:lnTo>
                  <a:pt x="1247981" y="658812"/>
                </a:lnTo>
                <a:lnTo>
                  <a:pt x="1241155" y="706916"/>
                </a:lnTo>
                <a:lnTo>
                  <a:pt x="1229890" y="754240"/>
                </a:lnTo>
                <a:lnTo>
                  <a:pt x="1214274" y="800514"/>
                </a:lnTo>
                <a:lnTo>
                  <a:pt x="1194399" y="845469"/>
                </a:lnTo>
                <a:lnTo>
                  <a:pt x="1170355" y="888834"/>
                </a:lnTo>
                <a:lnTo>
                  <a:pt x="1142217" y="929927"/>
                </a:lnTo>
                <a:lnTo>
                  <a:pt x="1110500" y="968471"/>
                </a:lnTo>
                <a:lnTo>
                  <a:pt x="1075404" y="1004255"/>
                </a:lnTo>
                <a:lnTo>
                  <a:pt x="1037129" y="1037070"/>
                </a:lnTo>
                <a:lnTo>
                  <a:pt x="995874" y="1066704"/>
                </a:lnTo>
                <a:lnTo>
                  <a:pt x="951839" y="1092949"/>
                </a:lnTo>
                <a:lnTo>
                  <a:pt x="905504" y="1115345"/>
                </a:lnTo>
                <a:lnTo>
                  <a:pt x="857420" y="1133871"/>
                </a:lnTo>
                <a:lnTo>
                  <a:pt x="807878" y="1148437"/>
                </a:lnTo>
                <a:lnTo>
                  <a:pt x="757168" y="1158952"/>
                </a:lnTo>
                <a:lnTo>
                  <a:pt x="705579" y="1165327"/>
                </a:lnTo>
                <a:lnTo>
                  <a:pt x="653402" y="1167472"/>
                </a:lnTo>
                <a:lnTo>
                  <a:pt x="917545" y="1167472"/>
                </a:lnTo>
                <a:lnTo>
                  <a:pt x="979919" y="1138313"/>
                </a:lnTo>
                <a:lnTo>
                  <a:pt x="1021439" y="1113913"/>
                </a:lnTo>
                <a:lnTo>
                  <a:pt x="1060744" y="1086787"/>
                </a:lnTo>
                <a:lnTo>
                  <a:pt x="1097689" y="1057074"/>
                </a:lnTo>
                <a:lnTo>
                  <a:pt x="1132128" y="1024911"/>
                </a:lnTo>
                <a:lnTo>
                  <a:pt x="1163916" y="990437"/>
                </a:lnTo>
                <a:lnTo>
                  <a:pt x="1192908" y="953791"/>
                </a:lnTo>
                <a:lnTo>
                  <a:pt x="1218958" y="915111"/>
                </a:lnTo>
                <a:lnTo>
                  <a:pt x="1245313" y="867701"/>
                </a:lnTo>
                <a:lnTo>
                  <a:pt x="1267077" y="818541"/>
                </a:lnTo>
                <a:lnTo>
                  <a:pt x="1284162" y="767921"/>
                </a:lnTo>
                <a:lnTo>
                  <a:pt x="1296476" y="716130"/>
                </a:lnTo>
                <a:lnTo>
                  <a:pt x="1303931" y="663458"/>
                </a:lnTo>
                <a:lnTo>
                  <a:pt x="1306436" y="610196"/>
                </a:lnTo>
                <a:lnTo>
                  <a:pt x="1306436" y="609828"/>
                </a:lnTo>
                <a:lnTo>
                  <a:pt x="1303941" y="556784"/>
                </a:lnTo>
                <a:lnTo>
                  <a:pt x="1303931" y="556570"/>
                </a:lnTo>
                <a:lnTo>
                  <a:pt x="1296492" y="504009"/>
                </a:lnTo>
                <a:lnTo>
                  <a:pt x="1284173" y="452154"/>
                </a:lnTo>
                <a:lnTo>
                  <a:pt x="1267082" y="401500"/>
                </a:lnTo>
                <a:lnTo>
                  <a:pt x="1245313" y="352326"/>
                </a:lnTo>
                <a:lnTo>
                  <a:pt x="1218958" y="304914"/>
                </a:lnTo>
                <a:lnTo>
                  <a:pt x="1192908" y="266233"/>
                </a:lnTo>
                <a:lnTo>
                  <a:pt x="1163916" y="229587"/>
                </a:lnTo>
                <a:lnTo>
                  <a:pt x="1132128" y="195113"/>
                </a:lnTo>
                <a:lnTo>
                  <a:pt x="1097689" y="162951"/>
                </a:lnTo>
                <a:lnTo>
                  <a:pt x="1060744" y="133237"/>
                </a:lnTo>
                <a:lnTo>
                  <a:pt x="1021439" y="106111"/>
                </a:lnTo>
                <a:lnTo>
                  <a:pt x="979919" y="81711"/>
                </a:lnTo>
                <a:lnTo>
                  <a:pt x="936551" y="60298"/>
                </a:lnTo>
                <a:lnTo>
                  <a:pt x="917526" y="52552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3" name="object 57"/>
          <p:cNvSpPr/>
          <p:nvPr/>
        </p:nvSpPr>
        <p:spPr>
          <a:xfrm>
            <a:off x="919440" y="1330920"/>
            <a:ext cx="621360" cy="54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720" bIns="0" anchor="t">
            <a:spAutoFit/>
          </a:bodyPr>
          <a:p>
            <a:pPr marL="247680" indent="-235440">
              <a:lnSpc>
                <a:spcPts val="2010"/>
              </a:lnSpc>
              <a:spcBef>
                <a:spcPts val="289"/>
              </a:spcBef>
              <a:tabLst>
                <a:tab algn="l" pos="0"/>
              </a:tabLst>
            </a:pP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Strain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84" name="object 58"/>
          <p:cNvGrpSpPr/>
          <p:nvPr/>
        </p:nvGrpSpPr>
        <p:grpSpPr>
          <a:xfrm>
            <a:off x="67680" y="961200"/>
            <a:ext cx="2270520" cy="1386000"/>
            <a:chOff x="67680" y="961200"/>
            <a:chExt cx="2270520" cy="1386000"/>
          </a:xfrm>
        </p:grpSpPr>
        <p:sp>
          <p:nvSpPr>
            <p:cNvPr id="385" name="object 59"/>
            <p:cNvSpPr/>
            <p:nvPr/>
          </p:nvSpPr>
          <p:spPr>
            <a:xfrm>
              <a:off x="1495800" y="1067400"/>
              <a:ext cx="372960" cy="434160"/>
            </a:xfrm>
            <a:custGeom>
              <a:avLst/>
              <a:gdLst>
                <a:gd name="textAreaLeft" fmla="*/ 0 w 372960"/>
                <a:gd name="textAreaRight" fmla="*/ 373320 w 372960"/>
                <a:gd name="textAreaTop" fmla="*/ 0 h 434160"/>
                <a:gd name="textAreaBottom" fmla="*/ 434520 h 434160"/>
              </a:gdLst>
              <a:ahLst/>
              <a:rect l="textAreaLeft" t="textAreaTop" r="textAreaRight" b="textAreaBottom"/>
              <a:pathLst>
                <a:path w="373380" h="434340">
                  <a:moveTo>
                    <a:pt x="187553" y="104762"/>
                  </a:moveTo>
                  <a:lnTo>
                    <a:pt x="36360" y="0"/>
                  </a:lnTo>
                  <a:lnTo>
                    <a:pt x="0" y="52197"/>
                  </a:lnTo>
                  <a:lnTo>
                    <a:pt x="75590" y="104762"/>
                  </a:lnTo>
                  <a:lnTo>
                    <a:pt x="151193" y="157327"/>
                  </a:lnTo>
                  <a:lnTo>
                    <a:pt x="187553" y="104762"/>
                  </a:lnTo>
                  <a:close/>
                </a:path>
                <a:path w="373380" h="434340">
                  <a:moveTo>
                    <a:pt x="373316" y="410400"/>
                  </a:moveTo>
                  <a:lnTo>
                    <a:pt x="305993" y="239407"/>
                  </a:lnTo>
                  <a:lnTo>
                    <a:pt x="246240" y="262801"/>
                  </a:lnTo>
                  <a:lnTo>
                    <a:pt x="280073" y="348119"/>
                  </a:lnTo>
                  <a:lnTo>
                    <a:pt x="313550" y="433806"/>
                  </a:lnTo>
                  <a:lnTo>
                    <a:pt x="373316" y="410400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86" name="object 60"/>
            <p:cNvSpPr/>
            <p:nvPr/>
          </p:nvSpPr>
          <p:spPr>
            <a:xfrm>
              <a:off x="622440" y="1226520"/>
              <a:ext cx="1190880" cy="825120"/>
            </a:xfrm>
            <a:custGeom>
              <a:avLst/>
              <a:gdLst>
                <a:gd name="textAreaLeft" fmla="*/ 0 w 1190880"/>
                <a:gd name="textAreaRight" fmla="*/ 1191240 w 1190880"/>
                <a:gd name="textAreaTop" fmla="*/ 0 h 825120"/>
                <a:gd name="textAreaBottom" fmla="*/ 825480 h 825120"/>
              </a:gdLst>
              <a:ahLst/>
              <a:rect l="textAreaLeft" t="textAreaTop" r="textAreaRight" b="textAreaBottom"/>
              <a:pathLst>
                <a:path w="1191260" h="825500">
                  <a:moveTo>
                    <a:pt x="156603" y="36004"/>
                  </a:moveTo>
                  <a:lnTo>
                    <a:pt x="103682" y="0"/>
                  </a:lnTo>
                  <a:lnTo>
                    <a:pt x="51841" y="75958"/>
                  </a:lnTo>
                  <a:lnTo>
                    <a:pt x="0" y="152285"/>
                  </a:lnTo>
                  <a:lnTo>
                    <a:pt x="52920" y="188290"/>
                  </a:lnTo>
                  <a:lnTo>
                    <a:pt x="156603" y="36004"/>
                  </a:lnTo>
                  <a:close/>
                </a:path>
                <a:path w="1191260" h="825500">
                  <a:moveTo>
                    <a:pt x="1190879" y="680046"/>
                  </a:moveTo>
                  <a:lnTo>
                    <a:pt x="1144803" y="644410"/>
                  </a:lnTo>
                  <a:lnTo>
                    <a:pt x="1088644" y="716762"/>
                  </a:lnTo>
                  <a:lnTo>
                    <a:pt x="1032116" y="789127"/>
                  </a:lnTo>
                  <a:lnTo>
                    <a:pt x="1078204" y="825119"/>
                  </a:lnTo>
                  <a:lnTo>
                    <a:pt x="1190879" y="680046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87" name="object 61"/>
            <p:cNvSpPr/>
            <p:nvPr/>
          </p:nvSpPr>
          <p:spPr>
            <a:xfrm>
              <a:off x="67680" y="961200"/>
              <a:ext cx="2270520" cy="1386000"/>
            </a:xfrm>
            <a:custGeom>
              <a:avLst/>
              <a:gdLst>
                <a:gd name="textAreaLeft" fmla="*/ 0 w 2270520"/>
                <a:gd name="textAreaRight" fmla="*/ 2270880 w 2270520"/>
                <a:gd name="textAreaTop" fmla="*/ 0 h 1386000"/>
                <a:gd name="textAreaBottom" fmla="*/ 1386360 h 1386000"/>
              </a:gdLst>
              <a:ahLst/>
              <a:rect l="textAreaLeft" t="textAreaTop" r="textAreaRight" b="textAreaBottom"/>
              <a:pathLst>
                <a:path w="2270760" h="1386205">
                  <a:moveTo>
                    <a:pt x="2270518" y="693000"/>
                  </a:moveTo>
                  <a:lnTo>
                    <a:pt x="2268066" y="738388"/>
                  </a:lnTo>
                  <a:lnTo>
                    <a:pt x="2260754" y="783463"/>
                  </a:lnTo>
                  <a:lnTo>
                    <a:pt x="2248650" y="828082"/>
                  </a:lnTo>
                  <a:lnTo>
                    <a:pt x="2231821" y="872102"/>
                  </a:lnTo>
                  <a:lnTo>
                    <a:pt x="2210335" y="915379"/>
                  </a:lnTo>
                  <a:lnTo>
                    <a:pt x="2184257" y="957769"/>
                  </a:lnTo>
                  <a:lnTo>
                    <a:pt x="2153657" y="999130"/>
                  </a:lnTo>
                  <a:lnTo>
                    <a:pt x="2118601" y="1039317"/>
                  </a:lnTo>
                  <a:lnTo>
                    <a:pt x="2087392" y="1070314"/>
                  </a:lnTo>
                  <a:lnTo>
                    <a:pt x="2053654" y="1100200"/>
                  </a:lnTo>
                  <a:lnTo>
                    <a:pt x="2017470" y="1128920"/>
                  </a:lnTo>
                  <a:lnTo>
                    <a:pt x="1978926" y="1156419"/>
                  </a:lnTo>
                  <a:lnTo>
                    <a:pt x="1938105" y="1182644"/>
                  </a:lnTo>
                  <a:lnTo>
                    <a:pt x="1895092" y="1207541"/>
                  </a:lnTo>
                  <a:lnTo>
                    <a:pt x="1849971" y="1231055"/>
                  </a:lnTo>
                  <a:lnTo>
                    <a:pt x="1802826" y="1253131"/>
                  </a:lnTo>
                  <a:lnTo>
                    <a:pt x="1753742" y="1273717"/>
                  </a:lnTo>
                  <a:lnTo>
                    <a:pt x="1702803" y="1292758"/>
                  </a:lnTo>
                  <a:lnTo>
                    <a:pt x="1655208" y="1308636"/>
                  </a:lnTo>
                  <a:lnTo>
                    <a:pt x="1606544" y="1323070"/>
                  </a:lnTo>
                  <a:lnTo>
                    <a:pt x="1556902" y="1336048"/>
                  </a:lnTo>
                  <a:lnTo>
                    <a:pt x="1506371" y="1347553"/>
                  </a:lnTo>
                  <a:lnTo>
                    <a:pt x="1455044" y="1357572"/>
                  </a:lnTo>
                  <a:lnTo>
                    <a:pt x="1403011" y="1366089"/>
                  </a:lnTo>
                  <a:lnTo>
                    <a:pt x="1350363" y="1373091"/>
                  </a:lnTo>
                  <a:lnTo>
                    <a:pt x="1297191" y="1378562"/>
                  </a:lnTo>
                  <a:lnTo>
                    <a:pt x="1243587" y="1382487"/>
                  </a:lnTo>
                  <a:lnTo>
                    <a:pt x="1189640" y="1384854"/>
                  </a:lnTo>
                  <a:lnTo>
                    <a:pt x="1135443" y="1385646"/>
                  </a:lnTo>
                  <a:lnTo>
                    <a:pt x="1081154" y="1384854"/>
                  </a:lnTo>
                  <a:lnTo>
                    <a:pt x="1027133" y="1382487"/>
                  </a:lnTo>
                  <a:lnTo>
                    <a:pt x="973468" y="1378562"/>
                  </a:lnTo>
                  <a:lnTo>
                    <a:pt x="920250" y="1373091"/>
                  </a:lnTo>
                  <a:lnTo>
                    <a:pt x="867567" y="1366089"/>
                  </a:lnTo>
                  <a:lnTo>
                    <a:pt x="815508" y="1357572"/>
                  </a:lnTo>
                  <a:lnTo>
                    <a:pt x="764164" y="1347553"/>
                  </a:lnTo>
                  <a:lnTo>
                    <a:pt x="713624" y="1336048"/>
                  </a:lnTo>
                  <a:lnTo>
                    <a:pt x="663976" y="1323070"/>
                  </a:lnTo>
                  <a:lnTo>
                    <a:pt x="615310" y="1308636"/>
                  </a:lnTo>
                  <a:lnTo>
                    <a:pt x="567715" y="1292758"/>
                  </a:lnTo>
                  <a:lnTo>
                    <a:pt x="516776" y="1273717"/>
                  </a:lnTo>
                  <a:lnTo>
                    <a:pt x="467691" y="1253131"/>
                  </a:lnTo>
                  <a:lnTo>
                    <a:pt x="420547" y="1231055"/>
                  </a:lnTo>
                  <a:lnTo>
                    <a:pt x="375426" y="1207541"/>
                  </a:lnTo>
                  <a:lnTo>
                    <a:pt x="332412" y="1182644"/>
                  </a:lnTo>
                  <a:lnTo>
                    <a:pt x="291592" y="1156419"/>
                  </a:lnTo>
                  <a:lnTo>
                    <a:pt x="253047" y="1128920"/>
                  </a:lnTo>
                  <a:lnTo>
                    <a:pt x="216864" y="1100200"/>
                  </a:lnTo>
                  <a:lnTo>
                    <a:pt x="183126" y="1070314"/>
                  </a:lnTo>
                  <a:lnTo>
                    <a:pt x="151917" y="1039317"/>
                  </a:lnTo>
                  <a:lnTo>
                    <a:pt x="116864" y="999130"/>
                  </a:lnTo>
                  <a:lnTo>
                    <a:pt x="86266" y="957769"/>
                  </a:lnTo>
                  <a:lnTo>
                    <a:pt x="60189" y="915379"/>
                  </a:lnTo>
                  <a:lnTo>
                    <a:pt x="38701" y="872102"/>
                  </a:lnTo>
                  <a:lnTo>
                    <a:pt x="21871" y="828082"/>
                  </a:lnTo>
                  <a:lnTo>
                    <a:pt x="9765" y="783463"/>
                  </a:lnTo>
                  <a:lnTo>
                    <a:pt x="2452" y="738388"/>
                  </a:lnTo>
                  <a:lnTo>
                    <a:pt x="0" y="693000"/>
                  </a:lnTo>
                  <a:lnTo>
                    <a:pt x="2452" y="647495"/>
                  </a:lnTo>
                  <a:lnTo>
                    <a:pt x="9765" y="602332"/>
                  </a:lnTo>
                  <a:lnTo>
                    <a:pt x="21871" y="557649"/>
                  </a:lnTo>
                  <a:lnTo>
                    <a:pt x="38701" y="513586"/>
                  </a:lnTo>
                  <a:lnTo>
                    <a:pt x="60189" y="470282"/>
                  </a:lnTo>
                  <a:lnTo>
                    <a:pt x="86266" y="427876"/>
                  </a:lnTo>
                  <a:lnTo>
                    <a:pt x="116864" y="386508"/>
                  </a:lnTo>
                  <a:lnTo>
                    <a:pt x="151917" y="346316"/>
                  </a:lnTo>
                  <a:lnTo>
                    <a:pt x="183126" y="315319"/>
                  </a:lnTo>
                  <a:lnTo>
                    <a:pt x="216864" y="285434"/>
                  </a:lnTo>
                  <a:lnTo>
                    <a:pt x="253047" y="256715"/>
                  </a:lnTo>
                  <a:lnTo>
                    <a:pt x="291592" y="229217"/>
                  </a:lnTo>
                  <a:lnTo>
                    <a:pt x="332412" y="202993"/>
                  </a:lnTo>
                  <a:lnTo>
                    <a:pt x="375426" y="178097"/>
                  </a:lnTo>
                  <a:lnTo>
                    <a:pt x="420547" y="154584"/>
                  </a:lnTo>
                  <a:lnTo>
                    <a:pt x="467691" y="132506"/>
                  </a:lnTo>
                  <a:lnTo>
                    <a:pt x="516776" y="111918"/>
                  </a:lnTo>
                  <a:lnTo>
                    <a:pt x="567715" y="92875"/>
                  </a:lnTo>
                  <a:lnTo>
                    <a:pt x="615309" y="77000"/>
                  </a:lnTo>
                  <a:lnTo>
                    <a:pt x="663973" y="62568"/>
                  </a:lnTo>
                  <a:lnTo>
                    <a:pt x="713616" y="49593"/>
                  </a:lnTo>
                  <a:lnTo>
                    <a:pt x="764147" y="38089"/>
                  </a:lnTo>
                  <a:lnTo>
                    <a:pt x="815475" y="28071"/>
                  </a:lnTo>
                  <a:lnTo>
                    <a:pt x="867509" y="19555"/>
                  </a:lnTo>
                  <a:lnTo>
                    <a:pt x="920158" y="12554"/>
                  </a:lnTo>
                  <a:lnTo>
                    <a:pt x="973331" y="7083"/>
                  </a:lnTo>
                  <a:lnTo>
                    <a:pt x="1026938" y="3158"/>
                  </a:lnTo>
                  <a:lnTo>
                    <a:pt x="1080887" y="791"/>
                  </a:lnTo>
                  <a:lnTo>
                    <a:pt x="1135087" y="0"/>
                  </a:lnTo>
                  <a:lnTo>
                    <a:pt x="1189373" y="791"/>
                  </a:lnTo>
                  <a:lnTo>
                    <a:pt x="1243392" y="3158"/>
                  </a:lnTo>
                  <a:lnTo>
                    <a:pt x="1297055" y="7083"/>
                  </a:lnTo>
                  <a:lnTo>
                    <a:pt x="1350271" y="12554"/>
                  </a:lnTo>
                  <a:lnTo>
                    <a:pt x="1402953" y="19555"/>
                  </a:lnTo>
                  <a:lnTo>
                    <a:pt x="1455010" y="28071"/>
                  </a:lnTo>
                  <a:lnTo>
                    <a:pt x="1506354" y="38089"/>
                  </a:lnTo>
                  <a:lnTo>
                    <a:pt x="1556894" y="49593"/>
                  </a:lnTo>
                  <a:lnTo>
                    <a:pt x="1606542" y="62568"/>
                  </a:lnTo>
                  <a:lnTo>
                    <a:pt x="1655208" y="77000"/>
                  </a:lnTo>
                  <a:lnTo>
                    <a:pt x="1702803" y="92875"/>
                  </a:lnTo>
                  <a:lnTo>
                    <a:pt x="1753742" y="111918"/>
                  </a:lnTo>
                  <a:lnTo>
                    <a:pt x="1802826" y="132506"/>
                  </a:lnTo>
                  <a:lnTo>
                    <a:pt x="1849971" y="154584"/>
                  </a:lnTo>
                  <a:lnTo>
                    <a:pt x="1895092" y="178097"/>
                  </a:lnTo>
                  <a:lnTo>
                    <a:pt x="1938105" y="202993"/>
                  </a:lnTo>
                  <a:lnTo>
                    <a:pt x="1978926" y="229217"/>
                  </a:lnTo>
                  <a:lnTo>
                    <a:pt x="2017470" y="256715"/>
                  </a:lnTo>
                  <a:lnTo>
                    <a:pt x="2053654" y="285434"/>
                  </a:lnTo>
                  <a:lnTo>
                    <a:pt x="2087392" y="315319"/>
                  </a:lnTo>
                  <a:lnTo>
                    <a:pt x="2118601" y="346316"/>
                  </a:lnTo>
                  <a:lnTo>
                    <a:pt x="2153657" y="386507"/>
                  </a:lnTo>
                  <a:lnTo>
                    <a:pt x="2184257" y="427871"/>
                  </a:lnTo>
                  <a:lnTo>
                    <a:pt x="2210335" y="470263"/>
                  </a:lnTo>
                  <a:lnTo>
                    <a:pt x="2231821" y="513541"/>
                  </a:lnTo>
                  <a:lnTo>
                    <a:pt x="2248650" y="557562"/>
                  </a:lnTo>
                  <a:lnTo>
                    <a:pt x="2260754" y="602182"/>
                  </a:lnTo>
                  <a:lnTo>
                    <a:pt x="2268066" y="647257"/>
                  </a:lnTo>
                  <a:lnTo>
                    <a:pt x="2270518" y="692645"/>
                  </a:lnTo>
                  <a:lnTo>
                    <a:pt x="2270518" y="693000"/>
                  </a:lnTo>
                  <a:close/>
                </a:path>
              </a:pathLst>
            </a:custGeom>
            <a:noFill/>
            <a:ln w="38159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388" name="object 62"/>
          <p:cNvSpPr/>
          <p:nvPr/>
        </p:nvSpPr>
        <p:spPr>
          <a:xfrm>
            <a:off x="2913120" y="1010160"/>
            <a:ext cx="1551600" cy="1370520"/>
          </a:xfrm>
          <a:custGeom>
            <a:avLst/>
            <a:gdLst>
              <a:gd name="textAreaLeft" fmla="*/ 0 w 1551600"/>
              <a:gd name="textAreaRight" fmla="*/ 1551960 w 1551600"/>
              <a:gd name="textAreaTop" fmla="*/ 0 h 1370520"/>
              <a:gd name="textAreaBottom" fmla="*/ 1370880 h 1370520"/>
            </a:gdLst>
            <a:ahLst/>
            <a:rect l="textAreaLeft" t="textAreaTop" r="textAreaRight" b="textAreaBottom"/>
            <a:pathLst>
              <a:path w="1551939" h="1370964">
                <a:moveTo>
                  <a:pt x="775792" y="0"/>
                </a:moveTo>
                <a:lnTo>
                  <a:pt x="724889" y="1478"/>
                </a:lnTo>
                <a:lnTo>
                  <a:pt x="674350" y="5890"/>
                </a:lnTo>
                <a:lnTo>
                  <a:pt x="624334" y="13196"/>
                </a:lnTo>
                <a:lnTo>
                  <a:pt x="575002" y="23358"/>
                </a:lnTo>
                <a:lnTo>
                  <a:pt x="526513" y="36338"/>
                </a:lnTo>
                <a:lnTo>
                  <a:pt x="479030" y="52099"/>
                </a:lnTo>
                <a:lnTo>
                  <a:pt x="432711" y="70601"/>
                </a:lnTo>
                <a:lnTo>
                  <a:pt x="387718" y="91808"/>
                </a:lnTo>
                <a:lnTo>
                  <a:pt x="344518" y="115580"/>
                </a:lnTo>
                <a:lnTo>
                  <a:pt x="303293" y="141741"/>
                </a:lnTo>
                <a:lnTo>
                  <a:pt x="264162" y="170182"/>
                </a:lnTo>
                <a:lnTo>
                  <a:pt x="227242" y="200791"/>
                </a:lnTo>
                <a:lnTo>
                  <a:pt x="192652" y="233460"/>
                </a:lnTo>
                <a:lnTo>
                  <a:pt x="160509" y="268078"/>
                </a:lnTo>
                <a:lnTo>
                  <a:pt x="130932" y="304535"/>
                </a:lnTo>
                <a:lnTo>
                  <a:pt x="104038" y="342722"/>
                </a:lnTo>
                <a:lnTo>
                  <a:pt x="76849" y="388155"/>
                </a:lnTo>
                <a:lnTo>
                  <a:pt x="53654" y="435131"/>
                </a:lnTo>
                <a:lnTo>
                  <a:pt x="34522" y="483429"/>
                </a:lnTo>
                <a:lnTo>
                  <a:pt x="19522" y="532830"/>
                </a:lnTo>
                <a:lnTo>
                  <a:pt x="8722" y="583113"/>
                </a:lnTo>
                <a:lnTo>
                  <a:pt x="2192" y="634058"/>
                </a:lnTo>
                <a:lnTo>
                  <a:pt x="0" y="685444"/>
                </a:lnTo>
                <a:lnTo>
                  <a:pt x="2192" y="736830"/>
                </a:lnTo>
                <a:lnTo>
                  <a:pt x="8722" y="787774"/>
                </a:lnTo>
                <a:lnTo>
                  <a:pt x="19522" y="838057"/>
                </a:lnTo>
                <a:lnTo>
                  <a:pt x="34522" y="887458"/>
                </a:lnTo>
                <a:lnTo>
                  <a:pt x="53654" y="935757"/>
                </a:lnTo>
                <a:lnTo>
                  <a:pt x="76849" y="982733"/>
                </a:lnTo>
                <a:lnTo>
                  <a:pt x="104038" y="1028166"/>
                </a:lnTo>
                <a:lnTo>
                  <a:pt x="130932" y="1066352"/>
                </a:lnTo>
                <a:lnTo>
                  <a:pt x="160515" y="1102808"/>
                </a:lnTo>
                <a:lnTo>
                  <a:pt x="192671" y="1137424"/>
                </a:lnTo>
                <a:lnTo>
                  <a:pt x="227287" y="1170092"/>
                </a:lnTo>
                <a:lnTo>
                  <a:pt x="264249" y="1200701"/>
                </a:lnTo>
                <a:lnTo>
                  <a:pt x="303443" y="1229141"/>
                </a:lnTo>
                <a:lnTo>
                  <a:pt x="344756" y="1255304"/>
                </a:lnTo>
                <a:lnTo>
                  <a:pt x="388073" y="1279080"/>
                </a:lnTo>
                <a:lnTo>
                  <a:pt x="432949" y="1300286"/>
                </a:lnTo>
                <a:lnTo>
                  <a:pt x="479180" y="1318787"/>
                </a:lnTo>
                <a:lnTo>
                  <a:pt x="526600" y="1334545"/>
                </a:lnTo>
                <a:lnTo>
                  <a:pt x="575046" y="1347523"/>
                </a:lnTo>
                <a:lnTo>
                  <a:pt x="624353" y="1357683"/>
                </a:lnTo>
                <a:lnTo>
                  <a:pt x="674356" y="1364987"/>
                </a:lnTo>
                <a:lnTo>
                  <a:pt x="724890" y="1369397"/>
                </a:lnTo>
                <a:lnTo>
                  <a:pt x="775792" y="1370876"/>
                </a:lnTo>
                <a:lnTo>
                  <a:pt x="826694" y="1369397"/>
                </a:lnTo>
                <a:lnTo>
                  <a:pt x="877234" y="1364987"/>
                </a:lnTo>
                <a:lnTo>
                  <a:pt x="927250" y="1357683"/>
                </a:lnTo>
                <a:lnTo>
                  <a:pt x="976583" y="1347523"/>
                </a:lnTo>
                <a:lnTo>
                  <a:pt x="1025073" y="1334545"/>
                </a:lnTo>
                <a:lnTo>
                  <a:pt x="1072559" y="1318787"/>
                </a:lnTo>
                <a:lnTo>
                  <a:pt x="1089937" y="1311846"/>
                </a:lnTo>
                <a:lnTo>
                  <a:pt x="775792" y="1311846"/>
                </a:lnTo>
                <a:lnTo>
                  <a:pt x="722596" y="1310090"/>
                </a:lnTo>
                <a:lnTo>
                  <a:pt x="669912" y="1304851"/>
                </a:lnTo>
                <a:lnTo>
                  <a:pt x="617939" y="1296174"/>
                </a:lnTo>
                <a:lnTo>
                  <a:pt x="566880" y="1284102"/>
                </a:lnTo>
                <a:lnTo>
                  <a:pt x="516936" y="1268680"/>
                </a:lnTo>
                <a:lnTo>
                  <a:pt x="468307" y="1249952"/>
                </a:lnTo>
                <a:lnTo>
                  <a:pt x="421195" y="1227963"/>
                </a:lnTo>
                <a:lnTo>
                  <a:pt x="376191" y="1202923"/>
                </a:lnTo>
                <a:lnTo>
                  <a:pt x="333556" y="1175100"/>
                </a:lnTo>
                <a:lnTo>
                  <a:pt x="293453" y="1144619"/>
                </a:lnTo>
                <a:lnTo>
                  <a:pt x="256046" y="1111607"/>
                </a:lnTo>
                <a:lnTo>
                  <a:pt x="221497" y="1076188"/>
                </a:lnTo>
                <a:lnTo>
                  <a:pt x="189972" y="1038490"/>
                </a:lnTo>
                <a:lnTo>
                  <a:pt x="161632" y="998639"/>
                </a:lnTo>
                <a:lnTo>
                  <a:pt x="136890" y="957012"/>
                </a:lnTo>
                <a:lnTo>
                  <a:pt x="115781" y="914032"/>
                </a:lnTo>
                <a:lnTo>
                  <a:pt x="98371" y="869887"/>
                </a:lnTo>
                <a:lnTo>
                  <a:pt x="84720" y="824767"/>
                </a:lnTo>
                <a:lnTo>
                  <a:pt x="74892" y="778860"/>
                </a:lnTo>
                <a:lnTo>
                  <a:pt x="68949" y="732356"/>
                </a:lnTo>
                <a:lnTo>
                  <a:pt x="66954" y="685444"/>
                </a:lnTo>
                <a:lnTo>
                  <a:pt x="68949" y="638527"/>
                </a:lnTo>
                <a:lnTo>
                  <a:pt x="74892" y="592019"/>
                </a:lnTo>
                <a:lnTo>
                  <a:pt x="84720" y="546111"/>
                </a:lnTo>
                <a:lnTo>
                  <a:pt x="98371" y="500989"/>
                </a:lnTo>
                <a:lnTo>
                  <a:pt x="115781" y="456844"/>
                </a:lnTo>
                <a:lnTo>
                  <a:pt x="136890" y="413863"/>
                </a:lnTo>
                <a:lnTo>
                  <a:pt x="161632" y="372237"/>
                </a:lnTo>
                <a:lnTo>
                  <a:pt x="189972" y="332389"/>
                </a:lnTo>
                <a:lnTo>
                  <a:pt x="221497" y="294695"/>
                </a:lnTo>
                <a:lnTo>
                  <a:pt x="256046" y="259279"/>
                </a:lnTo>
                <a:lnTo>
                  <a:pt x="293453" y="226268"/>
                </a:lnTo>
                <a:lnTo>
                  <a:pt x="333556" y="195788"/>
                </a:lnTo>
                <a:lnTo>
                  <a:pt x="376191" y="167965"/>
                </a:lnTo>
                <a:lnTo>
                  <a:pt x="421195" y="142925"/>
                </a:lnTo>
                <a:lnTo>
                  <a:pt x="468307" y="120936"/>
                </a:lnTo>
                <a:lnTo>
                  <a:pt x="516936" y="102208"/>
                </a:lnTo>
                <a:lnTo>
                  <a:pt x="566880" y="86786"/>
                </a:lnTo>
                <a:lnTo>
                  <a:pt x="617939" y="74714"/>
                </a:lnTo>
                <a:lnTo>
                  <a:pt x="669912" y="66037"/>
                </a:lnTo>
                <a:lnTo>
                  <a:pt x="722596" y="60798"/>
                </a:lnTo>
                <a:lnTo>
                  <a:pt x="775792" y="59042"/>
                </a:lnTo>
                <a:lnTo>
                  <a:pt x="1089751" y="59042"/>
                </a:lnTo>
                <a:lnTo>
                  <a:pt x="1072404" y="52099"/>
                </a:lnTo>
                <a:lnTo>
                  <a:pt x="1024983" y="36338"/>
                </a:lnTo>
                <a:lnTo>
                  <a:pt x="976537" y="23358"/>
                </a:lnTo>
                <a:lnTo>
                  <a:pt x="927231" y="13196"/>
                </a:lnTo>
                <a:lnTo>
                  <a:pt x="877228" y="5890"/>
                </a:lnTo>
                <a:lnTo>
                  <a:pt x="826693" y="1478"/>
                </a:lnTo>
                <a:lnTo>
                  <a:pt x="775792" y="0"/>
                </a:lnTo>
                <a:close/>
              </a:path>
              <a:path w="1551939" h="1370964">
                <a:moveTo>
                  <a:pt x="1089751" y="59042"/>
                </a:moveTo>
                <a:lnTo>
                  <a:pt x="775792" y="59042"/>
                </a:lnTo>
                <a:lnTo>
                  <a:pt x="828987" y="60798"/>
                </a:lnTo>
                <a:lnTo>
                  <a:pt x="881671" y="66037"/>
                </a:lnTo>
                <a:lnTo>
                  <a:pt x="933644" y="74714"/>
                </a:lnTo>
                <a:lnTo>
                  <a:pt x="984703" y="86786"/>
                </a:lnTo>
                <a:lnTo>
                  <a:pt x="1034648" y="102208"/>
                </a:lnTo>
                <a:lnTo>
                  <a:pt x="1083277" y="120936"/>
                </a:lnTo>
                <a:lnTo>
                  <a:pt x="1130388" y="142925"/>
                </a:lnTo>
                <a:lnTo>
                  <a:pt x="1175392" y="167965"/>
                </a:lnTo>
                <a:lnTo>
                  <a:pt x="1218027" y="195788"/>
                </a:lnTo>
                <a:lnTo>
                  <a:pt x="1258130" y="226268"/>
                </a:lnTo>
                <a:lnTo>
                  <a:pt x="1295538" y="259279"/>
                </a:lnTo>
                <a:lnTo>
                  <a:pt x="1330086" y="294695"/>
                </a:lnTo>
                <a:lnTo>
                  <a:pt x="1361612" y="332389"/>
                </a:lnTo>
                <a:lnTo>
                  <a:pt x="1389951" y="372237"/>
                </a:lnTo>
                <a:lnTo>
                  <a:pt x="1414694" y="413863"/>
                </a:lnTo>
                <a:lnTo>
                  <a:pt x="1435802" y="456844"/>
                </a:lnTo>
                <a:lnTo>
                  <a:pt x="1453213" y="500989"/>
                </a:lnTo>
                <a:lnTo>
                  <a:pt x="1466864" y="546111"/>
                </a:lnTo>
                <a:lnTo>
                  <a:pt x="1476692" y="592019"/>
                </a:lnTo>
                <a:lnTo>
                  <a:pt x="1482635" y="638527"/>
                </a:lnTo>
                <a:lnTo>
                  <a:pt x="1484629" y="685444"/>
                </a:lnTo>
                <a:lnTo>
                  <a:pt x="1482635" y="732356"/>
                </a:lnTo>
                <a:lnTo>
                  <a:pt x="1476692" y="778860"/>
                </a:lnTo>
                <a:lnTo>
                  <a:pt x="1466864" y="824767"/>
                </a:lnTo>
                <a:lnTo>
                  <a:pt x="1453213" y="869887"/>
                </a:lnTo>
                <a:lnTo>
                  <a:pt x="1435802" y="914032"/>
                </a:lnTo>
                <a:lnTo>
                  <a:pt x="1414694" y="957012"/>
                </a:lnTo>
                <a:lnTo>
                  <a:pt x="1389951" y="998639"/>
                </a:lnTo>
                <a:lnTo>
                  <a:pt x="1361612" y="1038490"/>
                </a:lnTo>
                <a:lnTo>
                  <a:pt x="1330086" y="1076188"/>
                </a:lnTo>
                <a:lnTo>
                  <a:pt x="1295538" y="1111607"/>
                </a:lnTo>
                <a:lnTo>
                  <a:pt x="1258130" y="1144619"/>
                </a:lnTo>
                <a:lnTo>
                  <a:pt x="1218027" y="1175100"/>
                </a:lnTo>
                <a:lnTo>
                  <a:pt x="1175392" y="1202923"/>
                </a:lnTo>
                <a:lnTo>
                  <a:pt x="1130388" y="1227963"/>
                </a:lnTo>
                <a:lnTo>
                  <a:pt x="1083277" y="1249952"/>
                </a:lnTo>
                <a:lnTo>
                  <a:pt x="1034648" y="1268680"/>
                </a:lnTo>
                <a:lnTo>
                  <a:pt x="984703" y="1284102"/>
                </a:lnTo>
                <a:lnTo>
                  <a:pt x="933644" y="1296174"/>
                </a:lnTo>
                <a:lnTo>
                  <a:pt x="881671" y="1304851"/>
                </a:lnTo>
                <a:lnTo>
                  <a:pt x="828987" y="1310090"/>
                </a:lnTo>
                <a:lnTo>
                  <a:pt x="775792" y="1311846"/>
                </a:lnTo>
                <a:lnTo>
                  <a:pt x="1089937" y="1311846"/>
                </a:lnTo>
                <a:lnTo>
                  <a:pt x="1163878" y="1279080"/>
                </a:lnTo>
                <a:lnTo>
                  <a:pt x="1207074" y="1255304"/>
                </a:lnTo>
                <a:lnTo>
                  <a:pt x="1248296" y="1229141"/>
                </a:lnTo>
                <a:lnTo>
                  <a:pt x="1287425" y="1200701"/>
                </a:lnTo>
                <a:lnTo>
                  <a:pt x="1324344" y="1170092"/>
                </a:lnTo>
                <a:lnTo>
                  <a:pt x="1358935" y="1137424"/>
                </a:lnTo>
                <a:lnTo>
                  <a:pt x="1391080" y="1102808"/>
                </a:lnTo>
                <a:lnTo>
                  <a:pt x="1420660" y="1066352"/>
                </a:lnTo>
                <a:lnTo>
                  <a:pt x="1447558" y="1028166"/>
                </a:lnTo>
                <a:lnTo>
                  <a:pt x="1474743" y="982733"/>
                </a:lnTo>
                <a:lnTo>
                  <a:pt x="1497936" y="935757"/>
                </a:lnTo>
                <a:lnTo>
                  <a:pt x="1517069" y="887458"/>
                </a:lnTo>
                <a:lnTo>
                  <a:pt x="1532070" y="838057"/>
                </a:lnTo>
                <a:lnTo>
                  <a:pt x="1542872" y="787774"/>
                </a:lnTo>
                <a:lnTo>
                  <a:pt x="1549404" y="736830"/>
                </a:lnTo>
                <a:lnTo>
                  <a:pt x="1551597" y="685444"/>
                </a:lnTo>
                <a:lnTo>
                  <a:pt x="1549404" y="634058"/>
                </a:lnTo>
                <a:lnTo>
                  <a:pt x="1542872" y="583113"/>
                </a:lnTo>
                <a:lnTo>
                  <a:pt x="1532070" y="532830"/>
                </a:lnTo>
                <a:lnTo>
                  <a:pt x="1517069" y="483429"/>
                </a:lnTo>
                <a:lnTo>
                  <a:pt x="1497936" y="435131"/>
                </a:lnTo>
                <a:lnTo>
                  <a:pt x="1474743" y="388155"/>
                </a:lnTo>
                <a:lnTo>
                  <a:pt x="1447558" y="342722"/>
                </a:lnTo>
                <a:lnTo>
                  <a:pt x="1420660" y="304535"/>
                </a:lnTo>
                <a:lnTo>
                  <a:pt x="1391074" y="268078"/>
                </a:lnTo>
                <a:lnTo>
                  <a:pt x="1358916" y="233460"/>
                </a:lnTo>
                <a:lnTo>
                  <a:pt x="1324298" y="200791"/>
                </a:lnTo>
                <a:lnTo>
                  <a:pt x="1287335" y="170182"/>
                </a:lnTo>
                <a:lnTo>
                  <a:pt x="1248140" y="141741"/>
                </a:lnTo>
                <a:lnTo>
                  <a:pt x="1206827" y="115580"/>
                </a:lnTo>
                <a:lnTo>
                  <a:pt x="1163510" y="91808"/>
                </a:lnTo>
                <a:lnTo>
                  <a:pt x="1118634" y="70601"/>
                </a:lnTo>
                <a:lnTo>
                  <a:pt x="1089751" y="59042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9" name="object 63"/>
          <p:cNvSpPr/>
          <p:nvPr/>
        </p:nvSpPr>
        <p:spPr>
          <a:xfrm>
            <a:off x="3314880" y="1532880"/>
            <a:ext cx="74844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Strain2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390" name="object 64"/>
          <p:cNvGrpSpPr/>
          <p:nvPr/>
        </p:nvGrpSpPr>
        <p:grpSpPr>
          <a:xfrm>
            <a:off x="2544120" y="943560"/>
            <a:ext cx="2270520" cy="1541520"/>
            <a:chOff x="2544120" y="943560"/>
            <a:chExt cx="2270520" cy="1541520"/>
          </a:xfrm>
        </p:grpSpPr>
        <p:sp>
          <p:nvSpPr>
            <p:cNvPr id="391" name="object 65"/>
            <p:cNvSpPr/>
            <p:nvPr/>
          </p:nvSpPr>
          <p:spPr>
            <a:xfrm>
              <a:off x="4045680" y="1098720"/>
              <a:ext cx="405360" cy="474480"/>
            </a:xfrm>
            <a:custGeom>
              <a:avLst/>
              <a:gdLst>
                <a:gd name="textAreaLeft" fmla="*/ 0 w 405360"/>
                <a:gd name="textAreaRight" fmla="*/ 405720 w 405360"/>
                <a:gd name="textAreaTop" fmla="*/ 0 h 474480"/>
                <a:gd name="textAreaBottom" fmla="*/ 474840 h 474480"/>
              </a:gdLst>
              <a:ahLst/>
              <a:rect l="textAreaLeft" t="textAreaTop" r="textAreaRight" b="textAreaBottom"/>
              <a:pathLst>
                <a:path w="405764" h="474980">
                  <a:moveTo>
                    <a:pt x="187566" y="104762"/>
                  </a:moveTo>
                  <a:lnTo>
                    <a:pt x="36360" y="0"/>
                  </a:lnTo>
                  <a:lnTo>
                    <a:pt x="0" y="52565"/>
                  </a:lnTo>
                  <a:lnTo>
                    <a:pt x="75603" y="105130"/>
                  </a:lnTo>
                  <a:lnTo>
                    <a:pt x="151206" y="157327"/>
                  </a:lnTo>
                  <a:lnTo>
                    <a:pt x="187566" y="104762"/>
                  </a:lnTo>
                  <a:close/>
                </a:path>
                <a:path w="405764" h="474980">
                  <a:moveTo>
                    <a:pt x="405371" y="451078"/>
                  </a:moveTo>
                  <a:lnTo>
                    <a:pt x="337680" y="280085"/>
                  </a:lnTo>
                  <a:lnTo>
                    <a:pt x="278282" y="303479"/>
                  </a:lnTo>
                  <a:lnTo>
                    <a:pt x="312127" y="389166"/>
                  </a:lnTo>
                  <a:lnTo>
                    <a:pt x="345960" y="474484"/>
                  </a:lnTo>
                  <a:lnTo>
                    <a:pt x="405371" y="451078"/>
                  </a:lnTo>
                  <a:close/>
                </a:path>
              </a:pathLst>
            </a:custGeom>
            <a:solidFill>
              <a:srgbClr val="aecf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2" name="object 66"/>
            <p:cNvSpPr/>
            <p:nvPr/>
          </p:nvSpPr>
          <p:spPr>
            <a:xfrm>
              <a:off x="2992680" y="1251360"/>
              <a:ext cx="155880" cy="187560"/>
            </a:xfrm>
            <a:custGeom>
              <a:avLst/>
              <a:gdLst>
                <a:gd name="textAreaLeft" fmla="*/ 0 w 155880"/>
                <a:gd name="textAreaRight" fmla="*/ 156240 w 155880"/>
                <a:gd name="textAreaTop" fmla="*/ 0 h 187560"/>
                <a:gd name="textAreaBottom" fmla="*/ 187920 h 187560"/>
              </a:gdLst>
              <a:ahLst/>
              <a:rect l="textAreaLeft" t="textAreaTop" r="textAreaRight" b="textAreaBottom"/>
              <a:pathLst>
                <a:path w="156210" h="187959">
                  <a:moveTo>
                    <a:pt x="103327" y="0"/>
                  </a:moveTo>
                  <a:lnTo>
                    <a:pt x="51485" y="75958"/>
                  </a:lnTo>
                  <a:lnTo>
                    <a:pt x="0" y="151917"/>
                  </a:lnTo>
                  <a:lnTo>
                    <a:pt x="52565" y="187921"/>
                  </a:lnTo>
                  <a:lnTo>
                    <a:pt x="155879" y="36004"/>
                  </a:lnTo>
                  <a:lnTo>
                    <a:pt x="103327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3" name="object 67"/>
            <p:cNvSpPr/>
            <p:nvPr/>
          </p:nvSpPr>
          <p:spPr>
            <a:xfrm>
              <a:off x="3145320" y="2133720"/>
              <a:ext cx="186480" cy="159840"/>
            </a:xfrm>
            <a:custGeom>
              <a:avLst/>
              <a:gdLst>
                <a:gd name="textAreaLeft" fmla="*/ 0 w 186480"/>
                <a:gd name="textAreaRight" fmla="*/ 186840 w 186480"/>
                <a:gd name="textAreaTop" fmla="*/ 0 h 159840"/>
                <a:gd name="textAreaBottom" fmla="*/ 160200 h 159840"/>
              </a:gdLst>
              <a:ahLst/>
              <a:rect l="textAreaLeft" t="textAreaTop" r="textAreaRight" b="textAreaBottom"/>
              <a:pathLst>
                <a:path w="186689" h="160019">
                  <a:moveTo>
                    <a:pt x="37439" y="0"/>
                  </a:moveTo>
                  <a:lnTo>
                    <a:pt x="0" y="51841"/>
                  </a:lnTo>
                  <a:lnTo>
                    <a:pt x="74523" y="105841"/>
                  </a:lnTo>
                  <a:lnTo>
                    <a:pt x="149034" y="159486"/>
                  </a:lnTo>
                  <a:lnTo>
                    <a:pt x="186474" y="107645"/>
                  </a:lnTo>
                  <a:lnTo>
                    <a:pt x="37439" y="0"/>
                  </a:lnTo>
                  <a:close/>
                </a:path>
              </a:pathLst>
            </a:custGeom>
            <a:solidFill>
              <a:srgbClr val="e7a101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4" name="object 68"/>
            <p:cNvSpPr/>
            <p:nvPr/>
          </p:nvSpPr>
          <p:spPr>
            <a:xfrm>
              <a:off x="3788280" y="2269080"/>
              <a:ext cx="213120" cy="106920"/>
            </a:xfrm>
            <a:custGeom>
              <a:avLst/>
              <a:gdLst>
                <a:gd name="textAreaLeft" fmla="*/ 0 w 213120"/>
                <a:gd name="textAreaRight" fmla="*/ 213480 w 213120"/>
                <a:gd name="textAreaTop" fmla="*/ 0 h 106920"/>
                <a:gd name="textAreaBottom" fmla="*/ 107280 h 106920"/>
              </a:gdLst>
              <a:ahLst/>
              <a:rect l="textAreaLeft" t="textAreaTop" r="textAreaRight" b="textAreaBottom"/>
              <a:pathLst>
                <a:path w="213360" h="107314">
                  <a:moveTo>
                    <a:pt x="199072" y="0"/>
                  </a:moveTo>
                  <a:lnTo>
                    <a:pt x="0" y="45351"/>
                  </a:lnTo>
                  <a:lnTo>
                    <a:pt x="14033" y="107276"/>
                  </a:lnTo>
                  <a:lnTo>
                    <a:pt x="113753" y="84594"/>
                  </a:lnTo>
                  <a:lnTo>
                    <a:pt x="213118" y="61912"/>
                  </a:lnTo>
                  <a:lnTo>
                    <a:pt x="199072" y="0"/>
                  </a:lnTo>
                  <a:close/>
                </a:path>
              </a:pathLst>
            </a:custGeom>
            <a:solidFill>
              <a:srgbClr val="77027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5" name="object 69"/>
            <p:cNvSpPr/>
            <p:nvPr/>
          </p:nvSpPr>
          <p:spPr>
            <a:xfrm>
              <a:off x="3392280" y="1010520"/>
              <a:ext cx="213120" cy="106920"/>
            </a:xfrm>
            <a:custGeom>
              <a:avLst/>
              <a:gdLst>
                <a:gd name="textAreaLeft" fmla="*/ 0 w 213120"/>
                <a:gd name="textAreaRight" fmla="*/ 213480 w 213120"/>
                <a:gd name="textAreaTop" fmla="*/ 0 h 106920"/>
                <a:gd name="textAreaBottom" fmla="*/ 107280 h 106920"/>
              </a:gdLst>
              <a:ahLst/>
              <a:rect l="textAreaLeft" t="textAreaTop" r="textAreaRight" b="textAreaBottom"/>
              <a:pathLst>
                <a:path w="213360" h="107315">
                  <a:moveTo>
                    <a:pt x="199072" y="0"/>
                  </a:moveTo>
                  <a:lnTo>
                    <a:pt x="0" y="44996"/>
                  </a:lnTo>
                  <a:lnTo>
                    <a:pt x="14033" y="107276"/>
                  </a:lnTo>
                  <a:lnTo>
                    <a:pt x="113753" y="84594"/>
                  </a:lnTo>
                  <a:lnTo>
                    <a:pt x="213118" y="62268"/>
                  </a:lnTo>
                  <a:lnTo>
                    <a:pt x="199072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396" name="object 70"/>
            <p:cNvSpPr/>
            <p:nvPr/>
          </p:nvSpPr>
          <p:spPr>
            <a:xfrm>
              <a:off x="4233600" y="1946520"/>
              <a:ext cx="156600" cy="188280"/>
            </a:xfrm>
            <a:custGeom>
              <a:avLst/>
              <a:gdLst>
                <a:gd name="textAreaLeft" fmla="*/ 0 w 156600"/>
                <a:gd name="textAreaRight" fmla="*/ 156960 w 156600"/>
                <a:gd name="textAreaTop" fmla="*/ 0 h 188280"/>
                <a:gd name="textAreaBottom" fmla="*/ 188640 h 188280"/>
              </a:gdLst>
              <a:ahLst/>
              <a:rect l="textAreaLeft" t="textAreaTop" r="textAreaRight" b="textAreaBottom"/>
              <a:pathLst>
                <a:path w="156845" h="188594">
                  <a:moveTo>
                    <a:pt x="103327" y="0"/>
                  </a:moveTo>
                  <a:lnTo>
                    <a:pt x="51485" y="75958"/>
                  </a:lnTo>
                  <a:lnTo>
                    <a:pt x="0" y="152285"/>
                  </a:lnTo>
                  <a:lnTo>
                    <a:pt x="52920" y="188277"/>
                  </a:lnTo>
                  <a:lnTo>
                    <a:pt x="156248" y="36004"/>
                  </a:lnTo>
                  <a:lnTo>
                    <a:pt x="103327" y="0"/>
                  </a:lnTo>
                  <a:close/>
                </a:path>
              </a:pathLst>
            </a:custGeom>
            <a:solidFill>
              <a:srgbClr val="d52d4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397" name="object 71"/>
            <p:cNvSpPr/>
            <p:nvPr/>
          </p:nvSpPr>
          <p:spPr>
            <a:xfrm>
              <a:off x="2544120" y="943560"/>
              <a:ext cx="2270520" cy="1541520"/>
            </a:xfrm>
            <a:custGeom>
              <a:avLst/>
              <a:gdLst>
                <a:gd name="textAreaLeft" fmla="*/ 0 w 2270520"/>
                <a:gd name="textAreaRight" fmla="*/ 2270880 w 2270520"/>
                <a:gd name="textAreaTop" fmla="*/ 0 h 1541520"/>
                <a:gd name="textAreaBottom" fmla="*/ 1541880 h 1541520"/>
              </a:gdLst>
              <a:ahLst/>
              <a:rect l="textAreaLeft" t="textAreaTop" r="textAreaRight" b="textAreaBottom"/>
              <a:pathLst>
                <a:path w="2270760" h="1541780">
                  <a:moveTo>
                    <a:pt x="2270531" y="770763"/>
                  </a:moveTo>
                  <a:lnTo>
                    <a:pt x="2268592" y="815770"/>
                  </a:lnTo>
                  <a:lnTo>
                    <a:pt x="2262807" y="860485"/>
                  </a:lnTo>
                  <a:lnTo>
                    <a:pt x="2253223" y="904801"/>
                  </a:lnTo>
                  <a:lnTo>
                    <a:pt x="2239887" y="948609"/>
                  </a:lnTo>
                  <a:lnTo>
                    <a:pt x="2222848" y="991805"/>
                  </a:lnTo>
                  <a:lnTo>
                    <a:pt x="2202152" y="1034281"/>
                  </a:lnTo>
                  <a:lnTo>
                    <a:pt x="2177847" y="1075930"/>
                  </a:lnTo>
                  <a:lnTo>
                    <a:pt x="2149981" y="1116646"/>
                  </a:lnTo>
                  <a:lnTo>
                    <a:pt x="2118601" y="1156322"/>
                  </a:lnTo>
                  <a:lnTo>
                    <a:pt x="2087392" y="1190816"/>
                  </a:lnTo>
                  <a:lnTo>
                    <a:pt x="2053654" y="1224065"/>
                  </a:lnTo>
                  <a:lnTo>
                    <a:pt x="2017470" y="1256010"/>
                  </a:lnTo>
                  <a:lnTo>
                    <a:pt x="1978926" y="1286592"/>
                  </a:lnTo>
                  <a:lnTo>
                    <a:pt x="1938105" y="1315753"/>
                  </a:lnTo>
                  <a:lnTo>
                    <a:pt x="1895092" y="1343435"/>
                  </a:lnTo>
                  <a:lnTo>
                    <a:pt x="1849971" y="1369578"/>
                  </a:lnTo>
                  <a:lnTo>
                    <a:pt x="1802826" y="1394126"/>
                  </a:lnTo>
                  <a:lnTo>
                    <a:pt x="1753742" y="1417019"/>
                  </a:lnTo>
                  <a:lnTo>
                    <a:pt x="1702803" y="1438198"/>
                  </a:lnTo>
                  <a:lnTo>
                    <a:pt x="1655209" y="1455859"/>
                  </a:lnTo>
                  <a:lnTo>
                    <a:pt x="1606545" y="1471916"/>
                  </a:lnTo>
                  <a:lnTo>
                    <a:pt x="1556904" y="1486351"/>
                  </a:lnTo>
                  <a:lnTo>
                    <a:pt x="1506374" y="1499149"/>
                  </a:lnTo>
                  <a:lnTo>
                    <a:pt x="1455048" y="1510294"/>
                  </a:lnTo>
                  <a:lnTo>
                    <a:pt x="1403016" y="1519769"/>
                  </a:lnTo>
                  <a:lnTo>
                    <a:pt x="1350369" y="1527558"/>
                  </a:lnTo>
                  <a:lnTo>
                    <a:pt x="1297197" y="1533644"/>
                  </a:lnTo>
                  <a:lnTo>
                    <a:pt x="1243591" y="1538012"/>
                  </a:lnTo>
                  <a:lnTo>
                    <a:pt x="1189643" y="1540644"/>
                  </a:lnTo>
                  <a:lnTo>
                    <a:pt x="1135443" y="1541526"/>
                  </a:lnTo>
                  <a:lnTo>
                    <a:pt x="1081154" y="1540644"/>
                  </a:lnTo>
                  <a:lnTo>
                    <a:pt x="1027134" y="1538012"/>
                  </a:lnTo>
                  <a:lnTo>
                    <a:pt x="973470" y="1533644"/>
                  </a:lnTo>
                  <a:lnTo>
                    <a:pt x="920253" y="1527558"/>
                  </a:lnTo>
                  <a:lnTo>
                    <a:pt x="867572" y="1519769"/>
                  </a:lnTo>
                  <a:lnTo>
                    <a:pt x="815516" y="1510294"/>
                  </a:lnTo>
                  <a:lnTo>
                    <a:pt x="764173" y="1499149"/>
                  </a:lnTo>
                  <a:lnTo>
                    <a:pt x="713634" y="1486351"/>
                  </a:lnTo>
                  <a:lnTo>
                    <a:pt x="663987" y="1471916"/>
                  </a:lnTo>
                  <a:lnTo>
                    <a:pt x="615322" y="1455859"/>
                  </a:lnTo>
                  <a:lnTo>
                    <a:pt x="567728" y="1438198"/>
                  </a:lnTo>
                  <a:lnTo>
                    <a:pt x="516785" y="1417019"/>
                  </a:lnTo>
                  <a:lnTo>
                    <a:pt x="467699" y="1394126"/>
                  </a:lnTo>
                  <a:lnTo>
                    <a:pt x="420554" y="1369578"/>
                  </a:lnTo>
                  <a:lnTo>
                    <a:pt x="375433" y="1343435"/>
                  </a:lnTo>
                  <a:lnTo>
                    <a:pt x="332420" y="1315753"/>
                  </a:lnTo>
                  <a:lnTo>
                    <a:pt x="291601" y="1286592"/>
                  </a:lnTo>
                  <a:lnTo>
                    <a:pt x="253058" y="1256010"/>
                  </a:lnTo>
                  <a:lnTo>
                    <a:pt x="216876" y="1224065"/>
                  </a:lnTo>
                  <a:lnTo>
                    <a:pt x="183138" y="1190816"/>
                  </a:lnTo>
                  <a:lnTo>
                    <a:pt x="151930" y="1156322"/>
                  </a:lnTo>
                  <a:lnTo>
                    <a:pt x="120549" y="1116646"/>
                  </a:lnTo>
                  <a:lnTo>
                    <a:pt x="92683" y="1075930"/>
                  </a:lnTo>
                  <a:lnTo>
                    <a:pt x="68378" y="1034281"/>
                  </a:lnTo>
                  <a:lnTo>
                    <a:pt x="47682" y="991805"/>
                  </a:lnTo>
                  <a:lnTo>
                    <a:pt x="30643" y="948609"/>
                  </a:lnTo>
                  <a:lnTo>
                    <a:pt x="17308" y="904801"/>
                  </a:lnTo>
                  <a:lnTo>
                    <a:pt x="7724" y="860485"/>
                  </a:lnTo>
                  <a:lnTo>
                    <a:pt x="1938" y="815770"/>
                  </a:lnTo>
                  <a:lnTo>
                    <a:pt x="0" y="770763"/>
                  </a:lnTo>
                  <a:lnTo>
                    <a:pt x="2452" y="720148"/>
                  </a:lnTo>
                  <a:lnTo>
                    <a:pt x="9765" y="669925"/>
                  </a:lnTo>
                  <a:lnTo>
                    <a:pt x="21871" y="620250"/>
                  </a:lnTo>
                  <a:lnTo>
                    <a:pt x="38703" y="571279"/>
                  </a:lnTo>
                  <a:lnTo>
                    <a:pt x="60192" y="523168"/>
                  </a:lnTo>
                  <a:lnTo>
                    <a:pt x="86271" y="476074"/>
                  </a:lnTo>
                  <a:lnTo>
                    <a:pt x="116873" y="430152"/>
                  </a:lnTo>
                  <a:lnTo>
                    <a:pt x="151930" y="385559"/>
                  </a:lnTo>
                  <a:lnTo>
                    <a:pt x="183138" y="350965"/>
                  </a:lnTo>
                  <a:lnTo>
                    <a:pt x="216876" y="317637"/>
                  </a:lnTo>
                  <a:lnTo>
                    <a:pt x="253058" y="285631"/>
                  </a:lnTo>
                  <a:lnTo>
                    <a:pt x="291601" y="255004"/>
                  </a:lnTo>
                  <a:lnTo>
                    <a:pt x="332420" y="225810"/>
                  </a:lnTo>
                  <a:lnTo>
                    <a:pt x="375433" y="198107"/>
                  </a:lnTo>
                  <a:lnTo>
                    <a:pt x="420554" y="171949"/>
                  </a:lnTo>
                  <a:lnTo>
                    <a:pt x="467699" y="147394"/>
                  </a:lnTo>
                  <a:lnTo>
                    <a:pt x="516785" y="124497"/>
                  </a:lnTo>
                  <a:lnTo>
                    <a:pt x="567728" y="103314"/>
                  </a:lnTo>
                  <a:lnTo>
                    <a:pt x="615322" y="85653"/>
                  </a:lnTo>
                  <a:lnTo>
                    <a:pt x="663985" y="69598"/>
                  </a:lnTo>
                  <a:lnTo>
                    <a:pt x="713627" y="55164"/>
                  </a:lnTo>
                  <a:lnTo>
                    <a:pt x="764156" y="42367"/>
                  </a:lnTo>
                  <a:lnTo>
                    <a:pt x="815482" y="31224"/>
                  </a:lnTo>
                  <a:lnTo>
                    <a:pt x="867514" y="21751"/>
                  </a:lnTo>
                  <a:lnTo>
                    <a:pt x="920162" y="13963"/>
                  </a:lnTo>
                  <a:lnTo>
                    <a:pt x="973334" y="7878"/>
                  </a:lnTo>
                  <a:lnTo>
                    <a:pt x="1026939" y="3512"/>
                  </a:lnTo>
                  <a:lnTo>
                    <a:pt x="1080887" y="880"/>
                  </a:lnTo>
                  <a:lnTo>
                    <a:pt x="1135087" y="0"/>
                  </a:lnTo>
                  <a:lnTo>
                    <a:pt x="1189376" y="880"/>
                  </a:lnTo>
                  <a:lnTo>
                    <a:pt x="1243397" y="3512"/>
                  </a:lnTo>
                  <a:lnTo>
                    <a:pt x="1297060" y="7878"/>
                  </a:lnTo>
                  <a:lnTo>
                    <a:pt x="1350277" y="13963"/>
                  </a:lnTo>
                  <a:lnTo>
                    <a:pt x="1402958" y="21751"/>
                  </a:lnTo>
                  <a:lnTo>
                    <a:pt x="1455015" y="31224"/>
                  </a:lnTo>
                  <a:lnTo>
                    <a:pt x="1506357" y="42367"/>
                  </a:lnTo>
                  <a:lnTo>
                    <a:pt x="1556896" y="55164"/>
                  </a:lnTo>
                  <a:lnTo>
                    <a:pt x="1606543" y="69598"/>
                  </a:lnTo>
                  <a:lnTo>
                    <a:pt x="1655208" y="85653"/>
                  </a:lnTo>
                  <a:lnTo>
                    <a:pt x="1702803" y="103314"/>
                  </a:lnTo>
                  <a:lnTo>
                    <a:pt x="1753742" y="124497"/>
                  </a:lnTo>
                  <a:lnTo>
                    <a:pt x="1802826" y="147391"/>
                  </a:lnTo>
                  <a:lnTo>
                    <a:pt x="1849971" y="171940"/>
                  </a:lnTo>
                  <a:lnTo>
                    <a:pt x="1895092" y="198084"/>
                  </a:lnTo>
                  <a:lnTo>
                    <a:pt x="1938105" y="225766"/>
                  </a:lnTo>
                  <a:lnTo>
                    <a:pt x="1978926" y="254927"/>
                  </a:lnTo>
                  <a:lnTo>
                    <a:pt x="2017470" y="285509"/>
                  </a:lnTo>
                  <a:lnTo>
                    <a:pt x="2053654" y="317455"/>
                  </a:lnTo>
                  <a:lnTo>
                    <a:pt x="2087392" y="350706"/>
                  </a:lnTo>
                  <a:lnTo>
                    <a:pt x="2118601" y="385203"/>
                  </a:lnTo>
                  <a:lnTo>
                    <a:pt x="2149981" y="424879"/>
                  </a:lnTo>
                  <a:lnTo>
                    <a:pt x="2177847" y="465595"/>
                  </a:lnTo>
                  <a:lnTo>
                    <a:pt x="2202152" y="507244"/>
                  </a:lnTo>
                  <a:lnTo>
                    <a:pt x="2222848" y="549720"/>
                  </a:lnTo>
                  <a:lnTo>
                    <a:pt x="2239887" y="592916"/>
                  </a:lnTo>
                  <a:lnTo>
                    <a:pt x="2253223" y="636724"/>
                  </a:lnTo>
                  <a:lnTo>
                    <a:pt x="2262807" y="681040"/>
                  </a:lnTo>
                  <a:lnTo>
                    <a:pt x="2268592" y="725755"/>
                  </a:lnTo>
                  <a:lnTo>
                    <a:pt x="2270531" y="770763"/>
                  </a:lnTo>
                  <a:close/>
                </a:path>
              </a:pathLst>
            </a:custGeom>
            <a:noFill/>
            <a:ln w="38159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object 2"/>
          <p:cNvSpPr/>
          <p:nvPr/>
        </p:nvSpPr>
        <p:spPr>
          <a:xfrm>
            <a:off x="6898320" y="621360"/>
            <a:ext cx="2520000" cy="144360"/>
          </a:xfrm>
          <a:custGeom>
            <a:avLst/>
            <a:gdLst>
              <a:gd name="textAreaLeft" fmla="*/ 0 w 2520000"/>
              <a:gd name="textAreaRight" fmla="*/ 2520360 w 252000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2520315" h="144779">
                <a:moveTo>
                  <a:pt x="2519997" y="0"/>
                </a:moveTo>
                <a:lnTo>
                  <a:pt x="0" y="0"/>
                </a:lnTo>
                <a:lnTo>
                  <a:pt x="0" y="144360"/>
                </a:lnTo>
                <a:lnTo>
                  <a:pt x="1259992" y="144360"/>
                </a:lnTo>
                <a:lnTo>
                  <a:pt x="2519997" y="144360"/>
                </a:lnTo>
                <a:lnTo>
                  <a:pt x="2519997" y="0"/>
                </a:lnTo>
                <a:close/>
              </a:path>
            </a:pathLst>
          </a:custGeom>
          <a:solidFill>
            <a:srgbClr val="76b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9" name="object 3"/>
          <p:cNvSpPr/>
          <p:nvPr/>
        </p:nvSpPr>
        <p:spPr>
          <a:xfrm>
            <a:off x="4681080" y="622440"/>
            <a:ext cx="2015640" cy="144360"/>
          </a:xfrm>
          <a:custGeom>
            <a:avLst/>
            <a:gdLst>
              <a:gd name="textAreaLeft" fmla="*/ 0 w 2015640"/>
              <a:gd name="textAreaRight" fmla="*/ 2016000 w 20156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2016125" h="144779">
                <a:moveTo>
                  <a:pt x="2015997" y="0"/>
                </a:moveTo>
                <a:lnTo>
                  <a:pt x="0" y="0"/>
                </a:lnTo>
                <a:lnTo>
                  <a:pt x="0" y="144360"/>
                </a:lnTo>
                <a:lnTo>
                  <a:pt x="1007999" y="144360"/>
                </a:lnTo>
                <a:lnTo>
                  <a:pt x="2015997" y="144360"/>
                </a:lnTo>
                <a:lnTo>
                  <a:pt x="2015997" y="0"/>
                </a:lnTo>
                <a:close/>
              </a:path>
            </a:pathLst>
          </a:custGeom>
          <a:solidFill>
            <a:srgbClr val="76b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0" name="object 4"/>
          <p:cNvSpPr/>
          <p:nvPr/>
        </p:nvSpPr>
        <p:spPr>
          <a:xfrm>
            <a:off x="3197880" y="622440"/>
            <a:ext cx="1235880" cy="151920"/>
          </a:xfrm>
          <a:custGeom>
            <a:avLst/>
            <a:gdLst>
              <a:gd name="textAreaLeft" fmla="*/ 0 w 1235880"/>
              <a:gd name="textAreaRight" fmla="*/ 1236240 w 1235880"/>
              <a:gd name="textAreaTop" fmla="*/ 0 h 151920"/>
              <a:gd name="textAreaBottom" fmla="*/ 152280 h 151920"/>
            </a:gdLst>
            <a:ahLst/>
            <a:rect l="textAreaLeft" t="textAreaTop" r="textAreaRight" b="textAreaBottom"/>
            <a:pathLst>
              <a:path w="1236345" h="152400">
                <a:moveTo>
                  <a:pt x="1235875" y="0"/>
                </a:moveTo>
                <a:lnTo>
                  <a:pt x="0" y="0"/>
                </a:lnTo>
                <a:lnTo>
                  <a:pt x="0" y="152285"/>
                </a:lnTo>
                <a:lnTo>
                  <a:pt x="618108" y="152285"/>
                </a:lnTo>
                <a:lnTo>
                  <a:pt x="1235875" y="152285"/>
                </a:lnTo>
                <a:lnTo>
                  <a:pt x="1235875" y="0"/>
                </a:lnTo>
                <a:close/>
              </a:path>
            </a:pathLst>
          </a:custGeom>
          <a:solidFill>
            <a:srgbClr val="76b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1" name="object 5"/>
          <p:cNvSpPr/>
          <p:nvPr/>
        </p:nvSpPr>
        <p:spPr>
          <a:xfrm>
            <a:off x="2214000" y="621360"/>
            <a:ext cx="846720" cy="144360"/>
          </a:xfrm>
          <a:custGeom>
            <a:avLst/>
            <a:gdLst>
              <a:gd name="textAreaLeft" fmla="*/ 0 w 846720"/>
              <a:gd name="textAreaRight" fmla="*/ 847080 w 84672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847089" h="144779">
                <a:moveTo>
                  <a:pt x="846721" y="0"/>
                </a:moveTo>
                <a:lnTo>
                  <a:pt x="0" y="0"/>
                </a:lnTo>
                <a:lnTo>
                  <a:pt x="0" y="144360"/>
                </a:lnTo>
                <a:lnTo>
                  <a:pt x="423354" y="144360"/>
                </a:lnTo>
                <a:lnTo>
                  <a:pt x="846721" y="144360"/>
                </a:lnTo>
                <a:lnTo>
                  <a:pt x="846721" y="0"/>
                </a:lnTo>
                <a:close/>
              </a:path>
            </a:pathLst>
          </a:custGeom>
          <a:solidFill>
            <a:srgbClr val="76b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2" name="object 6"/>
          <p:cNvSpPr/>
          <p:nvPr/>
        </p:nvSpPr>
        <p:spPr>
          <a:xfrm>
            <a:off x="1342800" y="622440"/>
            <a:ext cx="756000" cy="144360"/>
          </a:xfrm>
          <a:custGeom>
            <a:avLst/>
            <a:gdLst>
              <a:gd name="textAreaLeft" fmla="*/ 0 w 756000"/>
              <a:gd name="textAreaRight" fmla="*/ 756360 w 75600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756285" h="144779">
                <a:moveTo>
                  <a:pt x="756005" y="0"/>
                </a:moveTo>
                <a:lnTo>
                  <a:pt x="0" y="0"/>
                </a:lnTo>
                <a:lnTo>
                  <a:pt x="0" y="144360"/>
                </a:lnTo>
                <a:lnTo>
                  <a:pt x="378002" y="144360"/>
                </a:lnTo>
                <a:lnTo>
                  <a:pt x="756005" y="144360"/>
                </a:lnTo>
                <a:lnTo>
                  <a:pt x="756005" y="0"/>
                </a:lnTo>
                <a:close/>
              </a:path>
            </a:pathLst>
          </a:custGeom>
          <a:solidFill>
            <a:srgbClr val="76b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3" name="object 7"/>
          <p:cNvSpPr/>
          <p:nvPr/>
        </p:nvSpPr>
        <p:spPr>
          <a:xfrm>
            <a:off x="716040" y="622440"/>
            <a:ext cx="504000" cy="144360"/>
          </a:xfrm>
          <a:custGeom>
            <a:avLst/>
            <a:gdLst>
              <a:gd name="textAreaLeft" fmla="*/ 0 w 504000"/>
              <a:gd name="textAreaRight" fmla="*/ 504360 w 50400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504190" h="144779">
                <a:moveTo>
                  <a:pt x="503999" y="0"/>
                </a:moveTo>
                <a:lnTo>
                  <a:pt x="0" y="0"/>
                </a:lnTo>
                <a:lnTo>
                  <a:pt x="0" y="144360"/>
                </a:lnTo>
                <a:lnTo>
                  <a:pt x="252006" y="144360"/>
                </a:lnTo>
                <a:lnTo>
                  <a:pt x="503999" y="144360"/>
                </a:lnTo>
                <a:lnTo>
                  <a:pt x="503999" y="0"/>
                </a:lnTo>
                <a:close/>
              </a:path>
            </a:pathLst>
          </a:custGeom>
          <a:solidFill>
            <a:srgbClr val="76b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4" name="object 8"/>
          <p:cNvSpPr/>
          <p:nvPr/>
        </p:nvSpPr>
        <p:spPr>
          <a:xfrm>
            <a:off x="350640" y="622440"/>
            <a:ext cx="251640" cy="144360"/>
          </a:xfrm>
          <a:custGeom>
            <a:avLst/>
            <a:gdLst>
              <a:gd name="textAreaLeft" fmla="*/ 0 w 251640"/>
              <a:gd name="textAreaRight" fmla="*/ 252000 w 2516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252095" h="144779">
                <a:moveTo>
                  <a:pt x="252006" y="0"/>
                </a:moveTo>
                <a:lnTo>
                  <a:pt x="0" y="0"/>
                </a:lnTo>
                <a:lnTo>
                  <a:pt x="0" y="144360"/>
                </a:lnTo>
                <a:lnTo>
                  <a:pt x="126009" y="144360"/>
                </a:lnTo>
                <a:lnTo>
                  <a:pt x="252006" y="144360"/>
                </a:lnTo>
                <a:lnTo>
                  <a:pt x="252006" y="0"/>
                </a:lnTo>
                <a:close/>
              </a:path>
            </a:pathLst>
          </a:custGeom>
          <a:solidFill>
            <a:srgbClr val="76b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5" name="object 9"/>
          <p:cNvSpPr/>
          <p:nvPr/>
        </p:nvSpPr>
        <p:spPr>
          <a:xfrm>
            <a:off x="5252760" y="1261080"/>
            <a:ext cx="1832400" cy="1194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089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Median</a:t>
            </a:r>
            <a:r>
              <a:rPr b="0" lang="en-GB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en-GB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40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089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N50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~</a:t>
            </a:r>
            <a:r>
              <a:rPr b="0" lang="en-GB" sz="18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35" strike="noStrike">
                <a:solidFill>
                  <a:srgbClr val="000000"/>
                </a:solidFill>
                <a:latin typeface="Arial"/>
              </a:rPr>
              <a:t>80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021"/>
              </a:lnSpc>
              <a:spcBef>
                <a:spcPts val="1091"/>
              </a:spcBef>
            </a:pPr>
            <a:r>
              <a:rPr b="0" lang="en-GB" sz="1800" spc="-32" strike="noStrike">
                <a:solidFill>
                  <a:srgbClr val="000000"/>
                </a:solidFill>
                <a:latin typeface="Arial"/>
              </a:rPr>
              <a:t>Total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length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340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Half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=</a:t>
            </a:r>
            <a:r>
              <a:rPr b="0" lang="en-GB" sz="18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170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06" name="object 10"/>
          <p:cNvGrpSpPr/>
          <p:nvPr/>
        </p:nvGrpSpPr>
        <p:grpSpPr>
          <a:xfrm>
            <a:off x="4973040" y="893520"/>
            <a:ext cx="108360" cy="1845360"/>
            <a:chOff x="4973040" y="893520"/>
            <a:chExt cx="108360" cy="1845360"/>
          </a:xfrm>
        </p:grpSpPr>
        <p:sp>
          <p:nvSpPr>
            <p:cNvPr id="407" name="object 11"/>
            <p:cNvSpPr/>
            <p:nvPr/>
          </p:nvSpPr>
          <p:spPr>
            <a:xfrm>
              <a:off x="5018760" y="994320"/>
              <a:ext cx="8640" cy="1744560"/>
            </a:xfrm>
            <a:custGeom>
              <a:avLst/>
              <a:gdLst>
                <a:gd name="textAreaLeft" fmla="*/ 0 w 8640"/>
                <a:gd name="textAreaRight" fmla="*/ 9000 w 8640"/>
                <a:gd name="textAreaTop" fmla="*/ 0 h 1744560"/>
                <a:gd name="textAreaBottom" fmla="*/ 1744920 h 1744560"/>
              </a:gdLst>
              <a:ahLst/>
              <a:rect l="textAreaLeft" t="textAreaTop" r="textAreaRight" b="textAreaBottom"/>
              <a:pathLst>
                <a:path w="8889" h="1744980">
                  <a:moveTo>
                    <a:pt x="0" y="1744560"/>
                  </a:moveTo>
                  <a:lnTo>
                    <a:pt x="8280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08" name="object 12"/>
            <p:cNvSpPr/>
            <p:nvPr/>
          </p:nvSpPr>
          <p:spPr>
            <a:xfrm>
              <a:off x="4973040" y="89352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4">
                  <a:moveTo>
                    <a:pt x="54356" y="0"/>
                  </a:moveTo>
                  <a:lnTo>
                    <a:pt x="0" y="107632"/>
                  </a:lnTo>
                  <a:lnTo>
                    <a:pt x="108000" y="108356"/>
                  </a:lnTo>
                  <a:lnTo>
                    <a:pt x="54356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09" name="object 13"/>
          <p:cNvSpPr/>
          <p:nvPr/>
        </p:nvSpPr>
        <p:spPr>
          <a:xfrm>
            <a:off x="7973280" y="287280"/>
            <a:ext cx="4053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100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0" name="object 14"/>
          <p:cNvSpPr/>
          <p:nvPr/>
        </p:nvSpPr>
        <p:spPr>
          <a:xfrm>
            <a:off x="5757120" y="298440"/>
            <a:ext cx="2782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80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1" name="object 15"/>
          <p:cNvSpPr/>
          <p:nvPr/>
        </p:nvSpPr>
        <p:spPr>
          <a:xfrm>
            <a:off x="3864600" y="274320"/>
            <a:ext cx="2782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60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2" name="object 16"/>
          <p:cNvSpPr/>
          <p:nvPr/>
        </p:nvSpPr>
        <p:spPr>
          <a:xfrm>
            <a:off x="2400480" y="263160"/>
            <a:ext cx="2782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40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3" name="object 17"/>
          <p:cNvSpPr/>
          <p:nvPr/>
        </p:nvSpPr>
        <p:spPr>
          <a:xfrm>
            <a:off x="333000" y="263160"/>
            <a:ext cx="145332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520200"/>
                <a:tab algn="l" pos="1186920"/>
              </a:tabLst>
            </a:pP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10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20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30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object 2"/>
          <p:cNvSpPr/>
          <p:nvPr/>
        </p:nvSpPr>
        <p:spPr>
          <a:xfrm>
            <a:off x="1367280" y="1605960"/>
            <a:ext cx="1190880" cy="421920"/>
          </a:xfrm>
          <a:prstGeom prst="rect">
            <a:avLst/>
          </a:prstGeom>
          <a:noFill/>
          <a:ln w="29159">
            <a:solidFill>
              <a:srgbClr val="b3c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532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5" name="object 3"/>
          <p:cNvSpPr/>
          <p:nvPr/>
        </p:nvSpPr>
        <p:spPr>
          <a:xfrm>
            <a:off x="438840" y="13914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79"/>
                </a:moveTo>
                <a:lnTo>
                  <a:pt x="421382" y="230219"/>
                </a:lnTo>
                <a:lnTo>
                  <a:pt x="399961" y="274319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7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402" y="351936"/>
                </a:lnTo>
                <a:lnTo>
                  <a:pt x="83835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79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5" y="37879"/>
                </a:lnTo>
                <a:lnTo>
                  <a:pt x="132396" y="13823"/>
                </a:lnTo>
                <a:lnTo>
                  <a:pt x="186254" y="1547"/>
                </a:lnTo>
                <a:lnTo>
                  <a:pt x="214198" y="0"/>
                </a:lnTo>
                <a:lnTo>
                  <a:pt x="242356" y="1547"/>
                </a:lnTo>
                <a:lnTo>
                  <a:pt x="296372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79"/>
                </a:lnTo>
                <a:close/>
              </a:path>
            </a:pathLst>
          </a:custGeom>
          <a:noFill/>
          <a:ln w="29159">
            <a:solidFill>
              <a:srgbClr val="ff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6" name="object 4"/>
          <p:cNvSpPr/>
          <p:nvPr/>
        </p:nvSpPr>
        <p:spPr>
          <a:xfrm>
            <a:off x="593280" y="1412280"/>
            <a:ext cx="178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7" name="object 5"/>
          <p:cNvSpPr/>
          <p:nvPr/>
        </p:nvSpPr>
        <p:spPr>
          <a:xfrm>
            <a:off x="446760" y="193104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80"/>
                </a:moveTo>
                <a:lnTo>
                  <a:pt x="421382" y="230224"/>
                </a:lnTo>
                <a:lnTo>
                  <a:pt x="399961" y="274320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905" y="359595"/>
                </a:lnTo>
                <a:lnTo>
                  <a:pt x="214553" y="365760"/>
                </a:lnTo>
                <a:lnTo>
                  <a:pt x="186402" y="364213"/>
                </a:lnTo>
                <a:lnTo>
                  <a:pt x="132391" y="351942"/>
                </a:lnTo>
                <a:lnTo>
                  <a:pt x="83830" y="327885"/>
                </a:lnTo>
                <a:lnTo>
                  <a:pt x="44356" y="294200"/>
                </a:lnTo>
                <a:lnTo>
                  <a:pt x="16405" y="252847"/>
                </a:lnTo>
                <a:lnTo>
                  <a:pt x="1868" y="206788"/>
                </a:lnTo>
                <a:lnTo>
                  <a:pt x="0" y="182880"/>
                </a:lnTo>
                <a:lnTo>
                  <a:pt x="1868" y="158978"/>
                </a:lnTo>
                <a:lnTo>
                  <a:pt x="16405" y="112919"/>
                </a:lnTo>
                <a:lnTo>
                  <a:pt x="44356" y="71566"/>
                </a:lnTo>
                <a:lnTo>
                  <a:pt x="83830" y="37886"/>
                </a:lnTo>
                <a:lnTo>
                  <a:pt x="132386" y="13823"/>
                </a:lnTo>
                <a:lnTo>
                  <a:pt x="186252" y="1547"/>
                </a:lnTo>
                <a:lnTo>
                  <a:pt x="214198" y="0"/>
                </a:lnTo>
                <a:lnTo>
                  <a:pt x="242349" y="1547"/>
                </a:lnTo>
                <a:lnTo>
                  <a:pt x="296360" y="13823"/>
                </a:lnTo>
                <a:lnTo>
                  <a:pt x="344929" y="37886"/>
                </a:lnTo>
                <a:lnTo>
                  <a:pt x="384407" y="71566"/>
                </a:lnTo>
                <a:lnTo>
                  <a:pt x="412359" y="112919"/>
                </a:lnTo>
                <a:lnTo>
                  <a:pt x="426896" y="158978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8" name="object 6"/>
          <p:cNvSpPr/>
          <p:nvPr/>
        </p:nvSpPr>
        <p:spPr>
          <a:xfrm>
            <a:off x="600840" y="1951920"/>
            <a:ext cx="178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435600" y="199080"/>
            <a:ext cx="98388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44280">
              <a:lnSpc>
                <a:spcPct val="153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.smk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21" strike="noStrike">
                <a:solidFill>
                  <a:srgbClr val="be0040"/>
                </a:solidFill>
                <a:latin typeface="Arial"/>
              </a:rPr>
              <a:t>file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Input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0" name="object 8"/>
          <p:cNvSpPr/>
          <p:nvPr/>
        </p:nvSpPr>
        <p:spPr>
          <a:xfrm>
            <a:off x="2960640" y="776160"/>
            <a:ext cx="775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Output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1" name="object 9"/>
          <p:cNvGrpSpPr/>
          <p:nvPr/>
        </p:nvGrpSpPr>
        <p:grpSpPr>
          <a:xfrm>
            <a:off x="867240" y="1582560"/>
            <a:ext cx="499680" cy="262080"/>
            <a:chOff x="867240" y="1582560"/>
            <a:chExt cx="499680" cy="262080"/>
          </a:xfrm>
        </p:grpSpPr>
        <p:sp>
          <p:nvSpPr>
            <p:cNvPr id="422" name="object 10"/>
            <p:cNvSpPr/>
            <p:nvPr/>
          </p:nvSpPr>
          <p:spPr>
            <a:xfrm>
              <a:off x="867240" y="1582560"/>
              <a:ext cx="410400" cy="215640"/>
            </a:xfrm>
            <a:custGeom>
              <a:avLst/>
              <a:gdLst>
                <a:gd name="textAreaLeft" fmla="*/ 0 w 410400"/>
                <a:gd name="textAreaRight" fmla="*/ 410760 w 410400"/>
                <a:gd name="textAreaTop" fmla="*/ 0 h 215640"/>
                <a:gd name="textAreaBottom" fmla="*/ 216000 h 215640"/>
              </a:gdLst>
              <a:ahLst/>
              <a:rect l="textAreaLeft" t="textAreaTop" r="textAreaRight" b="textAreaBottom"/>
              <a:pathLst>
                <a:path w="410844" h="215900">
                  <a:moveTo>
                    <a:pt x="0" y="0"/>
                  </a:moveTo>
                  <a:lnTo>
                    <a:pt x="410756" y="215277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3" name="object 11"/>
            <p:cNvSpPr/>
            <p:nvPr/>
          </p:nvSpPr>
          <p:spPr>
            <a:xfrm>
              <a:off x="1246680" y="1746720"/>
              <a:ext cx="120240" cy="9792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97920"/>
                <a:gd name="textAreaBottom" fmla="*/ 98280 h 97920"/>
              </a:gdLst>
              <a:ahLst/>
              <a:rect l="textAreaLeft" t="textAreaTop" r="textAreaRight" b="textAreaBottom"/>
              <a:pathLst>
                <a:path w="120650" h="98425">
                  <a:moveTo>
                    <a:pt x="50037" y="0"/>
                  </a:moveTo>
                  <a:lnTo>
                    <a:pt x="0" y="95757"/>
                  </a:lnTo>
                  <a:lnTo>
                    <a:pt x="120599" y="97916"/>
                  </a:lnTo>
                  <a:lnTo>
                    <a:pt x="50037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24" name="object 12"/>
          <p:cNvGrpSpPr/>
          <p:nvPr/>
        </p:nvGrpSpPr>
        <p:grpSpPr>
          <a:xfrm>
            <a:off x="875160" y="1935720"/>
            <a:ext cx="492120" cy="171000"/>
            <a:chOff x="875160" y="1935720"/>
            <a:chExt cx="492120" cy="171000"/>
          </a:xfrm>
        </p:grpSpPr>
        <p:sp>
          <p:nvSpPr>
            <p:cNvPr id="425" name="object 13"/>
            <p:cNvSpPr/>
            <p:nvPr/>
          </p:nvSpPr>
          <p:spPr>
            <a:xfrm>
              <a:off x="875160" y="1985040"/>
              <a:ext cx="396000" cy="121680"/>
            </a:xfrm>
            <a:custGeom>
              <a:avLst/>
              <a:gdLst>
                <a:gd name="textAreaLeft" fmla="*/ 0 w 396000"/>
                <a:gd name="textAreaRight" fmla="*/ 396360 w 396000"/>
                <a:gd name="textAreaTop" fmla="*/ 0 h 121680"/>
                <a:gd name="textAreaBottom" fmla="*/ 122040 h 121680"/>
              </a:gdLst>
              <a:ahLst/>
              <a:rect l="textAreaLeft" t="textAreaTop" r="textAreaRight" b="textAreaBottom"/>
              <a:pathLst>
                <a:path w="396240" h="121919">
                  <a:moveTo>
                    <a:pt x="0" y="121323"/>
                  </a:moveTo>
                  <a:lnTo>
                    <a:pt x="395643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26" name="object 14"/>
            <p:cNvSpPr/>
            <p:nvPr/>
          </p:nvSpPr>
          <p:spPr>
            <a:xfrm>
              <a:off x="1248120" y="1935720"/>
              <a:ext cx="119160" cy="10332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103320"/>
                <a:gd name="textAreaBottom" fmla="*/ 103680 h 103320"/>
              </a:gdLst>
              <a:ahLst/>
              <a:rect l="textAreaLeft" t="textAreaTop" r="textAreaRight" b="textAreaBottom"/>
              <a:pathLst>
                <a:path w="119380" h="103505">
                  <a:moveTo>
                    <a:pt x="0" y="0"/>
                  </a:moveTo>
                  <a:lnTo>
                    <a:pt x="31686" y="102958"/>
                  </a:lnTo>
                  <a:lnTo>
                    <a:pt x="119164" y="19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27" name="object 15"/>
          <p:cNvSpPr/>
          <p:nvPr/>
        </p:nvSpPr>
        <p:spPr>
          <a:xfrm>
            <a:off x="3081960" y="17406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20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911" y="359595"/>
                </a:lnTo>
                <a:lnTo>
                  <a:pt x="214566" y="365760"/>
                </a:lnTo>
                <a:lnTo>
                  <a:pt x="186408" y="364213"/>
                </a:lnTo>
                <a:lnTo>
                  <a:pt x="132391" y="351942"/>
                </a:lnTo>
                <a:lnTo>
                  <a:pt x="83830" y="327885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0" y="37879"/>
                </a:lnTo>
                <a:lnTo>
                  <a:pt x="132391" y="13823"/>
                </a:lnTo>
                <a:lnTo>
                  <a:pt x="186408" y="1547"/>
                </a:lnTo>
                <a:lnTo>
                  <a:pt x="214566" y="0"/>
                </a:lnTo>
                <a:lnTo>
                  <a:pt x="242509" y="1547"/>
                </a:lnTo>
                <a:lnTo>
                  <a:pt x="296367" y="13823"/>
                </a:lnTo>
                <a:lnTo>
                  <a:pt x="344929" y="37879"/>
                </a:lnTo>
                <a:lnTo>
                  <a:pt x="384407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80d3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8" name="object 16"/>
          <p:cNvSpPr/>
          <p:nvPr/>
        </p:nvSpPr>
        <p:spPr>
          <a:xfrm>
            <a:off x="3236040" y="176148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29" name="object 17"/>
          <p:cNvGrpSpPr/>
          <p:nvPr/>
        </p:nvGrpSpPr>
        <p:grpSpPr>
          <a:xfrm>
            <a:off x="2558160" y="1838160"/>
            <a:ext cx="500400" cy="108360"/>
            <a:chOff x="2558160" y="1838160"/>
            <a:chExt cx="500400" cy="108360"/>
          </a:xfrm>
        </p:grpSpPr>
        <p:sp>
          <p:nvSpPr>
            <p:cNvPr id="430" name="object 18"/>
            <p:cNvSpPr/>
            <p:nvPr/>
          </p:nvSpPr>
          <p:spPr>
            <a:xfrm>
              <a:off x="2558160" y="18921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1" name="object 19"/>
            <p:cNvSpPr/>
            <p:nvPr/>
          </p:nvSpPr>
          <p:spPr>
            <a:xfrm>
              <a:off x="2950200" y="18381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32" name="object 20"/>
          <p:cNvSpPr/>
          <p:nvPr/>
        </p:nvSpPr>
        <p:spPr>
          <a:xfrm>
            <a:off x="1351440" y="2545560"/>
            <a:ext cx="1190880" cy="421920"/>
          </a:xfrm>
          <a:prstGeom prst="rect">
            <a:avLst/>
          </a:prstGeom>
          <a:noFill/>
          <a:ln w="29159">
            <a:solidFill>
              <a:srgbClr val="ffa9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604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3" name="object 21"/>
          <p:cNvSpPr/>
          <p:nvPr/>
        </p:nvSpPr>
        <p:spPr>
          <a:xfrm>
            <a:off x="3066120" y="26802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52" y="182880"/>
                </a:moveTo>
                <a:lnTo>
                  <a:pt x="421376" y="230224"/>
                </a:lnTo>
                <a:lnTo>
                  <a:pt x="399961" y="274319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860" y="359595"/>
                </a:lnTo>
                <a:lnTo>
                  <a:pt x="214198" y="365760"/>
                </a:lnTo>
                <a:lnTo>
                  <a:pt x="186252" y="364213"/>
                </a:lnTo>
                <a:lnTo>
                  <a:pt x="132386" y="351942"/>
                </a:lnTo>
                <a:lnTo>
                  <a:pt x="83824" y="327885"/>
                </a:lnTo>
                <a:lnTo>
                  <a:pt x="44349" y="294200"/>
                </a:lnTo>
                <a:lnTo>
                  <a:pt x="16394" y="252847"/>
                </a:lnTo>
                <a:lnTo>
                  <a:pt x="1866" y="206788"/>
                </a:lnTo>
                <a:lnTo>
                  <a:pt x="0" y="182880"/>
                </a:lnTo>
                <a:lnTo>
                  <a:pt x="1866" y="158978"/>
                </a:lnTo>
                <a:lnTo>
                  <a:pt x="16394" y="112919"/>
                </a:lnTo>
                <a:lnTo>
                  <a:pt x="44349" y="71566"/>
                </a:lnTo>
                <a:lnTo>
                  <a:pt x="83824" y="37886"/>
                </a:lnTo>
                <a:lnTo>
                  <a:pt x="132386" y="13823"/>
                </a:lnTo>
                <a:lnTo>
                  <a:pt x="186252" y="1547"/>
                </a:lnTo>
                <a:lnTo>
                  <a:pt x="214198" y="0"/>
                </a:lnTo>
                <a:lnTo>
                  <a:pt x="242349" y="1547"/>
                </a:lnTo>
                <a:lnTo>
                  <a:pt x="296360" y="13823"/>
                </a:lnTo>
                <a:lnTo>
                  <a:pt x="344929" y="37886"/>
                </a:lnTo>
                <a:lnTo>
                  <a:pt x="384407" y="71566"/>
                </a:lnTo>
                <a:lnTo>
                  <a:pt x="412357" y="112919"/>
                </a:lnTo>
                <a:lnTo>
                  <a:pt x="426885" y="158978"/>
                </a:lnTo>
                <a:lnTo>
                  <a:pt x="428752" y="182880"/>
                </a:lnTo>
                <a:close/>
              </a:path>
            </a:pathLst>
          </a:custGeom>
          <a:noFill/>
          <a:ln w="29159">
            <a:solidFill>
              <a:srgbClr val="7f00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4" name="object 22"/>
          <p:cNvSpPr/>
          <p:nvPr/>
        </p:nvSpPr>
        <p:spPr>
          <a:xfrm>
            <a:off x="3220920" y="270144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35" name="object 23"/>
          <p:cNvGrpSpPr/>
          <p:nvPr/>
        </p:nvGrpSpPr>
        <p:grpSpPr>
          <a:xfrm>
            <a:off x="2542320" y="2777760"/>
            <a:ext cx="500400" cy="108360"/>
            <a:chOff x="2542320" y="2777760"/>
            <a:chExt cx="500400" cy="108360"/>
          </a:xfrm>
        </p:grpSpPr>
        <p:sp>
          <p:nvSpPr>
            <p:cNvPr id="436" name="object 24"/>
            <p:cNvSpPr/>
            <p:nvPr/>
          </p:nvSpPr>
          <p:spPr>
            <a:xfrm>
              <a:off x="2542320" y="28317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37" name="object 25"/>
            <p:cNvSpPr/>
            <p:nvPr/>
          </p:nvSpPr>
          <p:spPr>
            <a:xfrm>
              <a:off x="2934360" y="27777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38" name="object 26"/>
          <p:cNvSpPr/>
          <p:nvPr/>
        </p:nvSpPr>
        <p:spPr>
          <a:xfrm>
            <a:off x="1339560" y="3519000"/>
            <a:ext cx="1190880" cy="422640"/>
          </a:xfrm>
          <a:prstGeom prst="rect">
            <a:avLst/>
          </a:prstGeom>
          <a:noFill/>
          <a:ln w="29159">
            <a:solidFill>
              <a:srgbClr val="aecf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66760">
              <a:lnSpc>
                <a:spcPct val="100000"/>
              </a:lnSpc>
              <a:spcBef>
                <a:spcPts val="117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 3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9" name="object 27"/>
          <p:cNvSpPr/>
          <p:nvPr/>
        </p:nvSpPr>
        <p:spPr>
          <a:xfrm>
            <a:off x="3054240" y="343944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20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7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402" y="351936"/>
                </a:lnTo>
                <a:lnTo>
                  <a:pt x="83835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5" y="37879"/>
                </a:lnTo>
                <a:lnTo>
                  <a:pt x="132402" y="13823"/>
                </a:lnTo>
                <a:lnTo>
                  <a:pt x="186410" y="1547"/>
                </a:lnTo>
                <a:lnTo>
                  <a:pt x="214566" y="0"/>
                </a:lnTo>
                <a:lnTo>
                  <a:pt x="242511" y="1547"/>
                </a:lnTo>
                <a:lnTo>
                  <a:pt x="296378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2ae2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0" name="object 28"/>
          <p:cNvSpPr/>
          <p:nvPr/>
        </p:nvSpPr>
        <p:spPr>
          <a:xfrm>
            <a:off x="414720" y="268812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19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3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397" y="351936"/>
                </a:lnTo>
                <a:lnTo>
                  <a:pt x="83830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0" y="37879"/>
                </a:lnTo>
                <a:lnTo>
                  <a:pt x="132391" y="13823"/>
                </a:lnTo>
                <a:lnTo>
                  <a:pt x="186254" y="1547"/>
                </a:lnTo>
                <a:lnTo>
                  <a:pt x="214198" y="0"/>
                </a:lnTo>
                <a:lnTo>
                  <a:pt x="242354" y="1547"/>
                </a:lnTo>
                <a:lnTo>
                  <a:pt x="296367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80d3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1" name="object 29"/>
          <p:cNvSpPr/>
          <p:nvPr/>
        </p:nvSpPr>
        <p:spPr>
          <a:xfrm>
            <a:off x="569160" y="270900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42" name="object 30"/>
          <p:cNvGrpSpPr/>
          <p:nvPr/>
        </p:nvGrpSpPr>
        <p:grpSpPr>
          <a:xfrm>
            <a:off x="851400" y="2793600"/>
            <a:ext cx="500400" cy="108360"/>
            <a:chOff x="851400" y="2793600"/>
            <a:chExt cx="500400" cy="108360"/>
          </a:xfrm>
        </p:grpSpPr>
        <p:sp>
          <p:nvSpPr>
            <p:cNvPr id="443" name="object 31"/>
            <p:cNvSpPr/>
            <p:nvPr/>
          </p:nvSpPr>
          <p:spPr>
            <a:xfrm>
              <a:off x="851400" y="284760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49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4" name="object 32"/>
            <p:cNvSpPr/>
            <p:nvPr/>
          </p:nvSpPr>
          <p:spPr>
            <a:xfrm>
              <a:off x="1243440" y="279360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7988"/>
                  </a:lnTo>
                  <a:lnTo>
                    <a:pt x="108000" y="53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45" name="object 33"/>
          <p:cNvGrpSpPr/>
          <p:nvPr/>
        </p:nvGrpSpPr>
        <p:grpSpPr>
          <a:xfrm>
            <a:off x="414720" y="3661200"/>
            <a:ext cx="925200" cy="365400"/>
            <a:chOff x="414720" y="3661200"/>
            <a:chExt cx="925200" cy="365400"/>
          </a:xfrm>
        </p:grpSpPr>
        <p:sp>
          <p:nvSpPr>
            <p:cNvPr id="446" name="object 34"/>
            <p:cNvSpPr/>
            <p:nvPr/>
          </p:nvSpPr>
          <p:spPr>
            <a:xfrm>
              <a:off x="839520" y="383652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47" name="object 35"/>
            <p:cNvSpPr/>
            <p:nvPr/>
          </p:nvSpPr>
          <p:spPr>
            <a:xfrm>
              <a:off x="1231560" y="378252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48" name="object 36"/>
            <p:cNvSpPr/>
            <p:nvPr/>
          </p:nvSpPr>
          <p:spPr>
            <a:xfrm>
              <a:off x="414720" y="3661200"/>
              <a:ext cx="428760" cy="365400"/>
            </a:xfrm>
            <a:custGeom>
              <a:avLst/>
              <a:gdLst>
                <a:gd name="textAreaLeft" fmla="*/ 0 w 428760"/>
                <a:gd name="textAreaRight" fmla="*/ 429120 w 42876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429259" h="365760">
                  <a:moveTo>
                    <a:pt x="428764" y="182880"/>
                  </a:moveTo>
                  <a:lnTo>
                    <a:pt x="421382" y="230224"/>
                  </a:lnTo>
                  <a:lnTo>
                    <a:pt x="399961" y="274319"/>
                  </a:lnTo>
                  <a:lnTo>
                    <a:pt x="365987" y="312123"/>
                  </a:lnTo>
                  <a:lnTo>
                    <a:pt x="321487" y="341287"/>
                  </a:lnTo>
                  <a:lnTo>
                    <a:pt x="269913" y="359595"/>
                  </a:lnTo>
                  <a:lnTo>
                    <a:pt x="214566" y="365760"/>
                  </a:lnTo>
                  <a:lnTo>
                    <a:pt x="186410" y="364213"/>
                  </a:lnTo>
                  <a:lnTo>
                    <a:pt x="132397" y="351942"/>
                  </a:lnTo>
                  <a:lnTo>
                    <a:pt x="83830" y="327885"/>
                  </a:lnTo>
                  <a:lnTo>
                    <a:pt x="44356" y="294200"/>
                  </a:lnTo>
                  <a:lnTo>
                    <a:pt x="16405" y="252847"/>
                  </a:lnTo>
                  <a:lnTo>
                    <a:pt x="1868" y="206788"/>
                  </a:lnTo>
                  <a:lnTo>
                    <a:pt x="0" y="182880"/>
                  </a:lnTo>
                  <a:lnTo>
                    <a:pt x="1868" y="158978"/>
                  </a:lnTo>
                  <a:lnTo>
                    <a:pt x="16405" y="112919"/>
                  </a:lnTo>
                  <a:lnTo>
                    <a:pt x="44356" y="71566"/>
                  </a:lnTo>
                  <a:lnTo>
                    <a:pt x="83830" y="37886"/>
                  </a:lnTo>
                  <a:lnTo>
                    <a:pt x="132391" y="13823"/>
                  </a:lnTo>
                  <a:lnTo>
                    <a:pt x="186254" y="1547"/>
                  </a:lnTo>
                  <a:lnTo>
                    <a:pt x="214198" y="0"/>
                  </a:lnTo>
                  <a:lnTo>
                    <a:pt x="242354" y="1547"/>
                  </a:lnTo>
                  <a:lnTo>
                    <a:pt x="296367" y="13823"/>
                  </a:lnTo>
                  <a:lnTo>
                    <a:pt x="344934" y="37886"/>
                  </a:lnTo>
                  <a:lnTo>
                    <a:pt x="384408" y="71566"/>
                  </a:lnTo>
                  <a:lnTo>
                    <a:pt x="412359" y="112919"/>
                  </a:lnTo>
                  <a:lnTo>
                    <a:pt x="426896" y="158978"/>
                  </a:lnTo>
                  <a:lnTo>
                    <a:pt x="428764" y="182880"/>
                  </a:lnTo>
                  <a:close/>
                </a:path>
              </a:pathLst>
            </a:custGeom>
            <a:noFill/>
            <a:ln w="29159">
              <a:solidFill>
                <a:srgbClr val="7f00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49" name="object 37"/>
          <p:cNvGrpSpPr/>
          <p:nvPr/>
        </p:nvGrpSpPr>
        <p:grpSpPr>
          <a:xfrm>
            <a:off x="2530440" y="3805200"/>
            <a:ext cx="940320" cy="451800"/>
            <a:chOff x="2530440" y="3805200"/>
            <a:chExt cx="940320" cy="451800"/>
          </a:xfrm>
        </p:grpSpPr>
        <p:sp>
          <p:nvSpPr>
            <p:cNvPr id="450" name="object 38"/>
            <p:cNvSpPr/>
            <p:nvPr/>
          </p:nvSpPr>
          <p:spPr>
            <a:xfrm>
              <a:off x="2530440" y="3805200"/>
              <a:ext cx="411120" cy="181080"/>
            </a:xfrm>
            <a:custGeom>
              <a:avLst/>
              <a:gdLst>
                <a:gd name="textAreaLeft" fmla="*/ 0 w 411120"/>
                <a:gd name="textAreaRight" fmla="*/ 411480 w 411120"/>
                <a:gd name="textAreaTop" fmla="*/ 0 h 181080"/>
                <a:gd name="textAreaBottom" fmla="*/ 181440 h 181080"/>
              </a:gdLst>
              <a:ahLst/>
              <a:rect l="textAreaLeft" t="textAreaTop" r="textAreaRight" b="textAreaBottom"/>
              <a:pathLst>
                <a:path w="411480" h="181610">
                  <a:moveTo>
                    <a:pt x="0" y="0"/>
                  </a:moveTo>
                  <a:lnTo>
                    <a:pt x="411479" y="181444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1" name="object 39"/>
            <p:cNvSpPr/>
            <p:nvPr/>
          </p:nvSpPr>
          <p:spPr>
            <a:xfrm>
              <a:off x="2913480" y="3934440"/>
              <a:ext cx="120240" cy="9864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98640"/>
                <a:gd name="textAreaBottom" fmla="*/ 99000 h 98640"/>
              </a:gdLst>
              <a:ahLst/>
              <a:rect l="textAreaLeft" t="textAreaTop" r="textAreaRight" b="textAreaBottom"/>
              <a:pathLst>
                <a:path w="120650" h="99060">
                  <a:moveTo>
                    <a:pt x="43561" y="0"/>
                  </a:moveTo>
                  <a:lnTo>
                    <a:pt x="0" y="98640"/>
                  </a:lnTo>
                  <a:lnTo>
                    <a:pt x="120599" y="92887"/>
                  </a:lnTo>
                  <a:lnTo>
                    <a:pt x="43561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52" name="object 40"/>
            <p:cNvSpPr/>
            <p:nvPr/>
          </p:nvSpPr>
          <p:spPr>
            <a:xfrm>
              <a:off x="3042000" y="3891600"/>
              <a:ext cx="428760" cy="365400"/>
            </a:xfrm>
            <a:custGeom>
              <a:avLst/>
              <a:gdLst>
                <a:gd name="textAreaLeft" fmla="*/ 0 w 428760"/>
                <a:gd name="textAreaRight" fmla="*/ 429120 w 42876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429260" h="365760">
                  <a:moveTo>
                    <a:pt x="428752" y="182880"/>
                  </a:moveTo>
                  <a:lnTo>
                    <a:pt x="421370" y="230224"/>
                  </a:lnTo>
                  <a:lnTo>
                    <a:pt x="399948" y="274320"/>
                  </a:lnTo>
                  <a:lnTo>
                    <a:pt x="365974" y="312123"/>
                  </a:lnTo>
                  <a:lnTo>
                    <a:pt x="321475" y="341287"/>
                  </a:lnTo>
                  <a:lnTo>
                    <a:pt x="269905" y="359595"/>
                  </a:lnTo>
                  <a:lnTo>
                    <a:pt x="214553" y="365760"/>
                  </a:lnTo>
                  <a:lnTo>
                    <a:pt x="186402" y="364213"/>
                  </a:lnTo>
                  <a:lnTo>
                    <a:pt x="132391" y="351942"/>
                  </a:lnTo>
                  <a:lnTo>
                    <a:pt x="83822" y="327885"/>
                  </a:lnTo>
                  <a:lnTo>
                    <a:pt x="44344" y="294200"/>
                  </a:lnTo>
                  <a:lnTo>
                    <a:pt x="16394" y="252847"/>
                  </a:lnTo>
                  <a:lnTo>
                    <a:pt x="1866" y="206788"/>
                  </a:lnTo>
                  <a:lnTo>
                    <a:pt x="0" y="182880"/>
                  </a:lnTo>
                  <a:lnTo>
                    <a:pt x="1866" y="158973"/>
                  </a:lnTo>
                  <a:lnTo>
                    <a:pt x="16394" y="112917"/>
                  </a:lnTo>
                  <a:lnTo>
                    <a:pt x="44344" y="71564"/>
                  </a:lnTo>
                  <a:lnTo>
                    <a:pt x="83822" y="37881"/>
                  </a:lnTo>
                  <a:lnTo>
                    <a:pt x="132391" y="13823"/>
                  </a:lnTo>
                  <a:lnTo>
                    <a:pt x="186402" y="1547"/>
                  </a:lnTo>
                  <a:lnTo>
                    <a:pt x="214553" y="0"/>
                  </a:lnTo>
                  <a:lnTo>
                    <a:pt x="242499" y="1547"/>
                  </a:lnTo>
                  <a:lnTo>
                    <a:pt x="296365" y="13823"/>
                  </a:lnTo>
                  <a:lnTo>
                    <a:pt x="344921" y="37881"/>
                  </a:lnTo>
                  <a:lnTo>
                    <a:pt x="384395" y="71564"/>
                  </a:lnTo>
                  <a:lnTo>
                    <a:pt x="412346" y="112917"/>
                  </a:lnTo>
                  <a:lnTo>
                    <a:pt x="426883" y="158973"/>
                  </a:lnTo>
                  <a:lnTo>
                    <a:pt x="428752" y="182880"/>
                  </a:lnTo>
                  <a:close/>
                </a:path>
              </a:pathLst>
            </a:custGeom>
            <a:noFill/>
            <a:ln w="29159">
              <a:solidFill>
                <a:srgbClr val="ffff3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453" name="object 41"/>
          <p:cNvSpPr/>
          <p:nvPr/>
        </p:nvSpPr>
        <p:spPr>
          <a:xfrm>
            <a:off x="569160" y="368172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4" name="object 42"/>
          <p:cNvSpPr/>
          <p:nvPr/>
        </p:nvSpPr>
        <p:spPr>
          <a:xfrm>
            <a:off x="3196800" y="3460680"/>
            <a:ext cx="20340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34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F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00"/>
              </a:spcBef>
            </a:pPr>
            <a:r>
              <a:rPr b="1" lang="en-GB" sz="1800" spc="-52" strike="noStrike">
                <a:solidFill>
                  <a:srgbClr val="000000"/>
                </a:solidFill>
                <a:latin typeface="Arial"/>
              </a:rPr>
              <a:t>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55" name="object 43"/>
          <p:cNvGrpSpPr/>
          <p:nvPr/>
        </p:nvGrpSpPr>
        <p:grpSpPr>
          <a:xfrm>
            <a:off x="2530440" y="3610800"/>
            <a:ext cx="503280" cy="146160"/>
            <a:chOff x="2530440" y="3610800"/>
            <a:chExt cx="503280" cy="146160"/>
          </a:xfrm>
        </p:grpSpPr>
        <p:sp>
          <p:nvSpPr>
            <p:cNvPr id="456" name="object 44"/>
            <p:cNvSpPr/>
            <p:nvPr/>
          </p:nvSpPr>
          <p:spPr>
            <a:xfrm>
              <a:off x="2530440" y="3661560"/>
              <a:ext cx="405360" cy="95400"/>
            </a:xfrm>
            <a:custGeom>
              <a:avLst/>
              <a:gdLst>
                <a:gd name="textAreaLeft" fmla="*/ 0 w 405360"/>
                <a:gd name="textAreaRight" fmla="*/ 405720 w 405360"/>
                <a:gd name="textAreaTop" fmla="*/ 0 h 95400"/>
                <a:gd name="textAreaBottom" fmla="*/ 95760 h 95400"/>
              </a:gdLst>
              <a:ahLst/>
              <a:rect l="textAreaLeft" t="textAreaTop" r="textAreaRight" b="textAreaBottom"/>
              <a:pathLst>
                <a:path w="405764" h="95885">
                  <a:moveTo>
                    <a:pt x="0" y="95757"/>
                  </a:moveTo>
                  <a:lnTo>
                    <a:pt x="405358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57" name="object 45"/>
            <p:cNvSpPr/>
            <p:nvPr/>
          </p:nvSpPr>
          <p:spPr>
            <a:xfrm>
              <a:off x="2916720" y="3610800"/>
              <a:ext cx="117000" cy="10512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105120"/>
                <a:gd name="textAreaBottom" fmla="*/ 105480 h 105120"/>
              </a:gdLst>
              <a:ahLst/>
              <a:rect l="textAreaLeft" t="textAreaTop" r="textAreaRight" b="textAreaBottom"/>
              <a:pathLst>
                <a:path w="117475" h="105410">
                  <a:moveTo>
                    <a:pt x="0" y="0"/>
                  </a:moveTo>
                  <a:lnTo>
                    <a:pt x="24485" y="105117"/>
                  </a:lnTo>
                  <a:lnTo>
                    <a:pt x="117360" y="27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58" name="object 46"/>
          <p:cNvSpPr/>
          <p:nvPr/>
        </p:nvSpPr>
        <p:spPr>
          <a:xfrm>
            <a:off x="4444920" y="182520"/>
            <a:ext cx="4778640" cy="5246640"/>
          </a:xfrm>
          <a:custGeom>
            <a:avLst/>
            <a:gdLst>
              <a:gd name="textAreaLeft" fmla="*/ 0 w 4778640"/>
              <a:gd name="textAreaRight" fmla="*/ 4779000 w 4778640"/>
              <a:gd name="textAreaTop" fmla="*/ 0 h 5246640"/>
              <a:gd name="textAreaBottom" fmla="*/ 5247000 h 5246640"/>
            </a:gdLst>
            <a:ahLst/>
            <a:rect l="textAreaLeft" t="textAreaTop" r="textAreaRight" b="textAreaBottom"/>
            <a:pathLst>
              <a:path w="4779009" h="5247005">
                <a:moveTo>
                  <a:pt x="0" y="0"/>
                </a:moveTo>
                <a:lnTo>
                  <a:pt x="7912" y="5246636"/>
                </a:lnTo>
              </a:path>
              <a:path w="4779009" h="5247005">
                <a:moveTo>
                  <a:pt x="4778641" y="2817710"/>
                </a:moveTo>
                <a:lnTo>
                  <a:pt x="7912" y="2809798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9" name="object 47"/>
          <p:cNvSpPr/>
          <p:nvPr/>
        </p:nvSpPr>
        <p:spPr>
          <a:xfrm>
            <a:off x="4696560" y="273240"/>
            <a:ext cx="22708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Request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:</a:t>
            </a:r>
            <a:r>
              <a:rPr b="1" lang="en-GB" sz="1800" spc="-26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generate</a:t>
            </a:r>
            <a:r>
              <a:rPr b="0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0" name="object 48"/>
          <p:cNvSpPr/>
          <p:nvPr/>
        </p:nvSpPr>
        <p:spPr>
          <a:xfrm>
            <a:off x="4696560" y="784800"/>
            <a:ext cx="133560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086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 exists </a:t>
            </a:r>
            <a:r>
              <a:rPr b="0" lang="en-GB" sz="1800" spc="-52" strike="noStrike">
                <a:solidFill>
                  <a:srgbClr val="719ece"/>
                </a:solidFill>
                <a:latin typeface="Arial"/>
              </a:rPr>
              <a:t>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 algn="ctr">
              <a:lnSpc>
                <a:spcPts val="2086"/>
              </a:lnSpc>
            </a:pP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No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1" name="object 49"/>
          <p:cNvSpPr/>
          <p:nvPr/>
        </p:nvSpPr>
        <p:spPr>
          <a:xfrm>
            <a:off x="4696560" y="3178800"/>
            <a:ext cx="118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Schedule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52" strike="noStrike">
                <a:solidFill>
                  <a:srgbClr val="be0040"/>
                </a:solidFill>
                <a:latin typeface="Arial"/>
              </a:rPr>
              <a:t>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object 2"/>
          <p:cNvSpPr/>
          <p:nvPr/>
        </p:nvSpPr>
        <p:spPr>
          <a:xfrm>
            <a:off x="1367280" y="1605960"/>
            <a:ext cx="1190880" cy="421920"/>
          </a:xfrm>
          <a:prstGeom prst="rect">
            <a:avLst/>
          </a:prstGeom>
          <a:noFill/>
          <a:ln w="29159">
            <a:solidFill>
              <a:srgbClr val="b3c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532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3" name="object 3"/>
          <p:cNvSpPr/>
          <p:nvPr/>
        </p:nvSpPr>
        <p:spPr>
          <a:xfrm>
            <a:off x="438840" y="13914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79"/>
                </a:moveTo>
                <a:lnTo>
                  <a:pt x="421382" y="230219"/>
                </a:lnTo>
                <a:lnTo>
                  <a:pt x="399961" y="274319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7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402" y="351936"/>
                </a:lnTo>
                <a:lnTo>
                  <a:pt x="83835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79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5" y="37879"/>
                </a:lnTo>
                <a:lnTo>
                  <a:pt x="132396" y="13823"/>
                </a:lnTo>
                <a:lnTo>
                  <a:pt x="186254" y="1547"/>
                </a:lnTo>
                <a:lnTo>
                  <a:pt x="214198" y="0"/>
                </a:lnTo>
                <a:lnTo>
                  <a:pt x="242356" y="1547"/>
                </a:lnTo>
                <a:lnTo>
                  <a:pt x="296372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79"/>
                </a:lnTo>
                <a:close/>
              </a:path>
            </a:pathLst>
          </a:custGeom>
          <a:noFill/>
          <a:ln w="29159">
            <a:solidFill>
              <a:srgbClr val="ff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4" name="object 4"/>
          <p:cNvSpPr/>
          <p:nvPr/>
        </p:nvSpPr>
        <p:spPr>
          <a:xfrm>
            <a:off x="593280" y="1412280"/>
            <a:ext cx="178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5" name="object 5"/>
          <p:cNvSpPr/>
          <p:nvPr/>
        </p:nvSpPr>
        <p:spPr>
          <a:xfrm>
            <a:off x="446760" y="193104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80"/>
                </a:moveTo>
                <a:lnTo>
                  <a:pt x="421382" y="230224"/>
                </a:lnTo>
                <a:lnTo>
                  <a:pt x="399961" y="274320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905" y="359595"/>
                </a:lnTo>
                <a:lnTo>
                  <a:pt x="214553" y="365760"/>
                </a:lnTo>
                <a:lnTo>
                  <a:pt x="186402" y="364213"/>
                </a:lnTo>
                <a:lnTo>
                  <a:pt x="132391" y="351942"/>
                </a:lnTo>
                <a:lnTo>
                  <a:pt x="83830" y="327885"/>
                </a:lnTo>
                <a:lnTo>
                  <a:pt x="44356" y="294200"/>
                </a:lnTo>
                <a:lnTo>
                  <a:pt x="16405" y="252847"/>
                </a:lnTo>
                <a:lnTo>
                  <a:pt x="1868" y="206788"/>
                </a:lnTo>
                <a:lnTo>
                  <a:pt x="0" y="182880"/>
                </a:lnTo>
                <a:lnTo>
                  <a:pt x="1868" y="158978"/>
                </a:lnTo>
                <a:lnTo>
                  <a:pt x="16405" y="112919"/>
                </a:lnTo>
                <a:lnTo>
                  <a:pt x="44356" y="71566"/>
                </a:lnTo>
                <a:lnTo>
                  <a:pt x="83830" y="37886"/>
                </a:lnTo>
                <a:lnTo>
                  <a:pt x="132386" y="13823"/>
                </a:lnTo>
                <a:lnTo>
                  <a:pt x="186252" y="1547"/>
                </a:lnTo>
                <a:lnTo>
                  <a:pt x="214198" y="0"/>
                </a:lnTo>
                <a:lnTo>
                  <a:pt x="242349" y="1547"/>
                </a:lnTo>
                <a:lnTo>
                  <a:pt x="296360" y="13823"/>
                </a:lnTo>
                <a:lnTo>
                  <a:pt x="344929" y="37886"/>
                </a:lnTo>
                <a:lnTo>
                  <a:pt x="384407" y="71566"/>
                </a:lnTo>
                <a:lnTo>
                  <a:pt x="412359" y="112919"/>
                </a:lnTo>
                <a:lnTo>
                  <a:pt x="426896" y="158978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6" name="object 6"/>
          <p:cNvSpPr/>
          <p:nvPr/>
        </p:nvSpPr>
        <p:spPr>
          <a:xfrm>
            <a:off x="600840" y="1951920"/>
            <a:ext cx="178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435600" y="199080"/>
            <a:ext cx="98388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44280">
              <a:lnSpc>
                <a:spcPct val="153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.smk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21" strike="noStrike">
                <a:solidFill>
                  <a:srgbClr val="be0040"/>
                </a:solidFill>
                <a:latin typeface="Arial"/>
              </a:rPr>
              <a:t>file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Input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8" name="object 8"/>
          <p:cNvSpPr/>
          <p:nvPr/>
        </p:nvSpPr>
        <p:spPr>
          <a:xfrm>
            <a:off x="2960640" y="776160"/>
            <a:ext cx="775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Output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69" name="object 9"/>
          <p:cNvGrpSpPr/>
          <p:nvPr/>
        </p:nvGrpSpPr>
        <p:grpSpPr>
          <a:xfrm>
            <a:off x="867240" y="1582560"/>
            <a:ext cx="499680" cy="262080"/>
            <a:chOff x="867240" y="1582560"/>
            <a:chExt cx="499680" cy="262080"/>
          </a:xfrm>
        </p:grpSpPr>
        <p:sp>
          <p:nvSpPr>
            <p:cNvPr id="470" name="object 10"/>
            <p:cNvSpPr/>
            <p:nvPr/>
          </p:nvSpPr>
          <p:spPr>
            <a:xfrm>
              <a:off x="867240" y="1582560"/>
              <a:ext cx="410400" cy="215640"/>
            </a:xfrm>
            <a:custGeom>
              <a:avLst/>
              <a:gdLst>
                <a:gd name="textAreaLeft" fmla="*/ 0 w 410400"/>
                <a:gd name="textAreaRight" fmla="*/ 410760 w 410400"/>
                <a:gd name="textAreaTop" fmla="*/ 0 h 215640"/>
                <a:gd name="textAreaBottom" fmla="*/ 216000 h 215640"/>
              </a:gdLst>
              <a:ahLst/>
              <a:rect l="textAreaLeft" t="textAreaTop" r="textAreaRight" b="textAreaBottom"/>
              <a:pathLst>
                <a:path w="410844" h="215900">
                  <a:moveTo>
                    <a:pt x="0" y="0"/>
                  </a:moveTo>
                  <a:lnTo>
                    <a:pt x="410756" y="215277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1" name="object 11"/>
            <p:cNvSpPr/>
            <p:nvPr/>
          </p:nvSpPr>
          <p:spPr>
            <a:xfrm>
              <a:off x="1246680" y="1746720"/>
              <a:ext cx="120240" cy="9792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97920"/>
                <a:gd name="textAreaBottom" fmla="*/ 98280 h 97920"/>
              </a:gdLst>
              <a:ahLst/>
              <a:rect l="textAreaLeft" t="textAreaTop" r="textAreaRight" b="textAreaBottom"/>
              <a:pathLst>
                <a:path w="120650" h="98425">
                  <a:moveTo>
                    <a:pt x="50037" y="0"/>
                  </a:moveTo>
                  <a:lnTo>
                    <a:pt x="0" y="95757"/>
                  </a:lnTo>
                  <a:lnTo>
                    <a:pt x="120599" y="97916"/>
                  </a:lnTo>
                  <a:lnTo>
                    <a:pt x="50037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72" name="object 12"/>
          <p:cNvGrpSpPr/>
          <p:nvPr/>
        </p:nvGrpSpPr>
        <p:grpSpPr>
          <a:xfrm>
            <a:off x="875160" y="1935720"/>
            <a:ext cx="492120" cy="171000"/>
            <a:chOff x="875160" y="1935720"/>
            <a:chExt cx="492120" cy="171000"/>
          </a:xfrm>
        </p:grpSpPr>
        <p:sp>
          <p:nvSpPr>
            <p:cNvPr id="473" name="object 13"/>
            <p:cNvSpPr/>
            <p:nvPr/>
          </p:nvSpPr>
          <p:spPr>
            <a:xfrm>
              <a:off x="875160" y="1985040"/>
              <a:ext cx="396000" cy="121680"/>
            </a:xfrm>
            <a:custGeom>
              <a:avLst/>
              <a:gdLst>
                <a:gd name="textAreaLeft" fmla="*/ 0 w 396000"/>
                <a:gd name="textAreaRight" fmla="*/ 396360 w 396000"/>
                <a:gd name="textAreaTop" fmla="*/ 0 h 121680"/>
                <a:gd name="textAreaBottom" fmla="*/ 122040 h 121680"/>
              </a:gdLst>
              <a:ahLst/>
              <a:rect l="textAreaLeft" t="textAreaTop" r="textAreaRight" b="textAreaBottom"/>
              <a:pathLst>
                <a:path w="396240" h="121919">
                  <a:moveTo>
                    <a:pt x="0" y="121323"/>
                  </a:moveTo>
                  <a:lnTo>
                    <a:pt x="395643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4" name="object 14"/>
            <p:cNvSpPr/>
            <p:nvPr/>
          </p:nvSpPr>
          <p:spPr>
            <a:xfrm>
              <a:off x="1248120" y="1935720"/>
              <a:ext cx="119160" cy="10332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103320"/>
                <a:gd name="textAreaBottom" fmla="*/ 103680 h 103320"/>
              </a:gdLst>
              <a:ahLst/>
              <a:rect l="textAreaLeft" t="textAreaTop" r="textAreaRight" b="textAreaBottom"/>
              <a:pathLst>
                <a:path w="119380" h="103505">
                  <a:moveTo>
                    <a:pt x="0" y="0"/>
                  </a:moveTo>
                  <a:lnTo>
                    <a:pt x="31686" y="102958"/>
                  </a:lnTo>
                  <a:lnTo>
                    <a:pt x="119164" y="19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75" name="object 15"/>
          <p:cNvSpPr/>
          <p:nvPr/>
        </p:nvSpPr>
        <p:spPr>
          <a:xfrm>
            <a:off x="3081960" y="17406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20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911" y="359595"/>
                </a:lnTo>
                <a:lnTo>
                  <a:pt x="214566" y="365760"/>
                </a:lnTo>
                <a:lnTo>
                  <a:pt x="186408" y="364213"/>
                </a:lnTo>
                <a:lnTo>
                  <a:pt x="132391" y="351942"/>
                </a:lnTo>
                <a:lnTo>
                  <a:pt x="83830" y="327885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0" y="37879"/>
                </a:lnTo>
                <a:lnTo>
                  <a:pt x="132391" y="13823"/>
                </a:lnTo>
                <a:lnTo>
                  <a:pt x="186408" y="1547"/>
                </a:lnTo>
                <a:lnTo>
                  <a:pt x="214566" y="0"/>
                </a:lnTo>
                <a:lnTo>
                  <a:pt x="242509" y="1547"/>
                </a:lnTo>
                <a:lnTo>
                  <a:pt x="296367" y="13823"/>
                </a:lnTo>
                <a:lnTo>
                  <a:pt x="344929" y="37879"/>
                </a:lnTo>
                <a:lnTo>
                  <a:pt x="384407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80d3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6" name="object 16"/>
          <p:cNvSpPr/>
          <p:nvPr/>
        </p:nvSpPr>
        <p:spPr>
          <a:xfrm>
            <a:off x="3236040" y="176148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77" name="object 17"/>
          <p:cNvGrpSpPr/>
          <p:nvPr/>
        </p:nvGrpSpPr>
        <p:grpSpPr>
          <a:xfrm>
            <a:off x="2558160" y="1838160"/>
            <a:ext cx="500400" cy="108360"/>
            <a:chOff x="2558160" y="1838160"/>
            <a:chExt cx="500400" cy="108360"/>
          </a:xfrm>
        </p:grpSpPr>
        <p:sp>
          <p:nvSpPr>
            <p:cNvPr id="478" name="object 18"/>
            <p:cNvSpPr/>
            <p:nvPr/>
          </p:nvSpPr>
          <p:spPr>
            <a:xfrm>
              <a:off x="2558160" y="18921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79" name="object 19"/>
            <p:cNvSpPr/>
            <p:nvPr/>
          </p:nvSpPr>
          <p:spPr>
            <a:xfrm>
              <a:off x="2950200" y="18381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80" name="object 20"/>
          <p:cNvSpPr/>
          <p:nvPr/>
        </p:nvSpPr>
        <p:spPr>
          <a:xfrm>
            <a:off x="1351440" y="2545560"/>
            <a:ext cx="1190880" cy="421920"/>
          </a:xfrm>
          <a:prstGeom prst="rect">
            <a:avLst/>
          </a:prstGeom>
          <a:noFill/>
          <a:ln w="29159">
            <a:solidFill>
              <a:srgbClr val="ffa9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604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1" name="object 21"/>
          <p:cNvSpPr/>
          <p:nvPr/>
        </p:nvSpPr>
        <p:spPr>
          <a:xfrm>
            <a:off x="3066120" y="26802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52" y="182880"/>
                </a:moveTo>
                <a:lnTo>
                  <a:pt x="421376" y="230224"/>
                </a:lnTo>
                <a:lnTo>
                  <a:pt x="399961" y="274319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860" y="359595"/>
                </a:lnTo>
                <a:lnTo>
                  <a:pt x="214198" y="365760"/>
                </a:lnTo>
                <a:lnTo>
                  <a:pt x="186252" y="364213"/>
                </a:lnTo>
                <a:lnTo>
                  <a:pt x="132386" y="351942"/>
                </a:lnTo>
                <a:lnTo>
                  <a:pt x="83824" y="327885"/>
                </a:lnTo>
                <a:lnTo>
                  <a:pt x="44349" y="294200"/>
                </a:lnTo>
                <a:lnTo>
                  <a:pt x="16394" y="252847"/>
                </a:lnTo>
                <a:lnTo>
                  <a:pt x="1866" y="206788"/>
                </a:lnTo>
                <a:lnTo>
                  <a:pt x="0" y="182880"/>
                </a:lnTo>
                <a:lnTo>
                  <a:pt x="1866" y="158978"/>
                </a:lnTo>
                <a:lnTo>
                  <a:pt x="16394" y="112919"/>
                </a:lnTo>
                <a:lnTo>
                  <a:pt x="44349" y="71566"/>
                </a:lnTo>
                <a:lnTo>
                  <a:pt x="83824" y="37886"/>
                </a:lnTo>
                <a:lnTo>
                  <a:pt x="132386" y="13823"/>
                </a:lnTo>
                <a:lnTo>
                  <a:pt x="186252" y="1547"/>
                </a:lnTo>
                <a:lnTo>
                  <a:pt x="214198" y="0"/>
                </a:lnTo>
                <a:lnTo>
                  <a:pt x="242349" y="1547"/>
                </a:lnTo>
                <a:lnTo>
                  <a:pt x="296360" y="13823"/>
                </a:lnTo>
                <a:lnTo>
                  <a:pt x="344929" y="37886"/>
                </a:lnTo>
                <a:lnTo>
                  <a:pt x="384407" y="71566"/>
                </a:lnTo>
                <a:lnTo>
                  <a:pt x="412357" y="112919"/>
                </a:lnTo>
                <a:lnTo>
                  <a:pt x="426885" y="158978"/>
                </a:lnTo>
                <a:lnTo>
                  <a:pt x="428752" y="182880"/>
                </a:lnTo>
                <a:close/>
              </a:path>
            </a:pathLst>
          </a:custGeom>
          <a:noFill/>
          <a:ln w="29159">
            <a:solidFill>
              <a:srgbClr val="7f00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2" name="object 22"/>
          <p:cNvSpPr/>
          <p:nvPr/>
        </p:nvSpPr>
        <p:spPr>
          <a:xfrm>
            <a:off x="3220920" y="270144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83" name="object 23"/>
          <p:cNvGrpSpPr/>
          <p:nvPr/>
        </p:nvGrpSpPr>
        <p:grpSpPr>
          <a:xfrm>
            <a:off x="2542320" y="2777760"/>
            <a:ext cx="500400" cy="108360"/>
            <a:chOff x="2542320" y="2777760"/>
            <a:chExt cx="500400" cy="108360"/>
          </a:xfrm>
        </p:grpSpPr>
        <p:sp>
          <p:nvSpPr>
            <p:cNvPr id="484" name="object 24"/>
            <p:cNvSpPr/>
            <p:nvPr/>
          </p:nvSpPr>
          <p:spPr>
            <a:xfrm>
              <a:off x="2542320" y="28317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85" name="object 25"/>
            <p:cNvSpPr/>
            <p:nvPr/>
          </p:nvSpPr>
          <p:spPr>
            <a:xfrm>
              <a:off x="2934360" y="27777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486" name="object 26"/>
          <p:cNvSpPr/>
          <p:nvPr/>
        </p:nvSpPr>
        <p:spPr>
          <a:xfrm>
            <a:off x="1339560" y="3519000"/>
            <a:ext cx="1190880" cy="422640"/>
          </a:xfrm>
          <a:prstGeom prst="rect">
            <a:avLst/>
          </a:prstGeom>
          <a:noFill/>
          <a:ln w="29159">
            <a:solidFill>
              <a:srgbClr val="aecf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66760">
              <a:lnSpc>
                <a:spcPct val="100000"/>
              </a:lnSpc>
              <a:spcBef>
                <a:spcPts val="117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 3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7" name="object 27"/>
          <p:cNvSpPr/>
          <p:nvPr/>
        </p:nvSpPr>
        <p:spPr>
          <a:xfrm>
            <a:off x="3054240" y="343944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20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7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402" y="351936"/>
                </a:lnTo>
                <a:lnTo>
                  <a:pt x="83835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5" y="37879"/>
                </a:lnTo>
                <a:lnTo>
                  <a:pt x="132402" y="13823"/>
                </a:lnTo>
                <a:lnTo>
                  <a:pt x="186410" y="1547"/>
                </a:lnTo>
                <a:lnTo>
                  <a:pt x="214566" y="0"/>
                </a:lnTo>
                <a:lnTo>
                  <a:pt x="242511" y="1547"/>
                </a:lnTo>
                <a:lnTo>
                  <a:pt x="296378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2ae2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8" name="object 28"/>
          <p:cNvSpPr/>
          <p:nvPr/>
        </p:nvSpPr>
        <p:spPr>
          <a:xfrm>
            <a:off x="414720" y="268812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19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3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397" y="351936"/>
                </a:lnTo>
                <a:lnTo>
                  <a:pt x="83830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0" y="37879"/>
                </a:lnTo>
                <a:lnTo>
                  <a:pt x="132391" y="13823"/>
                </a:lnTo>
                <a:lnTo>
                  <a:pt x="186254" y="1547"/>
                </a:lnTo>
                <a:lnTo>
                  <a:pt x="214198" y="0"/>
                </a:lnTo>
                <a:lnTo>
                  <a:pt x="242354" y="1547"/>
                </a:lnTo>
                <a:lnTo>
                  <a:pt x="296367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80d3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9" name="object 29"/>
          <p:cNvSpPr/>
          <p:nvPr/>
        </p:nvSpPr>
        <p:spPr>
          <a:xfrm>
            <a:off x="569160" y="270900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490" name="object 30"/>
          <p:cNvGrpSpPr/>
          <p:nvPr/>
        </p:nvGrpSpPr>
        <p:grpSpPr>
          <a:xfrm>
            <a:off x="851400" y="2793600"/>
            <a:ext cx="500400" cy="108360"/>
            <a:chOff x="851400" y="2793600"/>
            <a:chExt cx="500400" cy="108360"/>
          </a:xfrm>
        </p:grpSpPr>
        <p:sp>
          <p:nvSpPr>
            <p:cNvPr id="491" name="object 31"/>
            <p:cNvSpPr/>
            <p:nvPr/>
          </p:nvSpPr>
          <p:spPr>
            <a:xfrm>
              <a:off x="851400" y="284760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49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2" name="object 32"/>
            <p:cNvSpPr/>
            <p:nvPr/>
          </p:nvSpPr>
          <p:spPr>
            <a:xfrm>
              <a:off x="1243440" y="279360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7988"/>
                  </a:lnTo>
                  <a:lnTo>
                    <a:pt x="108000" y="53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493" name="object 33"/>
          <p:cNvGrpSpPr/>
          <p:nvPr/>
        </p:nvGrpSpPr>
        <p:grpSpPr>
          <a:xfrm>
            <a:off x="414720" y="3661200"/>
            <a:ext cx="925200" cy="365400"/>
            <a:chOff x="414720" y="3661200"/>
            <a:chExt cx="925200" cy="365400"/>
          </a:xfrm>
        </p:grpSpPr>
        <p:sp>
          <p:nvSpPr>
            <p:cNvPr id="494" name="object 34"/>
            <p:cNvSpPr/>
            <p:nvPr/>
          </p:nvSpPr>
          <p:spPr>
            <a:xfrm>
              <a:off x="839520" y="383652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5" name="object 35"/>
            <p:cNvSpPr/>
            <p:nvPr/>
          </p:nvSpPr>
          <p:spPr>
            <a:xfrm>
              <a:off x="1231560" y="378252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496" name="object 36"/>
            <p:cNvSpPr/>
            <p:nvPr/>
          </p:nvSpPr>
          <p:spPr>
            <a:xfrm>
              <a:off x="414720" y="3661200"/>
              <a:ext cx="428760" cy="365400"/>
            </a:xfrm>
            <a:custGeom>
              <a:avLst/>
              <a:gdLst>
                <a:gd name="textAreaLeft" fmla="*/ 0 w 428760"/>
                <a:gd name="textAreaRight" fmla="*/ 429120 w 42876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429259" h="365760">
                  <a:moveTo>
                    <a:pt x="428764" y="182880"/>
                  </a:moveTo>
                  <a:lnTo>
                    <a:pt x="421382" y="230224"/>
                  </a:lnTo>
                  <a:lnTo>
                    <a:pt x="399961" y="274319"/>
                  </a:lnTo>
                  <a:lnTo>
                    <a:pt x="365987" y="312123"/>
                  </a:lnTo>
                  <a:lnTo>
                    <a:pt x="321487" y="341287"/>
                  </a:lnTo>
                  <a:lnTo>
                    <a:pt x="269913" y="359595"/>
                  </a:lnTo>
                  <a:lnTo>
                    <a:pt x="214566" y="365760"/>
                  </a:lnTo>
                  <a:lnTo>
                    <a:pt x="186410" y="364213"/>
                  </a:lnTo>
                  <a:lnTo>
                    <a:pt x="132397" y="351942"/>
                  </a:lnTo>
                  <a:lnTo>
                    <a:pt x="83830" y="327885"/>
                  </a:lnTo>
                  <a:lnTo>
                    <a:pt x="44356" y="294200"/>
                  </a:lnTo>
                  <a:lnTo>
                    <a:pt x="16405" y="252847"/>
                  </a:lnTo>
                  <a:lnTo>
                    <a:pt x="1868" y="206788"/>
                  </a:lnTo>
                  <a:lnTo>
                    <a:pt x="0" y="182880"/>
                  </a:lnTo>
                  <a:lnTo>
                    <a:pt x="1868" y="158978"/>
                  </a:lnTo>
                  <a:lnTo>
                    <a:pt x="16405" y="112919"/>
                  </a:lnTo>
                  <a:lnTo>
                    <a:pt x="44356" y="71566"/>
                  </a:lnTo>
                  <a:lnTo>
                    <a:pt x="83830" y="37886"/>
                  </a:lnTo>
                  <a:lnTo>
                    <a:pt x="132391" y="13823"/>
                  </a:lnTo>
                  <a:lnTo>
                    <a:pt x="186254" y="1547"/>
                  </a:lnTo>
                  <a:lnTo>
                    <a:pt x="214198" y="0"/>
                  </a:lnTo>
                  <a:lnTo>
                    <a:pt x="242354" y="1547"/>
                  </a:lnTo>
                  <a:lnTo>
                    <a:pt x="296367" y="13823"/>
                  </a:lnTo>
                  <a:lnTo>
                    <a:pt x="344934" y="37886"/>
                  </a:lnTo>
                  <a:lnTo>
                    <a:pt x="384408" y="71566"/>
                  </a:lnTo>
                  <a:lnTo>
                    <a:pt x="412359" y="112919"/>
                  </a:lnTo>
                  <a:lnTo>
                    <a:pt x="426896" y="158978"/>
                  </a:lnTo>
                  <a:lnTo>
                    <a:pt x="428764" y="182880"/>
                  </a:lnTo>
                  <a:close/>
                </a:path>
              </a:pathLst>
            </a:custGeom>
            <a:noFill/>
            <a:ln w="29159">
              <a:solidFill>
                <a:srgbClr val="7f00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497" name="object 37"/>
          <p:cNvGrpSpPr/>
          <p:nvPr/>
        </p:nvGrpSpPr>
        <p:grpSpPr>
          <a:xfrm>
            <a:off x="2530440" y="3805200"/>
            <a:ext cx="940320" cy="451800"/>
            <a:chOff x="2530440" y="3805200"/>
            <a:chExt cx="940320" cy="451800"/>
          </a:xfrm>
        </p:grpSpPr>
        <p:sp>
          <p:nvSpPr>
            <p:cNvPr id="498" name="object 38"/>
            <p:cNvSpPr/>
            <p:nvPr/>
          </p:nvSpPr>
          <p:spPr>
            <a:xfrm>
              <a:off x="2530440" y="3805200"/>
              <a:ext cx="411120" cy="181080"/>
            </a:xfrm>
            <a:custGeom>
              <a:avLst/>
              <a:gdLst>
                <a:gd name="textAreaLeft" fmla="*/ 0 w 411120"/>
                <a:gd name="textAreaRight" fmla="*/ 411480 w 411120"/>
                <a:gd name="textAreaTop" fmla="*/ 0 h 181080"/>
                <a:gd name="textAreaBottom" fmla="*/ 181440 h 181080"/>
              </a:gdLst>
              <a:ahLst/>
              <a:rect l="textAreaLeft" t="textAreaTop" r="textAreaRight" b="textAreaBottom"/>
              <a:pathLst>
                <a:path w="411480" h="181610">
                  <a:moveTo>
                    <a:pt x="0" y="0"/>
                  </a:moveTo>
                  <a:lnTo>
                    <a:pt x="411479" y="181444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499" name="object 39"/>
            <p:cNvSpPr/>
            <p:nvPr/>
          </p:nvSpPr>
          <p:spPr>
            <a:xfrm>
              <a:off x="2913480" y="3934440"/>
              <a:ext cx="120240" cy="9864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98640"/>
                <a:gd name="textAreaBottom" fmla="*/ 99000 h 98640"/>
              </a:gdLst>
              <a:ahLst/>
              <a:rect l="textAreaLeft" t="textAreaTop" r="textAreaRight" b="textAreaBottom"/>
              <a:pathLst>
                <a:path w="120650" h="99060">
                  <a:moveTo>
                    <a:pt x="43561" y="0"/>
                  </a:moveTo>
                  <a:lnTo>
                    <a:pt x="0" y="98640"/>
                  </a:lnTo>
                  <a:lnTo>
                    <a:pt x="120599" y="92887"/>
                  </a:lnTo>
                  <a:lnTo>
                    <a:pt x="43561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00" name="object 40"/>
            <p:cNvSpPr/>
            <p:nvPr/>
          </p:nvSpPr>
          <p:spPr>
            <a:xfrm>
              <a:off x="3042000" y="3891600"/>
              <a:ext cx="428760" cy="365400"/>
            </a:xfrm>
            <a:custGeom>
              <a:avLst/>
              <a:gdLst>
                <a:gd name="textAreaLeft" fmla="*/ 0 w 428760"/>
                <a:gd name="textAreaRight" fmla="*/ 429120 w 42876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429260" h="365760">
                  <a:moveTo>
                    <a:pt x="428752" y="182880"/>
                  </a:moveTo>
                  <a:lnTo>
                    <a:pt x="421370" y="230224"/>
                  </a:lnTo>
                  <a:lnTo>
                    <a:pt x="399948" y="274320"/>
                  </a:lnTo>
                  <a:lnTo>
                    <a:pt x="365974" y="312123"/>
                  </a:lnTo>
                  <a:lnTo>
                    <a:pt x="321475" y="341287"/>
                  </a:lnTo>
                  <a:lnTo>
                    <a:pt x="269905" y="359595"/>
                  </a:lnTo>
                  <a:lnTo>
                    <a:pt x="214553" y="365760"/>
                  </a:lnTo>
                  <a:lnTo>
                    <a:pt x="186402" y="364213"/>
                  </a:lnTo>
                  <a:lnTo>
                    <a:pt x="132391" y="351942"/>
                  </a:lnTo>
                  <a:lnTo>
                    <a:pt x="83822" y="327885"/>
                  </a:lnTo>
                  <a:lnTo>
                    <a:pt x="44344" y="294200"/>
                  </a:lnTo>
                  <a:lnTo>
                    <a:pt x="16394" y="252847"/>
                  </a:lnTo>
                  <a:lnTo>
                    <a:pt x="1866" y="206788"/>
                  </a:lnTo>
                  <a:lnTo>
                    <a:pt x="0" y="182880"/>
                  </a:lnTo>
                  <a:lnTo>
                    <a:pt x="1866" y="158973"/>
                  </a:lnTo>
                  <a:lnTo>
                    <a:pt x="16394" y="112917"/>
                  </a:lnTo>
                  <a:lnTo>
                    <a:pt x="44344" y="71564"/>
                  </a:lnTo>
                  <a:lnTo>
                    <a:pt x="83822" y="37881"/>
                  </a:lnTo>
                  <a:lnTo>
                    <a:pt x="132391" y="13823"/>
                  </a:lnTo>
                  <a:lnTo>
                    <a:pt x="186402" y="1547"/>
                  </a:lnTo>
                  <a:lnTo>
                    <a:pt x="214553" y="0"/>
                  </a:lnTo>
                  <a:lnTo>
                    <a:pt x="242499" y="1547"/>
                  </a:lnTo>
                  <a:lnTo>
                    <a:pt x="296365" y="13823"/>
                  </a:lnTo>
                  <a:lnTo>
                    <a:pt x="344921" y="37881"/>
                  </a:lnTo>
                  <a:lnTo>
                    <a:pt x="384395" y="71564"/>
                  </a:lnTo>
                  <a:lnTo>
                    <a:pt x="412346" y="112917"/>
                  </a:lnTo>
                  <a:lnTo>
                    <a:pt x="426883" y="158973"/>
                  </a:lnTo>
                  <a:lnTo>
                    <a:pt x="428752" y="182880"/>
                  </a:lnTo>
                  <a:close/>
                </a:path>
              </a:pathLst>
            </a:custGeom>
            <a:noFill/>
            <a:ln w="29159">
              <a:solidFill>
                <a:srgbClr val="ffff3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01" name="object 41"/>
          <p:cNvSpPr/>
          <p:nvPr/>
        </p:nvSpPr>
        <p:spPr>
          <a:xfrm>
            <a:off x="569160" y="368172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2" name="object 42"/>
          <p:cNvSpPr/>
          <p:nvPr/>
        </p:nvSpPr>
        <p:spPr>
          <a:xfrm>
            <a:off x="3196800" y="3460680"/>
            <a:ext cx="20340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34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F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00"/>
              </a:spcBef>
            </a:pPr>
            <a:r>
              <a:rPr b="1" lang="en-GB" sz="1800" spc="-52" strike="noStrike">
                <a:solidFill>
                  <a:srgbClr val="000000"/>
                </a:solidFill>
                <a:latin typeface="Arial"/>
              </a:rPr>
              <a:t>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03" name="object 43"/>
          <p:cNvGrpSpPr/>
          <p:nvPr/>
        </p:nvGrpSpPr>
        <p:grpSpPr>
          <a:xfrm>
            <a:off x="2530440" y="3610800"/>
            <a:ext cx="503280" cy="146160"/>
            <a:chOff x="2530440" y="3610800"/>
            <a:chExt cx="503280" cy="146160"/>
          </a:xfrm>
        </p:grpSpPr>
        <p:sp>
          <p:nvSpPr>
            <p:cNvPr id="504" name="object 44"/>
            <p:cNvSpPr/>
            <p:nvPr/>
          </p:nvSpPr>
          <p:spPr>
            <a:xfrm>
              <a:off x="2530440" y="3661560"/>
              <a:ext cx="405360" cy="95400"/>
            </a:xfrm>
            <a:custGeom>
              <a:avLst/>
              <a:gdLst>
                <a:gd name="textAreaLeft" fmla="*/ 0 w 405360"/>
                <a:gd name="textAreaRight" fmla="*/ 405720 w 405360"/>
                <a:gd name="textAreaTop" fmla="*/ 0 h 95400"/>
                <a:gd name="textAreaBottom" fmla="*/ 95760 h 95400"/>
              </a:gdLst>
              <a:ahLst/>
              <a:rect l="textAreaLeft" t="textAreaTop" r="textAreaRight" b="textAreaBottom"/>
              <a:pathLst>
                <a:path w="405764" h="95885">
                  <a:moveTo>
                    <a:pt x="0" y="95757"/>
                  </a:moveTo>
                  <a:lnTo>
                    <a:pt x="405358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05" name="object 45"/>
            <p:cNvSpPr/>
            <p:nvPr/>
          </p:nvSpPr>
          <p:spPr>
            <a:xfrm>
              <a:off x="2916720" y="3610800"/>
              <a:ext cx="117000" cy="10512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105120"/>
                <a:gd name="textAreaBottom" fmla="*/ 105480 h 105120"/>
              </a:gdLst>
              <a:ahLst/>
              <a:rect l="textAreaLeft" t="textAreaTop" r="textAreaRight" b="textAreaBottom"/>
              <a:pathLst>
                <a:path w="117475" h="105410">
                  <a:moveTo>
                    <a:pt x="0" y="0"/>
                  </a:moveTo>
                  <a:lnTo>
                    <a:pt x="24485" y="105117"/>
                  </a:lnTo>
                  <a:lnTo>
                    <a:pt x="117360" y="27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06" name="object 46"/>
          <p:cNvSpPr/>
          <p:nvPr/>
        </p:nvSpPr>
        <p:spPr>
          <a:xfrm>
            <a:off x="4444920" y="182520"/>
            <a:ext cx="4778640" cy="5246640"/>
          </a:xfrm>
          <a:custGeom>
            <a:avLst/>
            <a:gdLst>
              <a:gd name="textAreaLeft" fmla="*/ 0 w 4778640"/>
              <a:gd name="textAreaRight" fmla="*/ 4779000 w 4778640"/>
              <a:gd name="textAreaTop" fmla="*/ 0 h 5246640"/>
              <a:gd name="textAreaBottom" fmla="*/ 5247000 h 5246640"/>
            </a:gdLst>
            <a:ahLst/>
            <a:rect l="textAreaLeft" t="textAreaTop" r="textAreaRight" b="textAreaBottom"/>
            <a:pathLst>
              <a:path w="4779009" h="5247005">
                <a:moveTo>
                  <a:pt x="0" y="0"/>
                </a:moveTo>
                <a:lnTo>
                  <a:pt x="7912" y="5246636"/>
                </a:lnTo>
              </a:path>
              <a:path w="4779009" h="5247005">
                <a:moveTo>
                  <a:pt x="4778641" y="2817710"/>
                </a:moveTo>
                <a:lnTo>
                  <a:pt x="7912" y="2809798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7" name="object 47"/>
          <p:cNvSpPr/>
          <p:nvPr/>
        </p:nvSpPr>
        <p:spPr>
          <a:xfrm>
            <a:off x="4696560" y="273240"/>
            <a:ext cx="22708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Request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:</a:t>
            </a:r>
            <a:r>
              <a:rPr b="1" lang="en-GB" sz="1800" spc="-26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generate</a:t>
            </a:r>
            <a:r>
              <a:rPr b="0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8" name="object 48"/>
          <p:cNvSpPr/>
          <p:nvPr/>
        </p:nvSpPr>
        <p:spPr>
          <a:xfrm>
            <a:off x="4696560" y="784800"/>
            <a:ext cx="3591360" cy="54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086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</a:t>
            </a:r>
            <a:r>
              <a:rPr b="0" lang="en-GB" sz="1800" spc="-12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exists</a:t>
            </a:r>
            <a:r>
              <a:rPr b="0" lang="en-GB" sz="1800" spc="-7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?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Can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it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be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generated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719ece"/>
                </a:solidFill>
                <a:latin typeface="Arial"/>
              </a:rPr>
              <a:t>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462960">
              <a:lnSpc>
                <a:spcPts val="2086"/>
              </a:lnSpc>
            </a:pP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No,</a:t>
            </a:r>
            <a:r>
              <a:rPr b="0" lang="en-GB" sz="1800" spc="-32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Rule3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can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9" name="object 49"/>
          <p:cNvSpPr/>
          <p:nvPr/>
        </p:nvSpPr>
        <p:spPr>
          <a:xfrm>
            <a:off x="4696560" y="3178800"/>
            <a:ext cx="118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Schedule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52" strike="noStrike">
                <a:solidFill>
                  <a:srgbClr val="be0040"/>
                </a:solidFill>
                <a:latin typeface="Arial"/>
              </a:rPr>
              <a:t>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0" name="object 84"/>
          <p:cNvSpPr/>
          <p:nvPr/>
        </p:nvSpPr>
        <p:spPr>
          <a:xfrm>
            <a:off x="8132040" y="3754080"/>
            <a:ext cx="1190880" cy="422640"/>
          </a:xfrm>
          <a:prstGeom prst="rect">
            <a:avLst/>
          </a:prstGeom>
          <a:noFill/>
          <a:ln w="29159">
            <a:solidFill>
              <a:srgbClr val="aecf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66040">
              <a:lnSpc>
                <a:spcPct val="100000"/>
              </a:lnSpc>
              <a:spcBef>
                <a:spcPts val="117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object 2"/>
          <p:cNvSpPr/>
          <p:nvPr/>
        </p:nvSpPr>
        <p:spPr>
          <a:xfrm>
            <a:off x="1367280" y="1605960"/>
            <a:ext cx="1190880" cy="421920"/>
          </a:xfrm>
          <a:prstGeom prst="rect">
            <a:avLst/>
          </a:prstGeom>
          <a:noFill/>
          <a:ln w="29159">
            <a:solidFill>
              <a:srgbClr val="b3c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532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2" name="object 3"/>
          <p:cNvSpPr/>
          <p:nvPr/>
        </p:nvSpPr>
        <p:spPr>
          <a:xfrm>
            <a:off x="438840" y="13914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79"/>
                </a:moveTo>
                <a:lnTo>
                  <a:pt x="421382" y="230219"/>
                </a:lnTo>
                <a:lnTo>
                  <a:pt x="399961" y="274319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7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402" y="351936"/>
                </a:lnTo>
                <a:lnTo>
                  <a:pt x="83835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79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5" y="37879"/>
                </a:lnTo>
                <a:lnTo>
                  <a:pt x="132396" y="13823"/>
                </a:lnTo>
                <a:lnTo>
                  <a:pt x="186254" y="1547"/>
                </a:lnTo>
                <a:lnTo>
                  <a:pt x="214198" y="0"/>
                </a:lnTo>
                <a:lnTo>
                  <a:pt x="242356" y="1547"/>
                </a:lnTo>
                <a:lnTo>
                  <a:pt x="296372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79"/>
                </a:lnTo>
                <a:close/>
              </a:path>
            </a:pathLst>
          </a:custGeom>
          <a:noFill/>
          <a:ln w="29159">
            <a:solidFill>
              <a:srgbClr val="ff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3" name="object 4"/>
          <p:cNvSpPr/>
          <p:nvPr/>
        </p:nvSpPr>
        <p:spPr>
          <a:xfrm>
            <a:off x="593280" y="1412280"/>
            <a:ext cx="178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4" name="object 5"/>
          <p:cNvSpPr/>
          <p:nvPr/>
        </p:nvSpPr>
        <p:spPr>
          <a:xfrm>
            <a:off x="446760" y="193104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80"/>
                </a:moveTo>
                <a:lnTo>
                  <a:pt x="421382" y="230224"/>
                </a:lnTo>
                <a:lnTo>
                  <a:pt x="399961" y="274320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905" y="359595"/>
                </a:lnTo>
                <a:lnTo>
                  <a:pt x="214553" y="365760"/>
                </a:lnTo>
                <a:lnTo>
                  <a:pt x="186402" y="364213"/>
                </a:lnTo>
                <a:lnTo>
                  <a:pt x="132391" y="351942"/>
                </a:lnTo>
                <a:lnTo>
                  <a:pt x="83830" y="327885"/>
                </a:lnTo>
                <a:lnTo>
                  <a:pt x="44356" y="294200"/>
                </a:lnTo>
                <a:lnTo>
                  <a:pt x="16405" y="252847"/>
                </a:lnTo>
                <a:lnTo>
                  <a:pt x="1868" y="206788"/>
                </a:lnTo>
                <a:lnTo>
                  <a:pt x="0" y="182880"/>
                </a:lnTo>
                <a:lnTo>
                  <a:pt x="1868" y="158978"/>
                </a:lnTo>
                <a:lnTo>
                  <a:pt x="16405" y="112919"/>
                </a:lnTo>
                <a:lnTo>
                  <a:pt x="44356" y="71566"/>
                </a:lnTo>
                <a:lnTo>
                  <a:pt x="83830" y="37886"/>
                </a:lnTo>
                <a:lnTo>
                  <a:pt x="132386" y="13823"/>
                </a:lnTo>
                <a:lnTo>
                  <a:pt x="186252" y="1547"/>
                </a:lnTo>
                <a:lnTo>
                  <a:pt x="214198" y="0"/>
                </a:lnTo>
                <a:lnTo>
                  <a:pt x="242349" y="1547"/>
                </a:lnTo>
                <a:lnTo>
                  <a:pt x="296360" y="13823"/>
                </a:lnTo>
                <a:lnTo>
                  <a:pt x="344929" y="37886"/>
                </a:lnTo>
                <a:lnTo>
                  <a:pt x="384407" y="71566"/>
                </a:lnTo>
                <a:lnTo>
                  <a:pt x="412359" y="112919"/>
                </a:lnTo>
                <a:lnTo>
                  <a:pt x="426896" y="158978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5" name="object 6"/>
          <p:cNvSpPr/>
          <p:nvPr/>
        </p:nvSpPr>
        <p:spPr>
          <a:xfrm>
            <a:off x="600840" y="1951920"/>
            <a:ext cx="178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6" name="PlaceHolder 1"/>
          <p:cNvSpPr>
            <a:spLocks noGrp="1"/>
          </p:cNvSpPr>
          <p:nvPr>
            <p:ph type="title"/>
          </p:nvPr>
        </p:nvSpPr>
        <p:spPr>
          <a:xfrm>
            <a:off x="435600" y="199080"/>
            <a:ext cx="98388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44280">
              <a:lnSpc>
                <a:spcPct val="153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.smk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21" strike="noStrike">
                <a:solidFill>
                  <a:srgbClr val="be0040"/>
                </a:solidFill>
                <a:latin typeface="Arial"/>
              </a:rPr>
              <a:t>file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Input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7" name="object 8"/>
          <p:cNvSpPr/>
          <p:nvPr/>
        </p:nvSpPr>
        <p:spPr>
          <a:xfrm>
            <a:off x="2960640" y="776160"/>
            <a:ext cx="775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Output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18" name="object 9"/>
          <p:cNvGrpSpPr/>
          <p:nvPr/>
        </p:nvGrpSpPr>
        <p:grpSpPr>
          <a:xfrm>
            <a:off x="867240" y="1582560"/>
            <a:ext cx="499680" cy="262080"/>
            <a:chOff x="867240" y="1582560"/>
            <a:chExt cx="499680" cy="262080"/>
          </a:xfrm>
        </p:grpSpPr>
        <p:sp>
          <p:nvSpPr>
            <p:cNvPr id="519" name="object 10"/>
            <p:cNvSpPr/>
            <p:nvPr/>
          </p:nvSpPr>
          <p:spPr>
            <a:xfrm>
              <a:off x="867240" y="1582560"/>
              <a:ext cx="410400" cy="215640"/>
            </a:xfrm>
            <a:custGeom>
              <a:avLst/>
              <a:gdLst>
                <a:gd name="textAreaLeft" fmla="*/ 0 w 410400"/>
                <a:gd name="textAreaRight" fmla="*/ 410760 w 410400"/>
                <a:gd name="textAreaTop" fmla="*/ 0 h 215640"/>
                <a:gd name="textAreaBottom" fmla="*/ 216000 h 215640"/>
              </a:gdLst>
              <a:ahLst/>
              <a:rect l="textAreaLeft" t="textAreaTop" r="textAreaRight" b="textAreaBottom"/>
              <a:pathLst>
                <a:path w="410844" h="215900">
                  <a:moveTo>
                    <a:pt x="0" y="0"/>
                  </a:moveTo>
                  <a:lnTo>
                    <a:pt x="410756" y="215277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0" name="object 11"/>
            <p:cNvSpPr/>
            <p:nvPr/>
          </p:nvSpPr>
          <p:spPr>
            <a:xfrm>
              <a:off x="1246680" y="1746720"/>
              <a:ext cx="120240" cy="9792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97920"/>
                <a:gd name="textAreaBottom" fmla="*/ 98280 h 97920"/>
              </a:gdLst>
              <a:ahLst/>
              <a:rect l="textAreaLeft" t="textAreaTop" r="textAreaRight" b="textAreaBottom"/>
              <a:pathLst>
                <a:path w="120650" h="98425">
                  <a:moveTo>
                    <a:pt x="50037" y="0"/>
                  </a:moveTo>
                  <a:lnTo>
                    <a:pt x="0" y="95757"/>
                  </a:lnTo>
                  <a:lnTo>
                    <a:pt x="120599" y="97916"/>
                  </a:lnTo>
                  <a:lnTo>
                    <a:pt x="50037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21" name="object 12"/>
          <p:cNvGrpSpPr/>
          <p:nvPr/>
        </p:nvGrpSpPr>
        <p:grpSpPr>
          <a:xfrm>
            <a:off x="875160" y="1935720"/>
            <a:ext cx="492120" cy="171000"/>
            <a:chOff x="875160" y="1935720"/>
            <a:chExt cx="492120" cy="171000"/>
          </a:xfrm>
        </p:grpSpPr>
        <p:sp>
          <p:nvSpPr>
            <p:cNvPr id="522" name="object 13"/>
            <p:cNvSpPr/>
            <p:nvPr/>
          </p:nvSpPr>
          <p:spPr>
            <a:xfrm>
              <a:off x="875160" y="1985040"/>
              <a:ext cx="396000" cy="121680"/>
            </a:xfrm>
            <a:custGeom>
              <a:avLst/>
              <a:gdLst>
                <a:gd name="textAreaLeft" fmla="*/ 0 w 396000"/>
                <a:gd name="textAreaRight" fmla="*/ 396360 w 396000"/>
                <a:gd name="textAreaTop" fmla="*/ 0 h 121680"/>
                <a:gd name="textAreaBottom" fmla="*/ 122040 h 121680"/>
              </a:gdLst>
              <a:ahLst/>
              <a:rect l="textAreaLeft" t="textAreaTop" r="textAreaRight" b="textAreaBottom"/>
              <a:pathLst>
                <a:path w="396240" h="121919">
                  <a:moveTo>
                    <a:pt x="0" y="121323"/>
                  </a:moveTo>
                  <a:lnTo>
                    <a:pt x="395643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3" name="object 14"/>
            <p:cNvSpPr/>
            <p:nvPr/>
          </p:nvSpPr>
          <p:spPr>
            <a:xfrm>
              <a:off x="1248120" y="1935720"/>
              <a:ext cx="119160" cy="10332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103320"/>
                <a:gd name="textAreaBottom" fmla="*/ 103680 h 103320"/>
              </a:gdLst>
              <a:ahLst/>
              <a:rect l="textAreaLeft" t="textAreaTop" r="textAreaRight" b="textAreaBottom"/>
              <a:pathLst>
                <a:path w="119380" h="103505">
                  <a:moveTo>
                    <a:pt x="0" y="0"/>
                  </a:moveTo>
                  <a:lnTo>
                    <a:pt x="31686" y="102958"/>
                  </a:lnTo>
                  <a:lnTo>
                    <a:pt x="119164" y="19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24" name="object 15"/>
          <p:cNvSpPr/>
          <p:nvPr/>
        </p:nvSpPr>
        <p:spPr>
          <a:xfrm>
            <a:off x="3081960" y="17406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20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911" y="359595"/>
                </a:lnTo>
                <a:lnTo>
                  <a:pt x="214566" y="365760"/>
                </a:lnTo>
                <a:lnTo>
                  <a:pt x="186408" y="364213"/>
                </a:lnTo>
                <a:lnTo>
                  <a:pt x="132391" y="351942"/>
                </a:lnTo>
                <a:lnTo>
                  <a:pt x="83830" y="327885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0" y="37879"/>
                </a:lnTo>
                <a:lnTo>
                  <a:pt x="132391" y="13823"/>
                </a:lnTo>
                <a:lnTo>
                  <a:pt x="186408" y="1547"/>
                </a:lnTo>
                <a:lnTo>
                  <a:pt x="214566" y="0"/>
                </a:lnTo>
                <a:lnTo>
                  <a:pt x="242509" y="1547"/>
                </a:lnTo>
                <a:lnTo>
                  <a:pt x="296367" y="13823"/>
                </a:lnTo>
                <a:lnTo>
                  <a:pt x="344929" y="37879"/>
                </a:lnTo>
                <a:lnTo>
                  <a:pt x="384407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80d3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5" name="object 16"/>
          <p:cNvSpPr/>
          <p:nvPr/>
        </p:nvSpPr>
        <p:spPr>
          <a:xfrm>
            <a:off x="3236040" y="176148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26" name="object 17"/>
          <p:cNvGrpSpPr/>
          <p:nvPr/>
        </p:nvGrpSpPr>
        <p:grpSpPr>
          <a:xfrm>
            <a:off x="2558160" y="1838160"/>
            <a:ext cx="500400" cy="108360"/>
            <a:chOff x="2558160" y="1838160"/>
            <a:chExt cx="500400" cy="108360"/>
          </a:xfrm>
        </p:grpSpPr>
        <p:sp>
          <p:nvSpPr>
            <p:cNvPr id="527" name="object 18"/>
            <p:cNvSpPr/>
            <p:nvPr/>
          </p:nvSpPr>
          <p:spPr>
            <a:xfrm>
              <a:off x="2558160" y="18921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28" name="object 19"/>
            <p:cNvSpPr/>
            <p:nvPr/>
          </p:nvSpPr>
          <p:spPr>
            <a:xfrm>
              <a:off x="2950200" y="18381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29" name="object 20"/>
          <p:cNvSpPr/>
          <p:nvPr/>
        </p:nvSpPr>
        <p:spPr>
          <a:xfrm>
            <a:off x="1351440" y="2545560"/>
            <a:ext cx="1190880" cy="421920"/>
          </a:xfrm>
          <a:prstGeom prst="rect">
            <a:avLst/>
          </a:prstGeom>
          <a:noFill/>
          <a:ln w="29159">
            <a:solidFill>
              <a:srgbClr val="ffa9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604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0" name="object 21"/>
          <p:cNvSpPr/>
          <p:nvPr/>
        </p:nvSpPr>
        <p:spPr>
          <a:xfrm>
            <a:off x="3066120" y="26802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52" y="182880"/>
                </a:moveTo>
                <a:lnTo>
                  <a:pt x="421376" y="230224"/>
                </a:lnTo>
                <a:lnTo>
                  <a:pt x="399961" y="274319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860" y="359595"/>
                </a:lnTo>
                <a:lnTo>
                  <a:pt x="214198" y="365760"/>
                </a:lnTo>
                <a:lnTo>
                  <a:pt x="186252" y="364213"/>
                </a:lnTo>
                <a:lnTo>
                  <a:pt x="132386" y="351942"/>
                </a:lnTo>
                <a:lnTo>
                  <a:pt x="83824" y="327885"/>
                </a:lnTo>
                <a:lnTo>
                  <a:pt x="44349" y="294200"/>
                </a:lnTo>
                <a:lnTo>
                  <a:pt x="16394" y="252847"/>
                </a:lnTo>
                <a:lnTo>
                  <a:pt x="1866" y="206788"/>
                </a:lnTo>
                <a:lnTo>
                  <a:pt x="0" y="182880"/>
                </a:lnTo>
                <a:lnTo>
                  <a:pt x="1866" y="158978"/>
                </a:lnTo>
                <a:lnTo>
                  <a:pt x="16394" y="112919"/>
                </a:lnTo>
                <a:lnTo>
                  <a:pt x="44349" y="71566"/>
                </a:lnTo>
                <a:lnTo>
                  <a:pt x="83824" y="37886"/>
                </a:lnTo>
                <a:lnTo>
                  <a:pt x="132386" y="13823"/>
                </a:lnTo>
                <a:lnTo>
                  <a:pt x="186252" y="1547"/>
                </a:lnTo>
                <a:lnTo>
                  <a:pt x="214198" y="0"/>
                </a:lnTo>
                <a:lnTo>
                  <a:pt x="242349" y="1547"/>
                </a:lnTo>
                <a:lnTo>
                  <a:pt x="296360" y="13823"/>
                </a:lnTo>
                <a:lnTo>
                  <a:pt x="344929" y="37886"/>
                </a:lnTo>
                <a:lnTo>
                  <a:pt x="384407" y="71566"/>
                </a:lnTo>
                <a:lnTo>
                  <a:pt x="412357" y="112919"/>
                </a:lnTo>
                <a:lnTo>
                  <a:pt x="426885" y="158978"/>
                </a:lnTo>
                <a:lnTo>
                  <a:pt x="428752" y="182880"/>
                </a:lnTo>
                <a:close/>
              </a:path>
            </a:pathLst>
          </a:custGeom>
          <a:noFill/>
          <a:ln w="29159">
            <a:solidFill>
              <a:srgbClr val="7f00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1" name="object 22"/>
          <p:cNvSpPr/>
          <p:nvPr/>
        </p:nvSpPr>
        <p:spPr>
          <a:xfrm>
            <a:off x="3220920" y="270144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32" name="object 23"/>
          <p:cNvGrpSpPr/>
          <p:nvPr/>
        </p:nvGrpSpPr>
        <p:grpSpPr>
          <a:xfrm>
            <a:off x="2542320" y="2777760"/>
            <a:ext cx="500400" cy="108360"/>
            <a:chOff x="2542320" y="2777760"/>
            <a:chExt cx="500400" cy="108360"/>
          </a:xfrm>
        </p:grpSpPr>
        <p:sp>
          <p:nvSpPr>
            <p:cNvPr id="533" name="object 24"/>
            <p:cNvSpPr/>
            <p:nvPr/>
          </p:nvSpPr>
          <p:spPr>
            <a:xfrm>
              <a:off x="2542320" y="28317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4" name="object 25"/>
            <p:cNvSpPr/>
            <p:nvPr/>
          </p:nvSpPr>
          <p:spPr>
            <a:xfrm>
              <a:off x="2934360" y="27777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35" name="object 26"/>
          <p:cNvSpPr/>
          <p:nvPr/>
        </p:nvSpPr>
        <p:spPr>
          <a:xfrm>
            <a:off x="1339560" y="3519000"/>
            <a:ext cx="1190880" cy="422640"/>
          </a:xfrm>
          <a:prstGeom prst="rect">
            <a:avLst/>
          </a:prstGeom>
          <a:noFill/>
          <a:ln w="29159">
            <a:solidFill>
              <a:srgbClr val="aecf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66760">
              <a:lnSpc>
                <a:spcPct val="100000"/>
              </a:lnSpc>
              <a:spcBef>
                <a:spcPts val="117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 3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6" name="object 27"/>
          <p:cNvSpPr/>
          <p:nvPr/>
        </p:nvSpPr>
        <p:spPr>
          <a:xfrm>
            <a:off x="3054240" y="343944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20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7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402" y="351936"/>
                </a:lnTo>
                <a:lnTo>
                  <a:pt x="83835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5" y="37879"/>
                </a:lnTo>
                <a:lnTo>
                  <a:pt x="132402" y="13823"/>
                </a:lnTo>
                <a:lnTo>
                  <a:pt x="186410" y="1547"/>
                </a:lnTo>
                <a:lnTo>
                  <a:pt x="214566" y="0"/>
                </a:lnTo>
                <a:lnTo>
                  <a:pt x="242511" y="1547"/>
                </a:lnTo>
                <a:lnTo>
                  <a:pt x="296378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2ae2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7" name="object 28"/>
          <p:cNvSpPr/>
          <p:nvPr/>
        </p:nvSpPr>
        <p:spPr>
          <a:xfrm>
            <a:off x="414720" y="268812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19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3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397" y="351936"/>
                </a:lnTo>
                <a:lnTo>
                  <a:pt x="83830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0" y="37879"/>
                </a:lnTo>
                <a:lnTo>
                  <a:pt x="132391" y="13823"/>
                </a:lnTo>
                <a:lnTo>
                  <a:pt x="186254" y="1547"/>
                </a:lnTo>
                <a:lnTo>
                  <a:pt x="214198" y="0"/>
                </a:lnTo>
                <a:lnTo>
                  <a:pt x="242354" y="1547"/>
                </a:lnTo>
                <a:lnTo>
                  <a:pt x="296367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80d3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8" name="object 29"/>
          <p:cNvSpPr/>
          <p:nvPr/>
        </p:nvSpPr>
        <p:spPr>
          <a:xfrm>
            <a:off x="569160" y="270900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39" name="object 30"/>
          <p:cNvGrpSpPr/>
          <p:nvPr/>
        </p:nvGrpSpPr>
        <p:grpSpPr>
          <a:xfrm>
            <a:off x="851400" y="2793600"/>
            <a:ext cx="500400" cy="108360"/>
            <a:chOff x="851400" y="2793600"/>
            <a:chExt cx="500400" cy="108360"/>
          </a:xfrm>
        </p:grpSpPr>
        <p:sp>
          <p:nvSpPr>
            <p:cNvPr id="540" name="object 31"/>
            <p:cNvSpPr/>
            <p:nvPr/>
          </p:nvSpPr>
          <p:spPr>
            <a:xfrm>
              <a:off x="851400" y="284760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49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1" name="object 32"/>
            <p:cNvSpPr/>
            <p:nvPr/>
          </p:nvSpPr>
          <p:spPr>
            <a:xfrm>
              <a:off x="1243440" y="279360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7988"/>
                  </a:lnTo>
                  <a:lnTo>
                    <a:pt x="108000" y="53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42" name="object 33"/>
          <p:cNvGrpSpPr/>
          <p:nvPr/>
        </p:nvGrpSpPr>
        <p:grpSpPr>
          <a:xfrm>
            <a:off x="414720" y="3661200"/>
            <a:ext cx="925200" cy="365400"/>
            <a:chOff x="414720" y="3661200"/>
            <a:chExt cx="925200" cy="365400"/>
          </a:xfrm>
        </p:grpSpPr>
        <p:sp>
          <p:nvSpPr>
            <p:cNvPr id="543" name="object 34"/>
            <p:cNvSpPr/>
            <p:nvPr/>
          </p:nvSpPr>
          <p:spPr>
            <a:xfrm>
              <a:off x="839520" y="383652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4" name="object 35"/>
            <p:cNvSpPr/>
            <p:nvPr/>
          </p:nvSpPr>
          <p:spPr>
            <a:xfrm>
              <a:off x="1231560" y="378252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5" name="object 36"/>
            <p:cNvSpPr/>
            <p:nvPr/>
          </p:nvSpPr>
          <p:spPr>
            <a:xfrm>
              <a:off x="414720" y="3661200"/>
              <a:ext cx="428760" cy="365400"/>
            </a:xfrm>
            <a:custGeom>
              <a:avLst/>
              <a:gdLst>
                <a:gd name="textAreaLeft" fmla="*/ 0 w 428760"/>
                <a:gd name="textAreaRight" fmla="*/ 429120 w 42876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429259" h="365760">
                  <a:moveTo>
                    <a:pt x="428764" y="182880"/>
                  </a:moveTo>
                  <a:lnTo>
                    <a:pt x="421382" y="230224"/>
                  </a:lnTo>
                  <a:lnTo>
                    <a:pt x="399961" y="274319"/>
                  </a:lnTo>
                  <a:lnTo>
                    <a:pt x="365987" y="312123"/>
                  </a:lnTo>
                  <a:lnTo>
                    <a:pt x="321487" y="341287"/>
                  </a:lnTo>
                  <a:lnTo>
                    <a:pt x="269913" y="359595"/>
                  </a:lnTo>
                  <a:lnTo>
                    <a:pt x="214566" y="365760"/>
                  </a:lnTo>
                  <a:lnTo>
                    <a:pt x="186410" y="364213"/>
                  </a:lnTo>
                  <a:lnTo>
                    <a:pt x="132397" y="351942"/>
                  </a:lnTo>
                  <a:lnTo>
                    <a:pt x="83830" y="327885"/>
                  </a:lnTo>
                  <a:lnTo>
                    <a:pt x="44356" y="294200"/>
                  </a:lnTo>
                  <a:lnTo>
                    <a:pt x="16405" y="252847"/>
                  </a:lnTo>
                  <a:lnTo>
                    <a:pt x="1868" y="206788"/>
                  </a:lnTo>
                  <a:lnTo>
                    <a:pt x="0" y="182880"/>
                  </a:lnTo>
                  <a:lnTo>
                    <a:pt x="1868" y="158978"/>
                  </a:lnTo>
                  <a:lnTo>
                    <a:pt x="16405" y="112919"/>
                  </a:lnTo>
                  <a:lnTo>
                    <a:pt x="44356" y="71566"/>
                  </a:lnTo>
                  <a:lnTo>
                    <a:pt x="83830" y="37886"/>
                  </a:lnTo>
                  <a:lnTo>
                    <a:pt x="132391" y="13823"/>
                  </a:lnTo>
                  <a:lnTo>
                    <a:pt x="186254" y="1547"/>
                  </a:lnTo>
                  <a:lnTo>
                    <a:pt x="214198" y="0"/>
                  </a:lnTo>
                  <a:lnTo>
                    <a:pt x="242354" y="1547"/>
                  </a:lnTo>
                  <a:lnTo>
                    <a:pt x="296367" y="13823"/>
                  </a:lnTo>
                  <a:lnTo>
                    <a:pt x="344934" y="37886"/>
                  </a:lnTo>
                  <a:lnTo>
                    <a:pt x="384408" y="71566"/>
                  </a:lnTo>
                  <a:lnTo>
                    <a:pt x="412359" y="112919"/>
                  </a:lnTo>
                  <a:lnTo>
                    <a:pt x="426896" y="158978"/>
                  </a:lnTo>
                  <a:lnTo>
                    <a:pt x="428764" y="182880"/>
                  </a:lnTo>
                  <a:close/>
                </a:path>
              </a:pathLst>
            </a:custGeom>
            <a:noFill/>
            <a:ln w="29159">
              <a:solidFill>
                <a:srgbClr val="7f00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46" name="object 37"/>
          <p:cNvGrpSpPr/>
          <p:nvPr/>
        </p:nvGrpSpPr>
        <p:grpSpPr>
          <a:xfrm>
            <a:off x="2530440" y="3805200"/>
            <a:ext cx="940320" cy="451800"/>
            <a:chOff x="2530440" y="3805200"/>
            <a:chExt cx="940320" cy="451800"/>
          </a:xfrm>
        </p:grpSpPr>
        <p:sp>
          <p:nvSpPr>
            <p:cNvPr id="547" name="object 38"/>
            <p:cNvSpPr/>
            <p:nvPr/>
          </p:nvSpPr>
          <p:spPr>
            <a:xfrm>
              <a:off x="2530440" y="3805200"/>
              <a:ext cx="411120" cy="181080"/>
            </a:xfrm>
            <a:custGeom>
              <a:avLst/>
              <a:gdLst>
                <a:gd name="textAreaLeft" fmla="*/ 0 w 411120"/>
                <a:gd name="textAreaRight" fmla="*/ 411480 w 411120"/>
                <a:gd name="textAreaTop" fmla="*/ 0 h 181080"/>
                <a:gd name="textAreaBottom" fmla="*/ 181440 h 181080"/>
              </a:gdLst>
              <a:ahLst/>
              <a:rect l="textAreaLeft" t="textAreaTop" r="textAreaRight" b="textAreaBottom"/>
              <a:pathLst>
                <a:path w="411480" h="181610">
                  <a:moveTo>
                    <a:pt x="0" y="0"/>
                  </a:moveTo>
                  <a:lnTo>
                    <a:pt x="411479" y="181444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8" name="object 39"/>
            <p:cNvSpPr/>
            <p:nvPr/>
          </p:nvSpPr>
          <p:spPr>
            <a:xfrm>
              <a:off x="2913480" y="3934440"/>
              <a:ext cx="120240" cy="9864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98640"/>
                <a:gd name="textAreaBottom" fmla="*/ 99000 h 98640"/>
              </a:gdLst>
              <a:ahLst/>
              <a:rect l="textAreaLeft" t="textAreaTop" r="textAreaRight" b="textAreaBottom"/>
              <a:pathLst>
                <a:path w="120650" h="99060">
                  <a:moveTo>
                    <a:pt x="43561" y="0"/>
                  </a:moveTo>
                  <a:lnTo>
                    <a:pt x="0" y="98640"/>
                  </a:lnTo>
                  <a:lnTo>
                    <a:pt x="120599" y="92887"/>
                  </a:lnTo>
                  <a:lnTo>
                    <a:pt x="43561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49" name="object 40"/>
            <p:cNvSpPr/>
            <p:nvPr/>
          </p:nvSpPr>
          <p:spPr>
            <a:xfrm>
              <a:off x="3042000" y="3891600"/>
              <a:ext cx="428760" cy="365400"/>
            </a:xfrm>
            <a:custGeom>
              <a:avLst/>
              <a:gdLst>
                <a:gd name="textAreaLeft" fmla="*/ 0 w 428760"/>
                <a:gd name="textAreaRight" fmla="*/ 429120 w 42876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429260" h="365760">
                  <a:moveTo>
                    <a:pt x="428752" y="182880"/>
                  </a:moveTo>
                  <a:lnTo>
                    <a:pt x="421370" y="230224"/>
                  </a:lnTo>
                  <a:lnTo>
                    <a:pt x="399948" y="274320"/>
                  </a:lnTo>
                  <a:lnTo>
                    <a:pt x="365974" y="312123"/>
                  </a:lnTo>
                  <a:lnTo>
                    <a:pt x="321475" y="341287"/>
                  </a:lnTo>
                  <a:lnTo>
                    <a:pt x="269905" y="359595"/>
                  </a:lnTo>
                  <a:lnTo>
                    <a:pt x="214553" y="365760"/>
                  </a:lnTo>
                  <a:lnTo>
                    <a:pt x="186402" y="364213"/>
                  </a:lnTo>
                  <a:lnTo>
                    <a:pt x="132391" y="351942"/>
                  </a:lnTo>
                  <a:lnTo>
                    <a:pt x="83822" y="327885"/>
                  </a:lnTo>
                  <a:lnTo>
                    <a:pt x="44344" y="294200"/>
                  </a:lnTo>
                  <a:lnTo>
                    <a:pt x="16394" y="252847"/>
                  </a:lnTo>
                  <a:lnTo>
                    <a:pt x="1866" y="206788"/>
                  </a:lnTo>
                  <a:lnTo>
                    <a:pt x="0" y="182880"/>
                  </a:lnTo>
                  <a:lnTo>
                    <a:pt x="1866" y="158973"/>
                  </a:lnTo>
                  <a:lnTo>
                    <a:pt x="16394" y="112917"/>
                  </a:lnTo>
                  <a:lnTo>
                    <a:pt x="44344" y="71564"/>
                  </a:lnTo>
                  <a:lnTo>
                    <a:pt x="83822" y="37881"/>
                  </a:lnTo>
                  <a:lnTo>
                    <a:pt x="132391" y="13823"/>
                  </a:lnTo>
                  <a:lnTo>
                    <a:pt x="186402" y="1547"/>
                  </a:lnTo>
                  <a:lnTo>
                    <a:pt x="214553" y="0"/>
                  </a:lnTo>
                  <a:lnTo>
                    <a:pt x="242499" y="1547"/>
                  </a:lnTo>
                  <a:lnTo>
                    <a:pt x="296365" y="13823"/>
                  </a:lnTo>
                  <a:lnTo>
                    <a:pt x="344921" y="37881"/>
                  </a:lnTo>
                  <a:lnTo>
                    <a:pt x="384395" y="71564"/>
                  </a:lnTo>
                  <a:lnTo>
                    <a:pt x="412346" y="112917"/>
                  </a:lnTo>
                  <a:lnTo>
                    <a:pt x="426883" y="158973"/>
                  </a:lnTo>
                  <a:lnTo>
                    <a:pt x="428752" y="182880"/>
                  </a:lnTo>
                  <a:close/>
                </a:path>
              </a:pathLst>
            </a:custGeom>
            <a:noFill/>
            <a:ln w="29159">
              <a:solidFill>
                <a:srgbClr val="ffff3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550" name="object 41"/>
          <p:cNvSpPr/>
          <p:nvPr/>
        </p:nvSpPr>
        <p:spPr>
          <a:xfrm>
            <a:off x="569160" y="368172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1" name="object 42"/>
          <p:cNvSpPr/>
          <p:nvPr/>
        </p:nvSpPr>
        <p:spPr>
          <a:xfrm>
            <a:off x="3196800" y="3460680"/>
            <a:ext cx="20340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34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F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00"/>
              </a:spcBef>
            </a:pPr>
            <a:r>
              <a:rPr b="1" lang="en-GB" sz="1800" spc="-52" strike="noStrike">
                <a:solidFill>
                  <a:srgbClr val="000000"/>
                </a:solidFill>
                <a:latin typeface="Arial"/>
              </a:rPr>
              <a:t>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52" name="object 43"/>
          <p:cNvGrpSpPr/>
          <p:nvPr/>
        </p:nvGrpSpPr>
        <p:grpSpPr>
          <a:xfrm>
            <a:off x="2530440" y="3610800"/>
            <a:ext cx="503280" cy="146160"/>
            <a:chOff x="2530440" y="3610800"/>
            <a:chExt cx="503280" cy="146160"/>
          </a:xfrm>
        </p:grpSpPr>
        <p:sp>
          <p:nvSpPr>
            <p:cNvPr id="553" name="object 44"/>
            <p:cNvSpPr/>
            <p:nvPr/>
          </p:nvSpPr>
          <p:spPr>
            <a:xfrm>
              <a:off x="2530440" y="3661560"/>
              <a:ext cx="405360" cy="95400"/>
            </a:xfrm>
            <a:custGeom>
              <a:avLst/>
              <a:gdLst>
                <a:gd name="textAreaLeft" fmla="*/ 0 w 405360"/>
                <a:gd name="textAreaRight" fmla="*/ 405720 w 405360"/>
                <a:gd name="textAreaTop" fmla="*/ 0 h 95400"/>
                <a:gd name="textAreaBottom" fmla="*/ 95760 h 95400"/>
              </a:gdLst>
              <a:ahLst/>
              <a:rect l="textAreaLeft" t="textAreaTop" r="textAreaRight" b="textAreaBottom"/>
              <a:pathLst>
                <a:path w="405764" h="95885">
                  <a:moveTo>
                    <a:pt x="0" y="95757"/>
                  </a:moveTo>
                  <a:lnTo>
                    <a:pt x="405358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54" name="object 45"/>
            <p:cNvSpPr/>
            <p:nvPr/>
          </p:nvSpPr>
          <p:spPr>
            <a:xfrm>
              <a:off x="2916720" y="3610800"/>
              <a:ext cx="117000" cy="10512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105120"/>
                <a:gd name="textAreaBottom" fmla="*/ 105480 h 105120"/>
              </a:gdLst>
              <a:ahLst/>
              <a:rect l="textAreaLeft" t="textAreaTop" r="textAreaRight" b="textAreaBottom"/>
              <a:pathLst>
                <a:path w="117475" h="105410">
                  <a:moveTo>
                    <a:pt x="0" y="0"/>
                  </a:moveTo>
                  <a:lnTo>
                    <a:pt x="24485" y="105117"/>
                  </a:lnTo>
                  <a:lnTo>
                    <a:pt x="117360" y="27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55" name="object 46"/>
          <p:cNvSpPr/>
          <p:nvPr/>
        </p:nvSpPr>
        <p:spPr>
          <a:xfrm>
            <a:off x="4444920" y="182520"/>
            <a:ext cx="4778640" cy="5246640"/>
          </a:xfrm>
          <a:custGeom>
            <a:avLst/>
            <a:gdLst>
              <a:gd name="textAreaLeft" fmla="*/ 0 w 4778640"/>
              <a:gd name="textAreaRight" fmla="*/ 4779000 w 4778640"/>
              <a:gd name="textAreaTop" fmla="*/ 0 h 5246640"/>
              <a:gd name="textAreaBottom" fmla="*/ 5247000 h 5246640"/>
            </a:gdLst>
            <a:ahLst/>
            <a:rect l="textAreaLeft" t="textAreaTop" r="textAreaRight" b="textAreaBottom"/>
            <a:pathLst>
              <a:path w="4779009" h="5247005">
                <a:moveTo>
                  <a:pt x="0" y="0"/>
                </a:moveTo>
                <a:lnTo>
                  <a:pt x="7912" y="5246636"/>
                </a:lnTo>
              </a:path>
              <a:path w="4779009" h="5247005">
                <a:moveTo>
                  <a:pt x="4778641" y="2817710"/>
                </a:moveTo>
                <a:lnTo>
                  <a:pt x="7912" y="2809798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6" name="object 47"/>
          <p:cNvSpPr/>
          <p:nvPr/>
        </p:nvSpPr>
        <p:spPr>
          <a:xfrm>
            <a:off x="4696560" y="273240"/>
            <a:ext cx="22708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Request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:</a:t>
            </a:r>
            <a:r>
              <a:rPr b="1" lang="en-GB" sz="1800" spc="-26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generate</a:t>
            </a:r>
            <a:r>
              <a:rPr b="0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7" name="object 48"/>
          <p:cNvSpPr/>
          <p:nvPr/>
        </p:nvSpPr>
        <p:spPr>
          <a:xfrm>
            <a:off x="4696560" y="784800"/>
            <a:ext cx="3943800" cy="105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086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</a:t>
            </a:r>
            <a:r>
              <a:rPr b="0" lang="en-GB" sz="1800" spc="-12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exists</a:t>
            </a:r>
            <a:r>
              <a:rPr b="0" lang="en-GB" sz="1800" spc="-7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?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Can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it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be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generated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719ece"/>
                </a:solidFill>
                <a:latin typeface="Arial"/>
              </a:rPr>
              <a:t>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462960">
              <a:lnSpc>
                <a:spcPts val="2013"/>
              </a:lnSpc>
            </a:pP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No,</a:t>
            </a:r>
            <a:r>
              <a:rPr b="0" lang="en-GB" sz="1800" spc="-32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Rule3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can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021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Rule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3</a:t>
            </a:r>
            <a:r>
              <a:rPr b="0" lang="en-GB" sz="1800" spc="-32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needs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D,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exists,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generated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719ece"/>
                </a:solidFill>
                <a:latin typeface="Arial"/>
              </a:rPr>
              <a:t>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462960">
              <a:lnSpc>
                <a:spcPts val="2089"/>
              </a:lnSpc>
            </a:pP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Doesn’t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exist,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Rule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2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can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8" name="object 49"/>
          <p:cNvSpPr/>
          <p:nvPr/>
        </p:nvSpPr>
        <p:spPr>
          <a:xfrm>
            <a:off x="4696560" y="3178800"/>
            <a:ext cx="118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Schedule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52" strike="noStrike">
                <a:solidFill>
                  <a:srgbClr val="be0040"/>
                </a:solidFill>
                <a:latin typeface="Arial"/>
              </a:rPr>
              <a:t>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59" name="object 75"/>
          <p:cNvSpPr/>
          <p:nvPr/>
        </p:nvSpPr>
        <p:spPr>
          <a:xfrm>
            <a:off x="6429600" y="3772800"/>
            <a:ext cx="1190880" cy="421200"/>
          </a:xfrm>
          <a:prstGeom prst="rect">
            <a:avLst/>
          </a:prstGeom>
          <a:noFill/>
          <a:ln w="29159">
            <a:solidFill>
              <a:srgbClr val="ffa9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240" bIns="0" anchor="t">
            <a:spAutoFit/>
          </a:bodyPr>
          <a:p>
            <a:pPr marL="265320">
              <a:lnSpc>
                <a:spcPct val="100000"/>
              </a:lnSpc>
              <a:spcBef>
                <a:spcPts val="115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60" name="object 76"/>
          <p:cNvGrpSpPr/>
          <p:nvPr/>
        </p:nvGrpSpPr>
        <p:grpSpPr>
          <a:xfrm>
            <a:off x="7620480" y="3978360"/>
            <a:ext cx="500400" cy="108360"/>
            <a:chOff x="7620480" y="3978360"/>
            <a:chExt cx="500400" cy="108360"/>
          </a:xfrm>
        </p:grpSpPr>
        <p:sp>
          <p:nvSpPr>
            <p:cNvPr id="561" name="object 77"/>
            <p:cNvSpPr/>
            <p:nvPr/>
          </p:nvSpPr>
          <p:spPr>
            <a:xfrm>
              <a:off x="7620480" y="40323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62" name="object 78"/>
            <p:cNvSpPr/>
            <p:nvPr/>
          </p:nvSpPr>
          <p:spPr>
            <a:xfrm>
              <a:off x="8012520" y="39783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63" name="object 79"/>
          <p:cNvSpPr/>
          <p:nvPr/>
        </p:nvSpPr>
        <p:spPr>
          <a:xfrm>
            <a:off x="8132040" y="3754080"/>
            <a:ext cx="1190880" cy="422640"/>
          </a:xfrm>
          <a:prstGeom prst="rect">
            <a:avLst/>
          </a:prstGeom>
          <a:noFill/>
          <a:ln w="29159">
            <a:solidFill>
              <a:srgbClr val="aecf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66040">
              <a:lnSpc>
                <a:spcPct val="100000"/>
              </a:lnSpc>
              <a:spcBef>
                <a:spcPts val="117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object 2"/>
          <p:cNvSpPr/>
          <p:nvPr/>
        </p:nvSpPr>
        <p:spPr>
          <a:xfrm>
            <a:off x="1367280" y="1605960"/>
            <a:ext cx="1190880" cy="421920"/>
          </a:xfrm>
          <a:prstGeom prst="rect">
            <a:avLst/>
          </a:prstGeom>
          <a:noFill/>
          <a:ln w="29159">
            <a:solidFill>
              <a:srgbClr val="b3c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532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5" name="object 3"/>
          <p:cNvSpPr/>
          <p:nvPr/>
        </p:nvSpPr>
        <p:spPr>
          <a:xfrm>
            <a:off x="438840" y="13914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79"/>
                </a:moveTo>
                <a:lnTo>
                  <a:pt x="421382" y="230219"/>
                </a:lnTo>
                <a:lnTo>
                  <a:pt x="399961" y="274319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7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402" y="351936"/>
                </a:lnTo>
                <a:lnTo>
                  <a:pt x="83835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79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5" y="37879"/>
                </a:lnTo>
                <a:lnTo>
                  <a:pt x="132396" y="13823"/>
                </a:lnTo>
                <a:lnTo>
                  <a:pt x="186254" y="1547"/>
                </a:lnTo>
                <a:lnTo>
                  <a:pt x="214198" y="0"/>
                </a:lnTo>
                <a:lnTo>
                  <a:pt x="242356" y="1547"/>
                </a:lnTo>
                <a:lnTo>
                  <a:pt x="296372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79"/>
                </a:lnTo>
                <a:close/>
              </a:path>
            </a:pathLst>
          </a:custGeom>
          <a:noFill/>
          <a:ln w="29159">
            <a:solidFill>
              <a:srgbClr val="ff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6" name="object 4"/>
          <p:cNvSpPr/>
          <p:nvPr/>
        </p:nvSpPr>
        <p:spPr>
          <a:xfrm>
            <a:off x="593280" y="1412280"/>
            <a:ext cx="178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7" name="object 5"/>
          <p:cNvSpPr/>
          <p:nvPr/>
        </p:nvSpPr>
        <p:spPr>
          <a:xfrm>
            <a:off x="446760" y="193104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80"/>
                </a:moveTo>
                <a:lnTo>
                  <a:pt x="421382" y="230224"/>
                </a:lnTo>
                <a:lnTo>
                  <a:pt x="399961" y="274320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905" y="359595"/>
                </a:lnTo>
                <a:lnTo>
                  <a:pt x="214553" y="365760"/>
                </a:lnTo>
                <a:lnTo>
                  <a:pt x="186402" y="364213"/>
                </a:lnTo>
                <a:lnTo>
                  <a:pt x="132391" y="351942"/>
                </a:lnTo>
                <a:lnTo>
                  <a:pt x="83830" y="327885"/>
                </a:lnTo>
                <a:lnTo>
                  <a:pt x="44356" y="294200"/>
                </a:lnTo>
                <a:lnTo>
                  <a:pt x="16405" y="252847"/>
                </a:lnTo>
                <a:lnTo>
                  <a:pt x="1868" y="206788"/>
                </a:lnTo>
                <a:lnTo>
                  <a:pt x="0" y="182880"/>
                </a:lnTo>
                <a:lnTo>
                  <a:pt x="1868" y="158978"/>
                </a:lnTo>
                <a:lnTo>
                  <a:pt x="16405" y="112919"/>
                </a:lnTo>
                <a:lnTo>
                  <a:pt x="44356" y="71566"/>
                </a:lnTo>
                <a:lnTo>
                  <a:pt x="83830" y="37886"/>
                </a:lnTo>
                <a:lnTo>
                  <a:pt x="132386" y="13823"/>
                </a:lnTo>
                <a:lnTo>
                  <a:pt x="186252" y="1547"/>
                </a:lnTo>
                <a:lnTo>
                  <a:pt x="214198" y="0"/>
                </a:lnTo>
                <a:lnTo>
                  <a:pt x="242349" y="1547"/>
                </a:lnTo>
                <a:lnTo>
                  <a:pt x="296360" y="13823"/>
                </a:lnTo>
                <a:lnTo>
                  <a:pt x="344929" y="37886"/>
                </a:lnTo>
                <a:lnTo>
                  <a:pt x="384407" y="71566"/>
                </a:lnTo>
                <a:lnTo>
                  <a:pt x="412359" y="112919"/>
                </a:lnTo>
                <a:lnTo>
                  <a:pt x="426896" y="158978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8" name="object 6"/>
          <p:cNvSpPr/>
          <p:nvPr/>
        </p:nvSpPr>
        <p:spPr>
          <a:xfrm>
            <a:off x="600840" y="1951920"/>
            <a:ext cx="178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9" name="PlaceHolder 1"/>
          <p:cNvSpPr>
            <a:spLocks noGrp="1"/>
          </p:cNvSpPr>
          <p:nvPr>
            <p:ph type="title"/>
          </p:nvPr>
        </p:nvSpPr>
        <p:spPr>
          <a:xfrm>
            <a:off x="435600" y="199080"/>
            <a:ext cx="98388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44280">
              <a:lnSpc>
                <a:spcPct val="153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.smk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21" strike="noStrike">
                <a:solidFill>
                  <a:srgbClr val="be0040"/>
                </a:solidFill>
                <a:latin typeface="Arial"/>
              </a:rPr>
              <a:t>file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Input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70" name="object 8"/>
          <p:cNvSpPr/>
          <p:nvPr/>
        </p:nvSpPr>
        <p:spPr>
          <a:xfrm>
            <a:off x="2960640" y="776160"/>
            <a:ext cx="775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Output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71" name="object 9"/>
          <p:cNvGrpSpPr/>
          <p:nvPr/>
        </p:nvGrpSpPr>
        <p:grpSpPr>
          <a:xfrm>
            <a:off x="867240" y="1582560"/>
            <a:ext cx="499680" cy="262080"/>
            <a:chOff x="867240" y="1582560"/>
            <a:chExt cx="499680" cy="262080"/>
          </a:xfrm>
        </p:grpSpPr>
        <p:sp>
          <p:nvSpPr>
            <p:cNvPr id="572" name="object 10"/>
            <p:cNvSpPr/>
            <p:nvPr/>
          </p:nvSpPr>
          <p:spPr>
            <a:xfrm>
              <a:off x="867240" y="1582560"/>
              <a:ext cx="410400" cy="215640"/>
            </a:xfrm>
            <a:custGeom>
              <a:avLst/>
              <a:gdLst>
                <a:gd name="textAreaLeft" fmla="*/ 0 w 410400"/>
                <a:gd name="textAreaRight" fmla="*/ 410760 w 410400"/>
                <a:gd name="textAreaTop" fmla="*/ 0 h 215640"/>
                <a:gd name="textAreaBottom" fmla="*/ 216000 h 215640"/>
              </a:gdLst>
              <a:ahLst/>
              <a:rect l="textAreaLeft" t="textAreaTop" r="textAreaRight" b="textAreaBottom"/>
              <a:pathLst>
                <a:path w="410844" h="215900">
                  <a:moveTo>
                    <a:pt x="0" y="0"/>
                  </a:moveTo>
                  <a:lnTo>
                    <a:pt x="410756" y="215277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3" name="object 11"/>
            <p:cNvSpPr/>
            <p:nvPr/>
          </p:nvSpPr>
          <p:spPr>
            <a:xfrm>
              <a:off x="1246680" y="1746720"/>
              <a:ext cx="120240" cy="9792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97920"/>
                <a:gd name="textAreaBottom" fmla="*/ 98280 h 97920"/>
              </a:gdLst>
              <a:ahLst/>
              <a:rect l="textAreaLeft" t="textAreaTop" r="textAreaRight" b="textAreaBottom"/>
              <a:pathLst>
                <a:path w="120650" h="98425">
                  <a:moveTo>
                    <a:pt x="50037" y="0"/>
                  </a:moveTo>
                  <a:lnTo>
                    <a:pt x="0" y="95757"/>
                  </a:lnTo>
                  <a:lnTo>
                    <a:pt x="120599" y="97916"/>
                  </a:lnTo>
                  <a:lnTo>
                    <a:pt x="50037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74" name="object 12"/>
          <p:cNvGrpSpPr/>
          <p:nvPr/>
        </p:nvGrpSpPr>
        <p:grpSpPr>
          <a:xfrm>
            <a:off x="875160" y="1935720"/>
            <a:ext cx="492120" cy="171000"/>
            <a:chOff x="875160" y="1935720"/>
            <a:chExt cx="492120" cy="171000"/>
          </a:xfrm>
        </p:grpSpPr>
        <p:sp>
          <p:nvSpPr>
            <p:cNvPr id="575" name="object 13"/>
            <p:cNvSpPr/>
            <p:nvPr/>
          </p:nvSpPr>
          <p:spPr>
            <a:xfrm>
              <a:off x="875160" y="1985040"/>
              <a:ext cx="396000" cy="121680"/>
            </a:xfrm>
            <a:custGeom>
              <a:avLst/>
              <a:gdLst>
                <a:gd name="textAreaLeft" fmla="*/ 0 w 396000"/>
                <a:gd name="textAreaRight" fmla="*/ 396360 w 396000"/>
                <a:gd name="textAreaTop" fmla="*/ 0 h 121680"/>
                <a:gd name="textAreaBottom" fmla="*/ 122040 h 121680"/>
              </a:gdLst>
              <a:ahLst/>
              <a:rect l="textAreaLeft" t="textAreaTop" r="textAreaRight" b="textAreaBottom"/>
              <a:pathLst>
                <a:path w="396240" h="121919">
                  <a:moveTo>
                    <a:pt x="0" y="121323"/>
                  </a:moveTo>
                  <a:lnTo>
                    <a:pt x="395643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76" name="object 14"/>
            <p:cNvSpPr/>
            <p:nvPr/>
          </p:nvSpPr>
          <p:spPr>
            <a:xfrm>
              <a:off x="1248120" y="1935720"/>
              <a:ext cx="119160" cy="10332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103320"/>
                <a:gd name="textAreaBottom" fmla="*/ 103680 h 103320"/>
              </a:gdLst>
              <a:ahLst/>
              <a:rect l="textAreaLeft" t="textAreaTop" r="textAreaRight" b="textAreaBottom"/>
              <a:pathLst>
                <a:path w="119380" h="103505">
                  <a:moveTo>
                    <a:pt x="0" y="0"/>
                  </a:moveTo>
                  <a:lnTo>
                    <a:pt x="31686" y="102958"/>
                  </a:lnTo>
                  <a:lnTo>
                    <a:pt x="119164" y="19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77" name="object 15"/>
          <p:cNvSpPr/>
          <p:nvPr/>
        </p:nvSpPr>
        <p:spPr>
          <a:xfrm>
            <a:off x="3081960" y="17406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20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911" y="359595"/>
                </a:lnTo>
                <a:lnTo>
                  <a:pt x="214566" y="365760"/>
                </a:lnTo>
                <a:lnTo>
                  <a:pt x="186408" y="364213"/>
                </a:lnTo>
                <a:lnTo>
                  <a:pt x="132391" y="351942"/>
                </a:lnTo>
                <a:lnTo>
                  <a:pt x="83830" y="327885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0" y="37879"/>
                </a:lnTo>
                <a:lnTo>
                  <a:pt x="132391" y="13823"/>
                </a:lnTo>
                <a:lnTo>
                  <a:pt x="186408" y="1547"/>
                </a:lnTo>
                <a:lnTo>
                  <a:pt x="214566" y="0"/>
                </a:lnTo>
                <a:lnTo>
                  <a:pt x="242509" y="1547"/>
                </a:lnTo>
                <a:lnTo>
                  <a:pt x="296367" y="13823"/>
                </a:lnTo>
                <a:lnTo>
                  <a:pt x="344929" y="37879"/>
                </a:lnTo>
                <a:lnTo>
                  <a:pt x="384407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80d3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8" name="object 16"/>
          <p:cNvSpPr/>
          <p:nvPr/>
        </p:nvSpPr>
        <p:spPr>
          <a:xfrm>
            <a:off x="3236040" y="176148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79" name="object 17"/>
          <p:cNvGrpSpPr/>
          <p:nvPr/>
        </p:nvGrpSpPr>
        <p:grpSpPr>
          <a:xfrm>
            <a:off x="2558160" y="1838160"/>
            <a:ext cx="500400" cy="108360"/>
            <a:chOff x="2558160" y="1838160"/>
            <a:chExt cx="500400" cy="108360"/>
          </a:xfrm>
        </p:grpSpPr>
        <p:sp>
          <p:nvSpPr>
            <p:cNvPr id="580" name="object 18"/>
            <p:cNvSpPr/>
            <p:nvPr/>
          </p:nvSpPr>
          <p:spPr>
            <a:xfrm>
              <a:off x="2558160" y="18921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1" name="object 19"/>
            <p:cNvSpPr/>
            <p:nvPr/>
          </p:nvSpPr>
          <p:spPr>
            <a:xfrm>
              <a:off x="2950200" y="18381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82" name="object 20"/>
          <p:cNvSpPr/>
          <p:nvPr/>
        </p:nvSpPr>
        <p:spPr>
          <a:xfrm>
            <a:off x="1351440" y="2545560"/>
            <a:ext cx="1190880" cy="421920"/>
          </a:xfrm>
          <a:prstGeom prst="rect">
            <a:avLst/>
          </a:prstGeom>
          <a:noFill/>
          <a:ln w="29159">
            <a:solidFill>
              <a:srgbClr val="ffa9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604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3" name="object 21"/>
          <p:cNvSpPr/>
          <p:nvPr/>
        </p:nvSpPr>
        <p:spPr>
          <a:xfrm>
            <a:off x="3066120" y="26802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52" y="182880"/>
                </a:moveTo>
                <a:lnTo>
                  <a:pt x="421376" y="230224"/>
                </a:lnTo>
                <a:lnTo>
                  <a:pt x="399961" y="274319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860" y="359595"/>
                </a:lnTo>
                <a:lnTo>
                  <a:pt x="214198" y="365760"/>
                </a:lnTo>
                <a:lnTo>
                  <a:pt x="186252" y="364213"/>
                </a:lnTo>
                <a:lnTo>
                  <a:pt x="132386" y="351942"/>
                </a:lnTo>
                <a:lnTo>
                  <a:pt x="83824" y="327885"/>
                </a:lnTo>
                <a:lnTo>
                  <a:pt x="44349" y="294200"/>
                </a:lnTo>
                <a:lnTo>
                  <a:pt x="16394" y="252847"/>
                </a:lnTo>
                <a:lnTo>
                  <a:pt x="1866" y="206788"/>
                </a:lnTo>
                <a:lnTo>
                  <a:pt x="0" y="182880"/>
                </a:lnTo>
                <a:lnTo>
                  <a:pt x="1866" y="158978"/>
                </a:lnTo>
                <a:lnTo>
                  <a:pt x="16394" y="112919"/>
                </a:lnTo>
                <a:lnTo>
                  <a:pt x="44349" y="71566"/>
                </a:lnTo>
                <a:lnTo>
                  <a:pt x="83824" y="37886"/>
                </a:lnTo>
                <a:lnTo>
                  <a:pt x="132386" y="13823"/>
                </a:lnTo>
                <a:lnTo>
                  <a:pt x="186252" y="1547"/>
                </a:lnTo>
                <a:lnTo>
                  <a:pt x="214198" y="0"/>
                </a:lnTo>
                <a:lnTo>
                  <a:pt x="242349" y="1547"/>
                </a:lnTo>
                <a:lnTo>
                  <a:pt x="296360" y="13823"/>
                </a:lnTo>
                <a:lnTo>
                  <a:pt x="344929" y="37886"/>
                </a:lnTo>
                <a:lnTo>
                  <a:pt x="384407" y="71566"/>
                </a:lnTo>
                <a:lnTo>
                  <a:pt x="412357" y="112919"/>
                </a:lnTo>
                <a:lnTo>
                  <a:pt x="426885" y="158978"/>
                </a:lnTo>
                <a:lnTo>
                  <a:pt x="428752" y="182880"/>
                </a:lnTo>
                <a:close/>
              </a:path>
            </a:pathLst>
          </a:custGeom>
          <a:noFill/>
          <a:ln w="29159">
            <a:solidFill>
              <a:srgbClr val="7f00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4" name="object 22"/>
          <p:cNvSpPr/>
          <p:nvPr/>
        </p:nvSpPr>
        <p:spPr>
          <a:xfrm>
            <a:off x="3220920" y="270144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85" name="object 23"/>
          <p:cNvGrpSpPr/>
          <p:nvPr/>
        </p:nvGrpSpPr>
        <p:grpSpPr>
          <a:xfrm>
            <a:off x="2542320" y="2777760"/>
            <a:ext cx="500400" cy="108360"/>
            <a:chOff x="2542320" y="2777760"/>
            <a:chExt cx="500400" cy="108360"/>
          </a:xfrm>
        </p:grpSpPr>
        <p:sp>
          <p:nvSpPr>
            <p:cNvPr id="586" name="object 24"/>
            <p:cNvSpPr/>
            <p:nvPr/>
          </p:nvSpPr>
          <p:spPr>
            <a:xfrm>
              <a:off x="2542320" y="28317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87" name="object 25"/>
            <p:cNvSpPr/>
            <p:nvPr/>
          </p:nvSpPr>
          <p:spPr>
            <a:xfrm>
              <a:off x="2934360" y="27777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588" name="object 26"/>
          <p:cNvSpPr/>
          <p:nvPr/>
        </p:nvSpPr>
        <p:spPr>
          <a:xfrm>
            <a:off x="1339560" y="3519000"/>
            <a:ext cx="1190880" cy="422640"/>
          </a:xfrm>
          <a:prstGeom prst="rect">
            <a:avLst/>
          </a:prstGeom>
          <a:noFill/>
          <a:ln w="29159">
            <a:solidFill>
              <a:srgbClr val="aecf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66760">
              <a:lnSpc>
                <a:spcPct val="100000"/>
              </a:lnSpc>
              <a:spcBef>
                <a:spcPts val="117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 3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9" name="object 27"/>
          <p:cNvSpPr/>
          <p:nvPr/>
        </p:nvSpPr>
        <p:spPr>
          <a:xfrm>
            <a:off x="3054240" y="343944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20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7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402" y="351936"/>
                </a:lnTo>
                <a:lnTo>
                  <a:pt x="83835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5" y="37879"/>
                </a:lnTo>
                <a:lnTo>
                  <a:pt x="132402" y="13823"/>
                </a:lnTo>
                <a:lnTo>
                  <a:pt x="186410" y="1547"/>
                </a:lnTo>
                <a:lnTo>
                  <a:pt x="214566" y="0"/>
                </a:lnTo>
                <a:lnTo>
                  <a:pt x="242511" y="1547"/>
                </a:lnTo>
                <a:lnTo>
                  <a:pt x="296378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2ae2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0" name="object 28"/>
          <p:cNvSpPr/>
          <p:nvPr/>
        </p:nvSpPr>
        <p:spPr>
          <a:xfrm>
            <a:off x="414720" y="268812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19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3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397" y="351936"/>
                </a:lnTo>
                <a:lnTo>
                  <a:pt x="83830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0" y="37879"/>
                </a:lnTo>
                <a:lnTo>
                  <a:pt x="132391" y="13823"/>
                </a:lnTo>
                <a:lnTo>
                  <a:pt x="186254" y="1547"/>
                </a:lnTo>
                <a:lnTo>
                  <a:pt x="214198" y="0"/>
                </a:lnTo>
                <a:lnTo>
                  <a:pt x="242354" y="1547"/>
                </a:lnTo>
                <a:lnTo>
                  <a:pt x="296367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80d3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1" name="object 29"/>
          <p:cNvSpPr/>
          <p:nvPr/>
        </p:nvSpPr>
        <p:spPr>
          <a:xfrm>
            <a:off x="569160" y="270900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92" name="object 30"/>
          <p:cNvGrpSpPr/>
          <p:nvPr/>
        </p:nvGrpSpPr>
        <p:grpSpPr>
          <a:xfrm>
            <a:off x="851400" y="2793600"/>
            <a:ext cx="500400" cy="108360"/>
            <a:chOff x="851400" y="2793600"/>
            <a:chExt cx="500400" cy="108360"/>
          </a:xfrm>
        </p:grpSpPr>
        <p:sp>
          <p:nvSpPr>
            <p:cNvPr id="593" name="object 31"/>
            <p:cNvSpPr/>
            <p:nvPr/>
          </p:nvSpPr>
          <p:spPr>
            <a:xfrm>
              <a:off x="851400" y="284760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49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4" name="object 32"/>
            <p:cNvSpPr/>
            <p:nvPr/>
          </p:nvSpPr>
          <p:spPr>
            <a:xfrm>
              <a:off x="1243440" y="279360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7988"/>
                  </a:lnTo>
                  <a:lnTo>
                    <a:pt x="108000" y="53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595" name="object 33"/>
          <p:cNvGrpSpPr/>
          <p:nvPr/>
        </p:nvGrpSpPr>
        <p:grpSpPr>
          <a:xfrm>
            <a:off x="414720" y="3661200"/>
            <a:ext cx="925200" cy="365400"/>
            <a:chOff x="414720" y="3661200"/>
            <a:chExt cx="925200" cy="365400"/>
          </a:xfrm>
        </p:grpSpPr>
        <p:sp>
          <p:nvSpPr>
            <p:cNvPr id="596" name="object 34"/>
            <p:cNvSpPr/>
            <p:nvPr/>
          </p:nvSpPr>
          <p:spPr>
            <a:xfrm>
              <a:off x="839520" y="383652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97" name="object 35"/>
            <p:cNvSpPr/>
            <p:nvPr/>
          </p:nvSpPr>
          <p:spPr>
            <a:xfrm>
              <a:off x="1231560" y="378252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98" name="object 36"/>
            <p:cNvSpPr/>
            <p:nvPr/>
          </p:nvSpPr>
          <p:spPr>
            <a:xfrm>
              <a:off x="414720" y="3661200"/>
              <a:ext cx="428760" cy="365400"/>
            </a:xfrm>
            <a:custGeom>
              <a:avLst/>
              <a:gdLst>
                <a:gd name="textAreaLeft" fmla="*/ 0 w 428760"/>
                <a:gd name="textAreaRight" fmla="*/ 429120 w 42876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429259" h="365760">
                  <a:moveTo>
                    <a:pt x="428764" y="182880"/>
                  </a:moveTo>
                  <a:lnTo>
                    <a:pt x="421382" y="230224"/>
                  </a:lnTo>
                  <a:lnTo>
                    <a:pt x="399961" y="274319"/>
                  </a:lnTo>
                  <a:lnTo>
                    <a:pt x="365987" y="312123"/>
                  </a:lnTo>
                  <a:lnTo>
                    <a:pt x="321487" y="341287"/>
                  </a:lnTo>
                  <a:lnTo>
                    <a:pt x="269913" y="359595"/>
                  </a:lnTo>
                  <a:lnTo>
                    <a:pt x="214566" y="365760"/>
                  </a:lnTo>
                  <a:lnTo>
                    <a:pt x="186410" y="364213"/>
                  </a:lnTo>
                  <a:lnTo>
                    <a:pt x="132397" y="351942"/>
                  </a:lnTo>
                  <a:lnTo>
                    <a:pt x="83830" y="327885"/>
                  </a:lnTo>
                  <a:lnTo>
                    <a:pt x="44356" y="294200"/>
                  </a:lnTo>
                  <a:lnTo>
                    <a:pt x="16405" y="252847"/>
                  </a:lnTo>
                  <a:lnTo>
                    <a:pt x="1868" y="206788"/>
                  </a:lnTo>
                  <a:lnTo>
                    <a:pt x="0" y="182880"/>
                  </a:lnTo>
                  <a:lnTo>
                    <a:pt x="1868" y="158978"/>
                  </a:lnTo>
                  <a:lnTo>
                    <a:pt x="16405" y="112919"/>
                  </a:lnTo>
                  <a:lnTo>
                    <a:pt x="44356" y="71566"/>
                  </a:lnTo>
                  <a:lnTo>
                    <a:pt x="83830" y="37886"/>
                  </a:lnTo>
                  <a:lnTo>
                    <a:pt x="132391" y="13823"/>
                  </a:lnTo>
                  <a:lnTo>
                    <a:pt x="186254" y="1547"/>
                  </a:lnTo>
                  <a:lnTo>
                    <a:pt x="214198" y="0"/>
                  </a:lnTo>
                  <a:lnTo>
                    <a:pt x="242354" y="1547"/>
                  </a:lnTo>
                  <a:lnTo>
                    <a:pt x="296367" y="13823"/>
                  </a:lnTo>
                  <a:lnTo>
                    <a:pt x="344934" y="37886"/>
                  </a:lnTo>
                  <a:lnTo>
                    <a:pt x="384408" y="71566"/>
                  </a:lnTo>
                  <a:lnTo>
                    <a:pt x="412359" y="112919"/>
                  </a:lnTo>
                  <a:lnTo>
                    <a:pt x="426896" y="158978"/>
                  </a:lnTo>
                  <a:lnTo>
                    <a:pt x="428764" y="182880"/>
                  </a:lnTo>
                  <a:close/>
                </a:path>
              </a:pathLst>
            </a:custGeom>
            <a:noFill/>
            <a:ln w="29159">
              <a:solidFill>
                <a:srgbClr val="7f00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599" name="object 37"/>
          <p:cNvGrpSpPr/>
          <p:nvPr/>
        </p:nvGrpSpPr>
        <p:grpSpPr>
          <a:xfrm>
            <a:off x="2530440" y="3805200"/>
            <a:ext cx="940320" cy="451800"/>
            <a:chOff x="2530440" y="3805200"/>
            <a:chExt cx="940320" cy="451800"/>
          </a:xfrm>
        </p:grpSpPr>
        <p:sp>
          <p:nvSpPr>
            <p:cNvPr id="600" name="object 38"/>
            <p:cNvSpPr/>
            <p:nvPr/>
          </p:nvSpPr>
          <p:spPr>
            <a:xfrm>
              <a:off x="2530440" y="3805200"/>
              <a:ext cx="411120" cy="181080"/>
            </a:xfrm>
            <a:custGeom>
              <a:avLst/>
              <a:gdLst>
                <a:gd name="textAreaLeft" fmla="*/ 0 w 411120"/>
                <a:gd name="textAreaRight" fmla="*/ 411480 w 411120"/>
                <a:gd name="textAreaTop" fmla="*/ 0 h 181080"/>
                <a:gd name="textAreaBottom" fmla="*/ 181440 h 181080"/>
              </a:gdLst>
              <a:ahLst/>
              <a:rect l="textAreaLeft" t="textAreaTop" r="textAreaRight" b="textAreaBottom"/>
              <a:pathLst>
                <a:path w="411480" h="181610">
                  <a:moveTo>
                    <a:pt x="0" y="0"/>
                  </a:moveTo>
                  <a:lnTo>
                    <a:pt x="411479" y="181444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1" name="object 39"/>
            <p:cNvSpPr/>
            <p:nvPr/>
          </p:nvSpPr>
          <p:spPr>
            <a:xfrm>
              <a:off x="2913480" y="3934440"/>
              <a:ext cx="120240" cy="9864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98640"/>
                <a:gd name="textAreaBottom" fmla="*/ 99000 h 98640"/>
              </a:gdLst>
              <a:ahLst/>
              <a:rect l="textAreaLeft" t="textAreaTop" r="textAreaRight" b="textAreaBottom"/>
              <a:pathLst>
                <a:path w="120650" h="99060">
                  <a:moveTo>
                    <a:pt x="43561" y="0"/>
                  </a:moveTo>
                  <a:lnTo>
                    <a:pt x="0" y="98640"/>
                  </a:lnTo>
                  <a:lnTo>
                    <a:pt x="120599" y="92887"/>
                  </a:lnTo>
                  <a:lnTo>
                    <a:pt x="43561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02" name="object 40"/>
            <p:cNvSpPr/>
            <p:nvPr/>
          </p:nvSpPr>
          <p:spPr>
            <a:xfrm>
              <a:off x="3042000" y="3891600"/>
              <a:ext cx="428760" cy="365400"/>
            </a:xfrm>
            <a:custGeom>
              <a:avLst/>
              <a:gdLst>
                <a:gd name="textAreaLeft" fmla="*/ 0 w 428760"/>
                <a:gd name="textAreaRight" fmla="*/ 429120 w 42876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429260" h="365760">
                  <a:moveTo>
                    <a:pt x="428752" y="182880"/>
                  </a:moveTo>
                  <a:lnTo>
                    <a:pt x="421370" y="230224"/>
                  </a:lnTo>
                  <a:lnTo>
                    <a:pt x="399948" y="274320"/>
                  </a:lnTo>
                  <a:lnTo>
                    <a:pt x="365974" y="312123"/>
                  </a:lnTo>
                  <a:lnTo>
                    <a:pt x="321475" y="341287"/>
                  </a:lnTo>
                  <a:lnTo>
                    <a:pt x="269905" y="359595"/>
                  </a:lnTo>
                  <a:lnTo>
                    <a:pt x="214553" y="365760"/>
                  </a:lnTo>
                  <a:lnTo>
                    <a:pt x="186402" y="364213"/>
                  </a:lnTo>
                  <a:lnTo>
                    <a:pt x="132391" y="351942"/>
                  </a:lnTo>
                  <a:lnTo>
                    <a:pt x="83822" y="327885"/>
                  </a:lnTo>
                  <a:lnTo>
                    <a:pt x="44344" y="294200"/>
                  </a:lnTo>
                  <a:lnTo>
                    <a:pt x="16394" y="252847"/>
                  </a:lnTo>
                  <a:lnTo>
                    <a:pt x="1866" y="206788"/>
                  </a:lnTo>
                  <a:lnTo>
                    <a:pt x="0" y="182880"/>
                  </a:lnTo>
                  <a:lnTo>
                    <a:pt x="1866" y="158973"/>
                  </a:lnTo>
                  <a:lnTo>
                    <a:pt x="16394" y="112917"/>
                  </a:lnTo>
                  <a:lnTo>
                    <a:pt x="44344" y="71564"/>
                  </a:lnTo>
                  <a:lnTo>
                    <a:pt x="83822" y="37881"/>
                  </a:lnTo>
                  <a:lnTo>
                    <a:pt x="132391" y="13823"/>
                  </a:lnTo>
                  <a:lnTo>
                    <a:pt x="186402" y="1547"/>
                  </a:lnTo>
                  <a:lnTo>
                    <a:pt x="214553" y="0"/>
                  </a:lnTo>
                  <a:lnTo>
                    <a:pt x="242499" y="1547"/>
                  </a:lnTo>
                  <a:lnTo>
                    <a:pt x="296365" y="13823"/>
                  </a:lnTo>
                  <a:lnTo>
                    <a:pt x="344921" y="37881"/>
                  </a:lnTo>
                  <a:lnTo>
                    <a:pt x="384395" y="71564"/>
                  </a:lnTo>
                  <a:lnTo>
                    <a:pt x="412346" y="112917"/>
                  </a:lnTo>
                  <a:lnTo>
                    <a:pt x="426883" y="158973"/>
                  </a:lnTo>
                  <a:lnTo>
                    <a:pt x="428752" y="182880"/>
                  </a:lnTo>
                  <a:close/>
                </a:path>
              </a:pathLst>
            </a:custGeom>
            <a:noFill/>
            <a:ln w="29159">
              <a:solidFill>
                <a:srgbClr val="ffff3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03" name="object 41"/>
          <p:cNvSpPr/>
          <p:nvPr/>
        </p:nvSpPr>
        <p:spPr>
          <a:xfrm>
            <a:off x="569160" y="368172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4" name="object 42"/>
          <p:cNvSpPr/>
          <p:nvPr/>
        </p:nvSpPr>
        <p:spPr>
          <a:xfrm>
            <a:off x="3196800" y="3460680"/>
            <a:ext cx="20340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34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F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00"/>
              </a:spcBef>
            </a:pPr>
            <a:r>
              <a:rPr b="1" lang="en-GB" sz="1800" spc="-52" strike="noStrike">
                <a:solidFill>
                  <a:srgbClr val="000000"/>
                </a:solidFill>
                <a:latin typeface="Arial"/>
              </a:rPr>
              <a:t>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05" name="object 43"/>
          <p:cNvGrpSpPr/>
          <p:nvPr/>
        </p:nvGrpSpPr>
        <p:grpSpPr>
          <a:xfrm>
            <a:off x="2530440" y="3610800"/>
            <a:ext cx="503280" cy="146160"/>
            <a:chOff x="2530440" y="3610800"/>
            <a:chExt cx="503280" cy="146160"/>
          </a:xfrm>
        </p:grpSpPr>
        <p:sp>
          <p:nvSpPr>
            <p:cNvPr id="606" name="object 44"/>
            <p:cNvSpPr/>
            <p:nvPr/>
          </p:nvSpPr>
          <p:spPr>
            <a:xfrm>
              <a:off x="2530440" y="3661560"/>
              <a:ext cx="405360" cy="95400"/>
            </a:xfrm>
            <a:custGeom>
              <a:avLst/>
              <a:gdLst>
                <a:gd name="textAreaLeft" fmla="*/ 0 w 405360"/>
                <a:gd name="textAreaRight" fmla="*/ 405720 w 405360"/>
                <a:gd name="textAreaTop" fmla="*/ 0 h 95400"/>
                <a:gd name="textAreaBottom" fmla="*/ 95760 h 95400"/>
              </a:gdLst>
              <a:ahLst/>
              <a:rect l="textAreaLeft" t="textAreaTop" r="textAreaRight" b="textAreaBottom"/>
              <a:pathLst>
                <a:path w="405764" h="95885">
                  <a:moveTo>
                    <a:pt x="0" y="95757"/>
                  </a:moveTo>
                  <a:lnTo>
                    <a:pt x="405358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07" name="object 45"/>
            <p:cNvSpPr/>
            <p:nvPr/>
          </p:nvSpPr>
          <p:spPr>
            <a:xfrm>
              <a:off x="2916720" y="3610800"/>
              <a:ext cx="117000" cy="10512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105120"/>
                <a:gd name="textAreaBottom" fmla="*/ 105480 h 105120"/>
              </a:gdLst>
              <a:ahLst/>
              <a:rect l="textAreaLeft" t="textAreaTop" r="textAreaRight" b="textAreaBottom"/>
              <a:pathLst>
                <a:path w="117475" h="105410">
                  <a:moveTo>
                    <a:pt x="0" y="0"/>
                  </a:moveTo>
                  <a:lnTo>
                    <a:pt x="24485" y="105117"/>
                  </a:lnTo>
                  <a:lnTo>
                    <a:pt x="117360" y="27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08" name="object 46"/>
          <p:cNvSpPr/>
          <p:nvPr/>
        </p:nvSpPr>
        <p:spPr>
          <a:xfrm>
            <a:off x="4444920" y="182520"/>
            <a:ext cx="4778640" cy="5246640"/>
          </a:xfrm>
          <a:custGeom>
            <a:avLst/>
            <a:gdLst>
              <a:gd name="textAreaLeft" fmla="*/ 0 w 4778640"/>
              <a:gd name="textAreaRight" fmla="*/ 4779000 w 4778640"/>
              <a:gd name="textAreaTop" fmla="*/ 0 h 5246640"/>
              <a:gd name="textAreaBottom" fmla="*/ 5247000 h 5246640"/>
            </a:gdLst>
            <a:ahLst/>
            <a:rect l="textAreaLeft" t="textAreaTop" r="textAreaRight" b="textAreaBottom"/>
            <a:pathLst>
              <a:path w="4779009" h="5247005">
                <a:moveTo>
                  <a:pt x="0" y="0"/>
                </a:moveTo>
                <a:lnTo>
                  <a:pt x="7912" y="5246636"/>
                </a:lnTo>
              </a:path>
              <a:path w="4779009" h="5247005">
                <a:moveTo>
                  <a:pt x="4778641" y="2817710"/>
                </a:moveTo>
                <a:lnTo>
                  <a:pt x="7912" y="2809798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9" name="object 47"/>
          <p:cNvSpPr/>
          <p:nvPr/>
        </p:nvSpPr>
        <p:spPr>
          <a:xfrm>
            <a:off x="4696560" y="273240"/>
            <a:ext cx="22708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Request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:</a:t>
            </a:r>
            <a:r>
              <a:rPr b="1" lang="en-GB" sz="1800" spc="-26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generate</a:t>
            </a:r>
            <a:r>
              <a:rPr b="0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0" name="object 48"/>
          <p:cNvSpPr/>
          <p:nvPr/>
        </p:nvSpPr>
        <p:spPr>
          <a:xfrm>
            <a:off x="4696560" y="784800"/>
            <a:ext cx="3943800" cy="156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086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</a:t>
            </a:r>
            <a:r>
              <a:rPr b="0" lang="en-GB" sz="1800" spc="-12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exists</a:t>
            </a:r>
            <a:r>
              <a:rPr b="0" lang="en-GB" sz="1800" spc="-7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?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Can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it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be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generated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719ece"/>
                </a:solidFill>
                <a:latin typeface="Arial"/>
              </a:rPr>
              <a:t>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462960">
              <a:lnSpc>
                <a:spcPts val="2013"/>
              </a:lnSpc>
            </a:pP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No,</a:t>
            </a:r>
            <a:r>
              <a:rPr b="0" lang="en-GB" sz="1800" spc="-32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Rule3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can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021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Rule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3</a:t>
            </a:r>
            <a:r>
              <a:rPr b="0" lang="en-GB" sz="1800" spc="-32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needs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D,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exists,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generated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719ece"/>
                </a:solidFill>
                <a:latin typeface="Arial"/>
              </a:rPr>
              <a:t>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462960">
              <a:lnSpc>
                <a:spcPts val="2013"/>
              </a:lnSpc>
            </a:pP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Doesn’t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exist,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Rule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2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can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013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Rule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2</a:t>
            </a:r>
            <a:r>
              <a:rPr b="0" lang="en-GB" sz="1800" spc="-32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needs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C,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exists,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generated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719ece"/>
                </a:solidFill>
                <a:latin typeface="Arial"/>
              </a:rPr>
              <a:t>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462960">
              <a:lnSpc>
                <a:spcPts val="2089"/>
              </a:lnSpc>
            </a:pP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Doesn’t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exist,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Rule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1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can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1" name="object 49"/>
          <p:cNvSpPr/>
          <p:nvPr/>
        </p:nvSpPr>
        <p:spPr>
          <a:xfrm>
            <a:off x="4696560" y="3178800"/>
            <a:ext cx="118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Schedule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52" strike="noStrike">
                <a:solidFill>
                  <a:srgbClr val="be0040"/>
                </a:solidFill>
                <a:latin typeface="Arial"/>
              </a:rPr>
              <a:t>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2" name="object 50"/>
          <p:cNvSpPr/>
          <p:nvPr/>
        </p:nvSpPr>
        <p:spPr>
          <a:xfrm>
            <a:off x="4730760" y="3769920"/>
            <a:ext cx="1190880" cy="421920"/>
          </a:xfrm>
          <a:prstGeom prst="rect">
            <a:avLst/>
          </a:prstGeom>
          <a:noFill/>
          <a:ln w="29159">
            <a:solidFill>
              <a:srgbClr val="b3c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676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13" name="object 51"/>
          <p:cNvGrpSpPr/>
          <p:nvPr/>
        </p:nvGrpSpPr>
        <p:grpSpPr>
          <a:xfrm>
            <a:off x="5921640" y="4002120"/>
            <a:ext cx="500400" cy="108360"/>
            <a:chOff x="5921640" y="4002120"/>
            <a:chExt cx="500400" cy="108360"/>
          </a:xfrm>
        </p:grpSpPr>
        <p:sp>
          <p:nvSpPr>
            <p:cNvPr id="614" name="object 52"/>
            <p:cNvSpPr/>
            <p:nvPr/>
          </p:nvSpPr>
          <p:spPr>
            <a:xfrm>
              <a:off x="5921640" y="405612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5" name="object 53"/>
            <p:cNvSpPr/>
            <p:nvPr/>
          </p:nvSpPr>
          <p:spPr>
            <a:xfrm>
              <a:off x="6313680" y="400212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7988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16" name="object 54"/>
          <p:cNvSpPr/>
          <p:nvPr/>
        </p:nvSpPr>
        <p:spPr>
          <a:xfrm>
            <a:off x="6429600" y="3772800"/>
            <a:ext cx="1190880" cy="421200"/>
          </a:xfrm>
          <a:prstGeom prst="rect">
            <a:avLst/>
          </a:prstGeom>
          <a:noFill/>
          <a:ln w="29159">
            <a:solidFill>
              <a:srgbClr val="ffa9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240" bIns="0" anchor="t">
            <a:spAutoFit/>
          </a:bodyPr>
          <a:p>
            <a:pPr marL="265320">
              <a:lnSpc>
                <a:spcPct val="100000"/>
              </a:lnSpc>
              <a:spcBef>
                <a:spcPts val="115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17" name="object 55"/>
          <p:cNvGrpSpPr/>
          <p:nvPr/>
        </p:nvGrpSpPr>
        <p:grpSpPr>
          <a:xfrm>
            <a:off x="7620480" y="3978360"/>
            <a:ext cx="500400" cy="108360"/>
            <a:chOff x="7620480" y="3978360"/>
            <a:chExt cx="500400" cy="108360"/>
          </a:xfrm>
        </p:grpSpPr>
        <p:sp>
          <p:nvSpPr>
            <p:cNvPr id="618" name="object 56"/>
            <p:cNvSpPr/>
            <p:nvPr/>
          </p:nvSpPr>
          <p:spPr>
            <a:xfrm>
              <a:off x="7620480" y="40323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19" name="object 57"/>
            <p:cNvSpPr/>
            <p:nvPr/>
          </p:nvSpPr>
          <p:spPr>
            <a:xfrm>
              <a:off x="8012520" y="39783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20" name="object 58"/>
          <p:cNvSpPr/>
          <p:nvPr/>
        </p:nvSpPr>
        <p:spPr>
          <a:xfrm>
            <a:off x="8132040" y="3754080"/>
            <a:ext cx="1190880" cy="422640"/>
          </a:xfrm>
          <a:prstGeom prst="rect">
            <a:avLst/>
          </a:prstGeom>
          <a:noFill/>
          <a:ln w="29159">
            <a:solidFill>
              <a:srgbClr val="aecf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66040">
              <a:lnSpc>
                <a:spcPct val="100000"/>
              </a:lnSpc>
              <a:spcBef>
                <a:spcPts val="117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object 2"/>
          <p:cNvSpPr/>
          <p:nvPr/>
        </p:nvSpPr>
        <p:spPr>
          <a:xfrm>
            <a:off x="1367280" y="1605960"/>
            <a:ext cx="1190880" cy="421920"/>
          </a:xfrm>
          <a:prstGeom prst="rect">
            <a:avLst/>
          </a:prstGeom>
          <a:noFill/>
          <a:ln w="29159">
            <a:solidFill>
              <a:srgbClr val="b3c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532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2" name="object 3"/>
          <p:cNvSpPr/>
          <p:nvPr/>
        </p:nvSpPr>
        <p:spPr>
          <a:xfrm>
            <a:off x="438840" y="13914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79"/>
                </a:moveTo>
                <a:lnTo>
                  <a:pt x="421382" y="230219"/>
                </a:lnTo>
                <a:lnTo>
                  <a:pt x="399961" y="274319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7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402" y="351936"/>
                </a:lnTo>
                <a:lnTo>
                  <a:pt x="83835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79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5" y="37879"/>
                </a:lnTo>
                <a:lnTo>
                  <a:pt x="132396" y="13823"/>
                </a:lnTo>
                <a:lnTo>
                  <a:pt x="186254" y="1547"/>
                </a:lnTo>
                <a:lnTo>
                  <a:pt x="214198" y="0"/>
                </a:lnTo>
                <a:lnTo>
                  <a:pt x="242356" y="1547"/>
                </a:lnTo>
                <a:lnTo>
                  <a:pt x="296372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79"/>
                </a:lnTo>
                <a:close/>
              </a:path>
            </a:pathLst>
          </a:custGeom>
          <a:noFill/>
          <a:ln w="29159">
            <a:solidFill>
              <a:srgbClr val="ff7f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3" name="object 4"/>
          <p:cNvSpPr/>
          <p:nvPr/>
        </p:nvSpPr>
        <p:spPr>
          <a:xfrm>
            <a:off x="593280" y="1412280"/>
            <a:ext cx="178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A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4" name="object 5"/>
          <p:cNvSpPr/>
          <p:nvPr/>
        </p:nvSpPr>
        <p:spPr>
          <a:xfrm>
            <a:off x="446760" y="193104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80"/>
                </a:moveTo>
                <a:lnTo>
                  <a:pt x="421382" y="230224"/>
                </a:lnTo>
                <a:lnTo>
                  <a:pt x="399961" y="274320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905" y="359595"/>
                </a:lnTo>
                <a:lnTo>
                  <a:pt x="214553" y="365760"/>
                </a:lnTo>
                <a:lnTo>
                  <a:pt x="186402" y="364213"/>
                </a:lnTo>
                <a:lnTo>
                  <a:pt x="132391" y="351942"/>
                </a:lnTo>
                <a:lnTo>
                  <a:pt x="83830" y="327885"/>
                </a:lnTo>
                <a:lnTo>
                  <a:pt x="44356" y="294200"/>
                </a:lnTo>
                <a:lnTo>
                  <a:pt x="16405" y="252847"/>
                </a:lnTo>
                <a:lnTo>
                  <a:pt x="1868" y="206788"/>
                </a:lnTo>
                <a:lnTo>
                  <a:pt x="0" y="182880"/>
                </a:lnTo>
                <a:lnTo>
                  <a:pt x="1868" y="158978"/>
                </a:lnTo>
                <a:lnTo>
                  <a:pt x="16405" y="112919"/>
                </a:lnTo>
                <a:lnTo>
                  <a:pt x="44356" y="71566"/>
                </a:lnTo>
                <a:lnTo>
                  <a:pt x="83830" y="37886"/>
                </a:lnTo>
                <a:lnTo>
                  <a:pt x="132386" y="13823"/>
                </a:lnTo>
                <a:lnTo>
                  <a:pt x="186252" y="1547"/>
                </a:lnTo>
                <a:lnTo>
                  <a:pt x="214198" y="0"/>
                </a:lnTo>
                <a:lnTo>
                  <a:pt x="242349" y="1547"/>
                </a:lnTo>
                <a:lnTo>
                  <a:pt x="296360" y="13823"/>
                </a:lnTo>
                <a:lnTo>
                  <a:pt x="344929" y="37886"/>
                </a:lnTo>
                <a:lnTo>
                  <a:pt x="384407" y="71566"/>
                </a:lnTo>
                <a:lnTo>
                  <a:pt x="412359" y="112919"/>
                </a:lnTo>
                <a:lnTo>
                  <a:pt x="426896" y="158978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ff0000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5" name="object 6"/>
          <p:cNvSpPr/>
          <p:nvPr/>
        </p:nvSpPr>
        <p:spPr>
          <a:xfrm>
            <a:off x="600840" y="1951920"/>
            <a:ext cx="1782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B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6" name="PlaceHolder 1"/>
          <p:cNvSpPr>
            <a:spLocks noGrp="1"/>
          </p:cNvSpPr>
          <p:nvPr>
            <p:ph type="title"/>
          </p:nvPr>
        </p:nvSpPr>
        <p:spPr>
          <a:xfrm>
            <a:off x="435600" y="199080"/>
            <a:ext cx="983880" cy="959400"/>
          </a:xfrm>
          <a:prstGeom prst="rect">
            <a:avLst/>
          </a:prstGeom>
          <a:noFill/>
          <a:ln w="0">
            <a:noFill/>
          </a:ln>
        </p:spPr>
        <p:txBody>
          <a:bodyPr lIns="0" rIns="0" tIns="12600" bIns="0" anchor="t">
            <a:noAutofit/>
          </a:bodyPr>
          <a:p>
            <a:pPr marL="12600" indent="44280">
              <a:lnSpc>
                <a:spcPct val="153000"/>
              </a:lnSpc>
              <a:spcBef>
                <a:spcPts val="99"/>
              </a:spcBef>
              <a:buNone/>
              <a:tabLst>
                <a:tab algn="l" pos="0"/>
              </a:tabLst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.smk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21" strike="noStrike">
                <a:solidFill>
                  <a:srgbClr val="be0040"/>
                </a:solidFill>
                <a:latin typeface="Arial"/>
              </a:rPr>
              <a:t>file </a:t>
            </a: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Input</a:t>
            </a:r>
            <a:endParaRPr b="0" lang="en-GB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7" name="object 8"/>
          <p:cNvSpPr/>
          <p:nvPr/>
        </p:nvSpPr>
        <p:spPr>
          <a:xfrm>
            <a:off x="2960640" y="776160"/>
            <a:ext cx="775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2" strike="noStrike">
                <a:solidFill>
                  <a:srgbClr val="000000"/>
                </a:solidFill>
                <a:latin typeface="Arial"/>
              </a:rPr>
              <a:t>Output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28" name="object 9"/>
          <p:cNvGrpSpPr/>
          <p:nvPr/>
        </p:nvGrpSpPr>
        <p:grpSpPr>
          <a:xfrm>
            <a:off x="867240" y="1582560"/>
            <a:ext cx="499680" cy="262080"/>
            <a:chOff x="867240" y="1582560"/>
            <a:chExt cx="499680" cy="262080"/>
          </a:xfrm>
        </p:grpSpPr>
        <p:sp>
          <p:nvSpPr>
            <p:cNvPr id="629" name="object 10"/>
            <p:cNvSpPr/>
            <p:nvPr/>
          </p:nvSpPr>
          <p:spPr>
            <a:xfrm>
              <a:off x="867240" y="1582560"/>
              <a:ext cx="410400" cy="215640"/>
            </a:xfrm>
            <a:custGeom>
              <a:avLst/>
              <a:gdLst>
                <a:gd name="textAreaLeft" fmla="*/ 0 w 410400"/>
                <a:gd name="textAreaRight" fmla="*/ 410760 w 410400"/>
                <a:gd name="textAreaTop" fmla="*/ 0 h 215640"/>
                <a:gd name="textAreaBottom" fmla="*/ 216000 h 215640"/>
              </a:gdLst>
              <a:ahLst/>
              <a:rect l="textAreaLeft" t="textAreaTop" r="textAreaRight" b="textAreaBottom"/>
              <a:pathLst>
                <a:path w="410844" h="215900">
                  <a:moveTo>
                    <a:pt x="0" y="0"/>
                  </a:moveTo>
                  <a:lnTo>
                    <a:pt x="410756" y="215277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0" name="object 11"/>
            <p:cNvSpPr/>
            <p:nvPr/>
          </p:nvSpPr>
          <p:spPr>
            <a:xfrm>
              <a:off x="1246680" y="1746720"/>
              <a:ext cx="120240" cy="9792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97920"/>
                <a:gd name="textAreaBottom" fmla="*/ 98280 h 97920"/>
              </a:gdLst>
              <a:ahLst/>
              <a:rect l="textAreaLeft" t="textAreaTop" r="textAreaRight" b="textAreaBottom"/>
              <a:pathLst>
                <a:path w="120650" h="98425">
                  <a:moveTo>
                    <a:pt x="50037" y="0"/>
                  </a:moveTo>
                  <a:lnTo>
                    <a:pt x="0" y="95757"/>
                  </a:lnTo>
                  <a:lnTo>
                    <a:pt x="120599" y="97916"/>
                  </a:lnTo>
                  <a:lnTo>
                    <a:pt x="50037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31" name="object 12"/>
          <p:cNvGrpSpPr/>
          <p:nvPr/>
        </p:nvGrpSpPr>
        <p:grpSpPr>
          <a:xfrm>
            <a:off x="875160" y="1935720"/>
            <a:ext cx="492120" cy="171000"/>
            <a:chOff x="875160" y="1935720"/>
            <a:chExt cx="492120" cy="171000"/>
          </a:xfrm>
        </p:grpSpPr>
        <p:sp>
          <p:nvSpPr>
            <p:cNvPr id="632" name="object 13"/>
            <p:cNvSpPr/>
            <p:nvPr/>
          </p:nvSpPr>
          <p:spPr>
            <a:xfrm>
              <a:off x="875160" y="1985040"/>
              <a:ext cx="396000" cy="121680"/>
            </a:xfrm>
            <a:custGeom>
              <a:avLst/>
              <a:gdLst>
                <a:gd name="textAreaLeft" fmla="*/ 0 w 396000"/>
                <a:gd name="textAreaRight" fmla="*/ 396360 w 396000"/>
                <a:gd name="textAreaTop" fmla="*/ 0 h 121680"/>
                <a:gd name="textAreaBottom" fmla="*/ 122040 h 121680"/>
              </a:gdLst>
              <a:ahLst/>
              <a:rect l="textAreaLeft" t="textAreaTop" r="textAreaRight" b="textAreaBottom"/>
              <a:pathLst>
                <a:path w="396240" h="121919">
                  <a:moveTo>
                    <a:pt x="0" y="121323"/>
                  </a:moveTo>
                  <a:lnTo>
                    <a:pt x="395643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3" name="object 14"/>
            <p:cNvSpPr/>
            <p:nvPr/>
          </p:nvSpPr>
          <p:spPr>
            <a:xfrm>
              <a:off x="1248120" y="1935720"/>
              <a:ext cx="119160" cy="103320"/>
            </a:xfrm>
            <a:custGeom>
              <a:avLst/>
              <a:gdLst>
                <a:gd name="textAreaLeft" fmla="*/ 0 w 119160"/>
                <a:gd name="textAreaRight" fmla="*/ 119520 w 119160"/>
                <a:gd name="textAreaTop" fmla="*/ 0 h 103320"/>
                <a:gd name="textAreaBottom" fmla="*/ 103680 h 103320"/>
              </a:gdLst>
              <a:ahLst/>
              <a:rect l="textAreaLeft" t="textAreaTop" r="textAreaRight" b="textAreaBottom"/>
              <a:pathLst>
                <a:path w="119380" h="103505">
                  <a:moveTo>
                    <a:pt x="0" y="0"/>
                  </a:moveTo>
                  <a:lnTo>
                    <a:pt x="31686" y="102958"/>
                  </a:lnTo>
                  <a:lnTo>
                    <a:pt x="119164" y="1979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34" name="object 15"/>
          <p:cNvSpPr/>
          <p:nvPr/>
        </p:nvSpPr>
        <p:spPr>
          <a:xfrm>
            <a:off x="3081960" y="17406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20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911" y="359595"/>
                </a:lnTo>
                <a:lnTo>
                  <a:pt x="214566" y="365760"/>
                </a:lnTo>
                <a:lnTo>
                  <a:pt x="186408" y="364213"/>
                </a:lnTo>
                <a:lnTo>
                  <a:pt x="132391" y="351942"/>
                </a:lnTo>
                <a:lnTo>
                  <a:pt x="83830" y="327885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0" y="37879"/>
                </a:lnTo>
                <a:lnTo>
                  <a:pt x="132391" y="13823"/>
                </a:lnTo>
                <a:lnTo>
                  <a:pt x="186408" y="1547"/>
                </a:lnTo>
                <a:lnTo>
                  <a:pt x="214566" y="0"/>
                </a:lnTo>
                <a:lnTo>
                  <a:pt x="242509" y="1547"/>
                </a:lnTo>
                <a:lnTo>
                  <a:pt x="296367" y="13823"/>
                </a:lnTo>
                <a:lnTo>
                  <a:pt x="344929" y="37879"/>
                </a:lnTo>
                <a:lnTo>
                  <a:pt x="384407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80d3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5" name="object 16"/>
          <p:cNvSpPr/>
          <p:nvPr/>
        </p:nvSpPr>
        <p:spPr>
          <a:xfrm>
            <a:off x="3236040" y="176148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36" name="object 17"/>
          <p:cNvGrpSpPr/>
          <p:nvPr/>
        </p:nvGrpSpPr>
        <p:grpSpPr>
          <a:xfrm>
            <a:off x="2558160" y="1838160"/>
            <a:ext cx="500400" cy="108360"/>
            <a:chOff x="2558160" y="1838160"/>
            <a:chExt cx="500400" cy="108360"/>
          </a:xfrm>
        </p:grpSpPr>
        <p:sp>
          <p:nvSpPr>
            <p:cNvPr id="637" name="object 18"/>
            <p:cNvSpPr/>
            <p:nvPr/>
          </p:nvSpPr>
          <p:spPr>
            <a:xfrm>
              <a:off x="2558160" y="18921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38" name="object 19"/>
            <p:cNvSpPr/>
            <p:nvPr/>
          </p:nvSpPr>
          <p:spPr>
            <a:xfrm>
              <a:off x="2950200" y="18381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39" name="object 20"/>
          <p:cNvSpPr/>
          <p:nvPr/>
        </p:nvSpPr>
        <p:spPr>
          <a:xfrm>
            <a:off x="1351440" y="2545560"/>
            <a:ext cx="1190880" cy="421920"/>
          </a:xfrm>
          <a:prstGeom prst="rect">
            <a:avLst/>
          </a:prstGeom>
          <a:noFill/>
          <a:ln w="29159">
            <a:solidFill>
              <a:srgbClr val="ffa9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604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0" name="object 21"/>
          <p:cNvSpPr/>
          <p:nvPr/>
        </p:nvSpPr>
        <p:spPr>
          <a:xfrm>
            <a:off x="3066120" y="268020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52" y="182880"/>
                </a:moveTo>
                <a:lnTo>
                  <a:pt x="421376" y="230224"/>
                </a:lnTo>
                <a:lnTo>
                  <a:pt x="399961" y="274319"/>
                </a:lnTo>
                <a:lnTo>
                  <a:pt x="365985" y="312123"/>
                </a:lnTo>
                <a:lnTo>
                  <a:pt x="321475" y="341287"/>
                </a:lnTo>
                <a:lnTo>
                  <a:pt x="269860" y="359595"/>
                </a:lnTo>
                <a:lnTo>
                  <a:pt x="214198" y="365760"/>
                </a:lnTo>
                <a:lnTo>
                  <a:pt x="186252" y="364213"/>
                </a:lnTo>
                <a:lnTo>
                  <a:pt x="132386" y="351942"/>
                </a:lnTo>
                <a:lnTo>
                  <a:pt x="83824" y="327885"/>
                </a:lnTo>
                <a:lnTo>
                  <a:pt x="44349" y="294200"/>
                </a:lnTo>
                <a:lnTo>
                  <a:pt x="16394" y="252847"/>
                </a:lnTo>
                <a:lnTo>
                  <a:pt x="1866" y="206788"/>
                </a:lnTo>
                <a:lnTo>
                  <a:pt x="0" y="182880"/>
                </a:lnTo>
                <a:lnTo>
                  <a:pt x="1866" y="158978"/>
                </a:lnTo>
                <a:lnTo>
                  <a:pt x="16394" y="112919"/>
                </a:lnTo>
                <a:lnTo>
                  <a:pt x="44349" y="71566"/>
                </a:lnTo>
                <a:lnTo>
                  <a:pt x="83824" y="37886"/>
                </a:lnTo>
                <a:lnTo>
                  <a:pt x="132386" y="13823"/>
                </a:lnTo>
                <a:lnTo>
                  <a:pt x="186252" y="1547"/>
                </a:lnTo>
                <a:lnTo>
                  <a:pt x="214198" y="0"/>
                </a:lnTo>
                <a:lnTo>
                  <a:pt x="242349" y="1547"/>
                </a:lnTo>
                <a:lnTo>
                  <a:pt x="296360" y="13823"/>
                </a:lnTo>
                <a:lnTo>
                  <a:pt x="344929" y="37886"/>
                </a:lnTo>
                <a:lnTo>
                  <a:pt x="384407" y="71566"/>
                </a:lnTo>
                <a:lnTo>
                  <a:pt x="412357" y="112919"/>
                </a:lnTo>
                <a:lnTo>
                  <a:pt x="426885" y="158978"/>
                </a:lnTo>
                <a:lnTo>
                  <a:pt x="428752" y="182880"/>
                </a:lnTo>
                <a:close/>
              </a:path>
            </a:pathLst>
          </a:custGeom>
          <a:noFill/>
          <a:ln w="29159">
            <a:solidFill>
              <a:srgbClr val="7f007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1" name="object 22"/>
          <p:cNvSpPr/>
          <p:nvPr/>
        </p:nvSpPr>
        <p:spPr>
          <a:xfrm>
            <a:off x="3220920" y="270144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42" name="object 23"/>
          <p:cNvGrpSpPr/>
          <p:nvPr/>
        </p:nvGrpSpPr>
        <p:grpSpPr>
          <a:xfrm>
            <a:off x="2542320" y="2777760"/>
            <a:ext cx="500400" cy="108360"/>
            <a:chOff x="2542320" y="2777760"/>
            <a:chExt cx="500400" cy="108360"/>
          </a:xfrm>
        </p:grpSpPr>
        <p:sp>
          <p:nvSpPr>
            <p:cNvPr id="643" name="object 24"/>
            <p:cNvSpPr/>
            <p:nvPr/>
          </p:nvSpPr>
          <p:spPr>
            <a:xfrm>
              <a:off x="2542320" y="28317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44" name="object 25"/>
            <p:cNvSpPr/>
            <p:nvPr/>
          </p:nvSpPr>
          <p:spPr>
            <a:xfrm>
              <a:off x="2934360" y="27777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45" name="object 26"/>
          <p:cNvSpPr/>
          <p:nvPr/>
        </p:nvSpPr>
        <p:spPr>
          <a:xfrm>
            <a:off x="1339560" y="3519000"/>
            <a:ext cx="1190880" cy="422640"/>
          </a:xfrm>
          <a:prstGeom prst="rect">
            <a:avLst/>
          </a:prstGeom>
          <a:noFill/>
          <a:ln w="29159">
            <a:solidFill>
              <a:srgbClr val="aecf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66760">
              <a:lnSpc>
                <a:spcPct val="100000"/>
              </a:lnSpc>
              <a:spcBef>
                <a:spcPts val="117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 3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6" name="object 27"/>
          <p:cNvSpPr/>
          <p:nvPr/>
        </p:nvSpPr>
        <p:spPr>
          <a:xfrm>
            <a:off x="3054240" y="343944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60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20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7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402" y="351936"/>
                </a:lnTo>
                <a:lnTo>
                  <a:pt x="83835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5" y="37879"/>
                </a:lnTo>
                <a:lnTo>
                  <a:pt x="132402" y="13823"/>
                </a:lnTo>
                <a:lnTo>
                  <a:pt x="186410" y="1547"/>
                </a:lnTo>
                <a:lnTo>
                  <a:pt x="214566" y="0"/>
                </a:lnTo>
                <a:lnTo>
                  <a:pt x="242511" y="1547"/>
                </a:lnTo>
                <a:lnTo>
                  <a:pt x="296378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2ae2e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7" name="object 28"/>
          <p:cNvSpPr/>
          <p:nvPr/>
        </p:nvSpPr>
        <p:spPr>
          <a:xfrm>
            <a:off x="414720" y="2688120"/>
            <a:ext cx="428760" cy="365400"/>
          </a:xfrm>
          <a:custGeom>
            <a:avLst/>
            <a:gdLst>
              <a:gd name="textAreaLeft" fmla="*/ 0 w 428760"/>
              <a:gd name="textAreaRight" fmla="*/ 429120 w 428760"/>
              <a:gd name="textAreaTop" fmla="*/ 0 h 365400"/>
              <a:gd name="textAreaBottom" fmla="*/ 365760 h 365400"/>
            </a:gdLst>
            <a:ahLst/>
            <a:rect l="textAreaLeft" t="textAreaTop" r="textAreaRight" b="textAreaBottom"/>
            <a:pathLst>
              <a:path w="429259" h="365760">
                <a:moveTo>
                  <a:pt x="428764" y="182880"/>
                </a:moveTo>
                <a:lnTo>
                  <a:pt x="421382" y="230219"/>
                </a:lnTo>
                <a:lnTo>
                  <a:pt x="399961" y="274319"/>
                </a:lnTo>
                <a:lnTo>
                  <a:pt x="365987" y="312121"/>
                </a:lnTo>
                <a:lnTo>
                  <a:pt x="321487" y="341274"/>
                </a:lnTo>
                <a:lnTo>
                  <a:pt x="269913" y="359594"/>
                </a:lnTo>
                <a:lnTo>
                  <a:pt x="214566" y="365760"/>
                </a:lnTo>
                <a:lnTo>
                  <a:pt x="186410" y="364212"/>
                </a:lnTo>
                <a:lnTo>
                  <a:pt x="132397" y="351936"/>
                </a:lnTo>
                <a:lnTo>
                  <a:pt x="83830" y="327880"/>
                </a:lnTo>
                <a:lnTo>
                  <a:pt x="44356" y="294200"/>
                </a:lnTo>
                <a:lnTo>
                  <a:pt x="16405" y="252842"/>
                </a:lnTo>
                <a:lnTo>
                  <a:pt x="1868" y="206786"/>
                </a:lnTo>
                <a:lnTo>
                  <a:pt x="0" y="182880"/>
                </a:lnTo>
                <a:lnTo>
                  <a:pt x="1868" y="158973"/>
                </a:lnTo>
                <a:lnTo>
                  <a:pt x="16405" y="112917"/>
                </a:lnTo>
                <a:lnTo>
                  <a:pt x="44356" y="71559"/>
                </a:lnTo>
                <a:lnTo>
                  <a:pt x="83830" y="37879"/>
                </a:lnTo>
                <a:lnTo>
                  <a:pt x="132391" y="13823"/>
                </a:lnTo>
                <a:lnTo>
                  <a:pt x="186254" y="1547"/>
                </a:lnTo>
                <a:lnTo>
                  <a:pt x="214198" y="0"/>
                </a:lnTo>
                <a:lnTo>
                  <a:pt x="242354" y="1547"/>
                </a:lnTo>
                <a:lnTo>
                  <a:pt x="296367" y="13823"/>
                </a:lnTo>
                <a:lnTo>
                  <a:pt x="344934" y="37879"/>
                </a:lnTo>
                <a:lnTo>
                  <a:pt x="384408" y="71559"/>
                </a:lnTo>
                <a:lnTo>
                  <a:pt x="412359" y="112917"/>
                </a:lnTo>
                <a:lnTo>
                  <a:pt x="426896" y="158973"/>
                </a:lnTo>
                <a:lnTo>
                  <a:pt x="428764" y="182880"/>
                </a:lnTo>
                <a:close/>
              </a:path>
            </a:pathLst>
          </a:custGeom>
          <a:noFill/>
          <a:ln w="29159">
            <a:solidFill>
              <a:srgbClr val="80d31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8" name="object 29"/>
          <p:cNvSpPr/>
          <p:nvPr/>
        </p:nvSpPr>
        <p:spPr>
          <a:xfrm>
            <a:off x="569160" y="270900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C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49" name="object 30"/>
          <p:cNvGrpSpPr/>
          <p:nvPr/>
        </p:nvGrpSpPr>
        <p:grpSpPr>
          <a:xfrm>
            <a:off x="851400" y="2793600"/>
            <a:ext cx="500400" cy="108360"/>
            <a:chOff x="851400" y="2793600"/>
            <a:chExt cx="500400" cy="108360"/>
          </a:xfrm>
        </p:grpSpPr>
        <p:sp>
          <p:nvSpPr>
            <p:cNvPr id="650" name="object 31"/>
            <p:cNvSpPr/>
            <p:nvPr/>
          </p:nvSpPr>
          <p:spPr>
            <a:xfrm>
              <a:off x="851400" y="284760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49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1" name="object 32"/>
            <p:cNvSpPr/>
            <p:nvPr/>
          </p:nvSpPr>
          <p:spPr>
            <a:xfrm>
              <a:off x="1243440" y="279360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7988"/>
                  </a:lnTo>
                  <a:lnTo>
                    <a:pt x="108000" y="53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grpSp>
        <p:nvGrpSpPr>
          <p:cNvPr id="652" name="object 33"/>
          <p:cNvGrpSpPr/>
          <p:nvPr/>
        </p:nvGrpSpPr>
        <p:grpSpPr>
          <a:xfrm>
            <a:off x="414720" y="3661200"/>
            <a:ext cx="925200" cy="365400"/>
            <a:chOff x="414720" y="3661200"/>
            <a:chExt cx="925200" cy="365400"/>
          </a:xfrm>
        </p:grpSpPr>
        <p:sp>
          <p:nvSpPr>
            <p:cNvPr id="653" name="object 34"/>
            <p:cNvSpPr/>
            <p:nvPr/>
          </p:nvSpPr>
          <p:spPr>
            <a:xfrm>
              <a:off x="839520" y="383652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4" name="object 35"/>
            <p:cNvSpPr/>
            <p:nvPr/>
          </p:nvSpPr>
          <p:spPr>
            <a:xfrm>
              <a:off x="1231560" y="378252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5" name="object 36"/>
            <p:cNvSpPr/>
            <p:nvPr/>
          </p:nvSpPr>
          <p:spPr>
            <a:xfrm>
              <a:off x="414720" y="3661200"/>
              <a:ext cx="428760" cy="365400"/>
            </a:xfrm>
            <a:custGeom>
              <a:avLst/>
              <a:gdLst>
                <a:gd name="textAreaLeft" fmla="*/ 0 w 428760"/>
                <a:gd name="textAreaRight" fmla="*/ 429120 w 42876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429259" h="365760">
                  <a:moveTo>
                    <a:pt x="428764" y="182880"/>
                  </a:moveTo>
                  <a:lnTo>
                    <a:pt x="421382" y="230224"/>
                  </a:lnTo>
                  <a:lnTo>
                    <a:pt x="399961" y="274319"/>
                  </a:lnTo>
                  <a:lnTo>
                    <a:pt x="365987" y="312123"/>
                  </a:lnTo>
                  <a:lnTo>
                    <a:pt x="321487" y="341287"/>
                  </a:lnTo>
                  <a:lnTo>
                    <a:pt x="269913" y="359595"/>
                  </a:lnTo>
                  <a:lnTo>
                    <a:pt x="214566" y="365760"/>
                  </a:lnTo>
                  <a:lnTo>
                    <a:pt x="186410" y="364213"/>
                  </a:lnTo>
                  <a:lnTo>
                    <a:pt x="132397" y="351942"/>
                  </a:lnTo>
                  <a:lnTo>
                    <a:pt x="83830" y="327885"/>
                  </a:lnTo>
                  <a:lnTo>
                    <a:pt x="44356" y="294200"/>
                  </a:lnTo>
                  <a:lnTo>
                    <a:pt x="16405" y="252847"/>
                  </a:lnTo>
                  <a:lnTo>
                    <a:pt x="1868" y="206788"/>
                  </a:lnTo>
                  <a:lnTo>
                    <a:pt x="0" y="182880"/>
                  </a:lnTo>
                  <a:lnTo>
                    <a:pt x="1868" y="158978"/>
                  </a:lnTo>
                  <a:lnTo>
                    <a:pt x="16405" y="112919"/>
                  </a:lnTo>
                  <a:lnTo>
                    <a:pt x="44356" y="71566"/>
                  </a:lnTo>
                  <a:lnTo>
                    <a:pt x="83830" y="37886"/>
                  </a:lnTo>
                  <a:lnTo>
                    <a:pt x="132391" y="13823"/>
                  </a:lnTo>
                  <a:lnTo>
                    <a:pt x="186254" y="1547"/>
                  </a:lnTo>
                  <a:lnTo>
                    <a:pt x="214198" y="0"/>
                  </a:lnTo>
                  <a:lnTo>
                    <a:pt x="242354" y="1547"/>
                  </a:lnTo>
                  <a:lnTo>
                    <a:pt x="296367" y="13823"/>
                  </a:lnTo>
                  <a:lnTo>
                    <a:pt x="344934" y="37886"/>
                  </a:lnTo>
                  <a:lnTo>
                    <a:pt x="384408" y="71566"/>
                  </a:lnTo>
                  <a:lnTo>
                    <a:pt x="412359" y="112919"/>
                  </a:lnTo>
                  <a:lnTo>
                    <a:pt x="426896" y="158978"/>
                  </a:lnTo>
                  <a:lnTo>
                    <a:pt x="428764" y="182880"/>
                  </a:lnTo>
                  <a:close/>
                </a:path>
              </a:pathLst>
            </a:custGeom>
            <a:noFill/>
            <a:ln w="29159">
              <a:solidFill>
                <a:srgbClr val="7f007f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grpSp>
        <p:nvGrpSpPr>
          <p:cNvPr id="656" name="object 37"/>
          <p:cNvGrpSpPr/>
          <p:nvPr/>
        </p:nvGrpSpPr>
        <p:grpSpPr>
          <a:xfrm>
            <a:off x="2530440" y="3805200"/>
            <a:ext cx="940320" cy="451800"/>
            <a:chOff x="2530440" y="3805200"/>
            <a:chExt cx="940320" cy="451800"/>
          </a:xfrm>
        </p:grpSpPr>
        <p:sp>
          <p:nvSpPr>
            <p:cNvPr id="657" name="object 38"/>
            <p:cNvSpPr/>
            <p:nvPr/>
          </p:nvSpPr>
          <p:spPr>
            <a:xfrm>
              <a:off x="2530440" y="3805200"/>
              <a:ext cx="411120" cy="181080"/>
            </a:xfrm>
            <a:custGeom>
              <a:avLst/>
              <a:gdLst>
                <a:gd name="textAreaLeft" fmla="*/ 0 w 411120"/>
                <a:gd name="textAreaRight" fmla="*/ 411480 w 411120"/>
                <a:gd name="textAreaTop" fmla="*/ 0 h 181080"/>
                <a:gd name="textAreaBottom" fmla="*/ 181440 h 181080"/>
              </a:gdLst>
              <a:ahLst/>
              <a:rect l="textAreaLeft" t="textAreaTop" r="textAreaRight" b="textAreaBottom"/>
              <a:pathLst>
                <a:path w="411480" h="181610">
                  <a:moveTo>
                    <a:pt x="0" y="0"/>
                  </a:moveTo>
                  <a:lnTo>
                    <a:pt x="411479" y="181444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58" name="object 39"/>
            <p:cNvSpPr/>
            <p:nvPr/>
          </p:nvSpPr>
          <p:spPr>
            <a:xfrm>
              <a:off x="2913480" y="3934440"/>
              <a:ext cx="120240" cy="98640"/>
            </a:xfrm>
            <a:custGeom>
              <a:avLst/>
              <a:gdLst>
                <a:gd name="textAreaLeft" fmla="*/ 0 w 120240"/>
                <a:gd name="textAreaRight" fmla="*/ 120600 w 120240"/>
                <a:gd name="textAreaTop" fmla="*/ 0 h 98640"/>
                <a:gd name="textAreaBottom" fmla="*/ 99000 h 98640"/>
              </a:gdLst>
              <a:ahLst/>
              <a:rect l="textAreaLeft" t="textAreaTop" r="textAreaRight" b="textAreaBottom"/>
              <a:pathLst>
                <a:path w="120650" h="99060">
                  <a:moveTo>
                    <a:pt x="43561" y="0"/>
                  </a:moveTo>
                  <a:lnTo>
                    <a:pt x="0" y="98640"/>
                  </a:lnTo>
                  <a:lnTo>
                    <a:pt x="120599" y="92887"/>
                  </a:lnTo>
                  <a:lnTo>
                    <a:pt x="43561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59" name="object 40"/>
            <p:cNvSpPr/>
            <p:nvPr/>
          </p:nvSpPr>
          <p:spPr>
            <a:xfrm>
              <a:off x="3042000" y="3891600"/>
              <a:ext cx="428760" cy="365400"/>
            </a:xfrm>
            <a:custGeom>
              <a:avLst/>
              <a:gdLst>
                <a:gd name="textAreaLeft" fmla="*/ 0 w 428760"/>
                <a:gd name="textAreaRight" fmla="*/ 429120 w 428760"/>
                <a:gd name="textAreaTop" fmla="*/ 0 h 365400"/>
                <a:gd name="textAreaBottom" fmla="*/ 365760 h 365400"/>
              </a:gdLst>
              <a:ahLst/>
              <a:rect l="textAreaLeft" t="textAreaTop" r="textAreaRight" b="textAreaBottom"/>
              <a:pathLst>
                <a:path w="429260" h="365760">
                  <a:moveTo>
                    <a:pt x="428752" y="182880"/>
                  </a:moveTo>
                  <a:lnTo>
                    <a:pt x="421370" y="230224"/>
                  </a:lnTo>
                  <a:lnTo>
                    <a:pt x="399948" y="274320"/>
                  </a:lnTo>
                  <a:lnTo>
                    <a:pt x="365974" y="312123"/>
                  </a:lnTo>
                  <a:lnTo>
                    <a:pt x="321475" y="341287"/>
                  </a:lnTo>
                  <a:lnTo>
                    <a:pt x="269905" y="359595"/>
                  </a:lnTo>
                  <a:lnTo>
                    <a:pt x="214553" y="365760"/>
                  </a:lnTo>
                  <a:lnTo>
                    <a:pt x="186402" y="364213"/>
                  </a:lnTo>
                  <a:lnTo>
                    <a:pt x="132391" y="351942"/>
                  </a:lnTo>
                  <a:lnTo>
                    <a:pt x="83822" y="327885"/>
                  </a:lnTo>
                  <a:lnTo>
                    <a:pt x="44344" y="294200"/>
                  </a:lnTo>
                  <a:lnTo>
                    <a:pt x="16394" y="252847"/>
                  </a:lnTo>
                  <a:lnTo>
                    <a:pt x="1866" y="206788"/>
                  </a:lnTo>
                  <a:lnTo>
                    <a:pt x="0" y="182880"/>
                  </a:lnTo>
                  <a:lnTo>
                    <a:pt x="1866" y="158973"/>
                  </a:lnTo>
                  <a:lnTo>
                    <a:pt x="16394" y="112917"/>
                  </a:lnTo>
                  <a:lnTo>
                    <a:pt x="44344" y="71564"/>
                  </a:lnTo>
                  <a:lnTo>
                    <a:pt x="83822" y="37881"/>
                  </a:lnTo>
                  <a:lnTo>
                    <a:pt x="132391" y="13823"/>
                  </a:lnTo>
                  <a:lnTo>
                    <a:pt x="186402" y="1547"/>
                  </a:lnTo>
                  <a:lnTo>
                    <a:pt x="214553" y="0"/>
                  </a:lnTo>
                  <a:lnTo>
                    <a:pt x="242499" y="1547"/>
                  </a:lnTo>
                  <a:lnTo>
                    <a:pt x="296365" y="13823"/>
                  </a:lnTo>
                  <a:lnTo>
                    <a:pt x="344921" y="37881"/>
                  </a:lnTo>
                  <a:lnTo>
                    <a:pt x="384395" y="71564"/>
                  </a:lnTo>
                  <a:lnTo>
                    <a:pt x="412346" y="112917"/>
                  </a:lnTo>
                  <a:lnTo>
                    <a:pt x="426883" y="158973"/>
                  </a:lnTo>
                  <a:lnTo>
                    <a:pt x="428752" y="182880"/>
                  </a:lnTo>
                  <a:close/>
                </a:path>
              </a:pathLst>
            </a:custGeom>
            <a:noFill/>
            <a:ln w="29159">
              <a:solidFill>
                <a:srgbClr val="ffff37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660" name="object 41"/>
          <p:cNvSpPr/>
          <p:nvPr/>
        </p:nvSpPr>
        <p:spPr>
          <a:xfrm>
            <a:off x="569160" y="3681720"/>
            <a:ext cx="19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D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1" name="object 42"/>
          <p:cNvSpPr/>
          <p:nvPr/>
        </p:nvSpPr>
        <p:spPr>
          <a:xfrm>
            <a:off x="3196800" y="3460680"/>
            <a:ext cx="203400" cy="73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23400">
              <a:lnSpc>
                <a:spcPct val="100000"/>
              </a:lnSpc>
              <a:spcBef>
                <a:spcPts val="99"/>
              </a:spcBef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F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ct val="100000"/>
              </a:lnSpc>
              <a:spcBef>
                <a:spcPts val="1400"/>
              </a:spcBef>
            </a:pPr>
            <a:r>
              <a:rPr b="1" lang="en-GB" sz="1800" spc="-52" strike="noStrike">
                <a:solidFill>
                  <a:srgbClr val="000000"/>
                </a:solidFill>
                <a:latin typeface="Arial"/>
              </a:rPr>
              <a:t>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62" name="object 43"/>
          <p:cNvGrpSpPr/>
          <p:nvPr/>
        </p:nvGrpSpPr>
        <p:grpSpPr>
          <a:xfrm>
            <a:off x="2530440" y="3610800"/>
            <a:ext cx="503280" cy="146160"/>
            <a:chOff x="2530440" y="3610800"/>
            <a:chExt cx="503280" cy="146160"/>
          </a:xfrm>
        </p:grpSpPr>
        <p:sp>
          <p:nvSpPr>
            <p:cNvPr id="663" name="object 44"/>
            <p:cNvSpPr/>
            <p:nvPr/>
          </p:nvSpPr>
          <p:spPr>
            <a:xfrm>
              <a:off x="2530440" y="3661560"/>
              <a:ext cx="405360" cy="95400"/>
            </a:xfrm>
            <a:custGeom>
              <a:avLst/>
              <a:gdLst>
                <a:gd name="textAreaLeft" fmla="*/ 0 w 405360"/>
                <a:gd name="textAreaRight" fmla="*/ 405720 w 405360"/>
                <a:gd name="textAreaTop" fmla="*/ 0 h 95400"/>
                <a:gd name="textAreaBottom" fmla="*/ 95760 h 95400"/>
              </a:gdLst>
              <a:ahLst/>
              <a:rect l="textAreaLeft" t="textAreaTop" r="textAreaRight" b="textAreaBottom"/>
              <a:pathLst>
                <a:path w="405764" h="95885">
                  <a:moveTo>
                    <a:pt x="0" y="95757"/>
                  </a:moveTo>
                  <a:lnTo>
                    <a:pt x="405358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64" name="object 45"/>
            <p:cNvSpPr/>
            <p:nvPr/>
          </p:nvSpPr>
          <p:spPr>
            <a:xfrm>
              <a:off x="2916720" y="3610800"/>
              <a:ext cx="117000" cy="105120"/>
            </a:xfrm>
            <a:custGeom>
              <a:avLst/>
              <a:gdLst>
                <a:gd name="textAreaLeft" fmla="*/ 0 w 117000"/>
                <a:gd name="textAreaRight" fmla="*/ 117360 w 117000"/>
                <a:gd name="textAreaTop" fmla="*/ 0 h 105120"/>
                <a:gd name="textAreaBottom" fmla="*/ 105480 h 105120"/>
              </a:gdLst>
              <a:ahLst/>
              <a:rect l="textAreaLeft" t="textAreaTop" r="textAreaRight" b="textAreaBottom"/>
              <a:pathLst>
                <a:path w="117475" h="105410">
                  <a:moveTo>
                    <a:pt x="0" y="0"/>
                  </a:moveTo>
                  <a:lnTo>
                    <a:pt x="24485" y="105117"/>
                  </a:lnTo>
                  <a:lnTo>
                    <a:pt x="117360" y="277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65" name="object 46"/>
          <p:cNvSpPr/>
          <p:nvPr/>
        </p:nvSpPr>
        <p:spPr>
          <a:xfrm>
            <a:off x="4444920" y="182520"/>
            <a:ext cx="4778640" cy="5246640"/>
          </a:xfrm>
          <a:custGeom>
            <a:avLst/>
            <a:gdLst>
              <a:gd name="textAreaLeft" fmla="*/ 0 w 4778640"/>
              <a:gd name="textAreaRight" fmla="*/ 4779000 w 4778640"/>
              <a:gd name="textAreaTop" fmla="*/ 0 h 5246640"/>
              <a:gd name="textAreaBottom" fmla="*/ 5247000 h 5246640"/>
            </a:gdLst>
            <a:ahLst/>
            <a:rect l="textAreaLeft" t="textAreaTop" r="textAreaRight" b="textAreaBottom"/>
            <a:pathLst>
              <a:path w="4779009" h="5247005">
                <a:moveTo>
                  <a:pt x="0" y="0"/>
                </a:moveTo>
                <a:lnTo>
                  <a:pt x="7912" y="5246636"/>
                </a:lnTo>
              </a:path>
              <a:path w="4779009" h="5247005">
                <a:moveTo>
                  <a:pt x="4778641" y="2817710"/>
                </a:moveTo>
                <a:lnTo>
                  <a:pt x="7912" y="2809798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6" name="object 47"/>
          <p:cNvSpPr/>
          <p:nvPr/>
        </p:nvSpPr>
        <p:spPr>
          <a:xfrm>
            <a:off x="4696560" y="273240"/>
            <a:ext cx="22708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Request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:</a:t>
            </a:r>
            <a:r>
              <a:rPr b="1" lang="en-GB" sz="1800" spc="-26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generate</a:t>
            </a:r>
            <a:r>
              <a:rPr b="0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G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7" name="object 48"/>
          <p:cNvSpPr/>
          <p:nvPr/>
        </p:nvSpPr>
        <p:spPr>
          <a:xfrm>
            <a:off x="4696560" y="784800"/>
            <a:ext cx="4019760" cy="207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ts val="2086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</a:t>
            </a:r>
            <a:r>
              <a:rPr b="0" lang="en-GB" sz="1800" spc="-12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exists</a:t>
            </a:r>
            <a:r>
              <a:rPr b="0" lang="en-GB" sz="1800" spc="-7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?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Can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it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be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generated</a:t>
            </a:r>
            <a:r>
              <a:rPr b="0" lang="en-GB" sz="1800" spc="-15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719ece"/>
                </a:solidFill>
                <a:latin typeface="Arial"/>
              </a:rPr>
              <a:t>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462960">
              <a:lnSpc>
                <a:spcPts val="2013"/>
              </a:lnSpc>
            </a:pP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No,</a:t>
            </a:r>
            <a:r>
              <a:rPr b="0" lang="en-GB" sz="1800" spc="-32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Rule3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can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021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Rule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3</a:t>
            </a:r>
            <a:r>
              <a:rPr b="0" lang="en-GB" sz="1800" spc="-32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needs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D,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exists,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generated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719ece"/>
                </a:solidFill>
                <a:latin typeface="Arial"/>
              </a:rPr>
              <a:t>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462960">
              <a:lnSpc>
                <a:spcPts val="2013"/>
              </a:lnSpc>
            </a:pP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Doesn’t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exist,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Rule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2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can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013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-1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Rule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2</a:t>
            </a:r>
            <a:r>
              <a:rPr b="0" lang="en-GB" sz="1800" spc="-32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needs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C,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exists,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generated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719ece"/>
                </a:solidFill>
                <a:latin typeface="Arial"/>
              </a:rPr>
              <a:t>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462960">
              <a:lnSpc>
                <a:spcPts val="2013"/>
              </a:lnSpc>
            </a:pP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Doesn’t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exist,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Rule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1</a:t>
            </a:r>
            <a:r>
              <a:rPr b="0" lang="en-GB" sz="1800" spc="-3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aecf94"/>
                </a:solidFill>
                <a:latin typeface="Arial"/>
              </a:rPr>
              <a:t>can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013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→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Rule</a:t>
            </a:r>
            <a:r>
              <a:rPr b="0" lang="en-GB" sz="1800" spc="-26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1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719ece"/>
                </a:solidFill>
                <a:latin typeface="Arial"/>
              </a:rPr>
              <a:t>needs</a:t>
            </a:r>
            <a:r>
              <a:rPr b="0" lang="en-GB" sz="1800" spc="-114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A,B,</a:t>
            </a:r>
            <a:r>
              <a:rPr b="0" lang="en-GB" sz="1800" spc="-12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exist,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719ece"/>
                </a:solidFill>
                <a:latin typeface="Arial"/>
              </a:rPr>
              <a:t>generated</a:t>
            </a:r>
            <a:r>
              <a:rPr b="0" lang="en-GB" sz="1800" spc="-21" strike="noStrike">
                <a:solidFill>
                  <a:srgbClr val="719ece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719ece"/>
                </a:solidFill>
                <a:latin typeface="Arial"/>
              </a:rPr>
              <a:t>?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462960">
              <a:lnSpc>
                <a:spcPts val="2089"/>
              </a:lnSpc>
            </a:pP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YES</a:t>
            </a:r>
            <a:r>
              <a:rPr b="0" lang="en-GB" sz="1800" spc="-1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aecf94"/>
                </a:solidFill>
                <a:latin typeface="Arial"/>
              </a:rPr>
              <a:t>!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8" name="object 49"/>
          <p:cNvSpPr/>
          <p:nvPr/>
        </p:nvSpPr>
        <p:spPr>
          <a:xfrm>
            <a:off x="4696560" y="3178800"/>
            <a:ext cx="118008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1" lang="en-GB" sz="1800" spc="-1" strike="noStrike">
                <a:solidFill>
                  <a:srgbClr val="be0040"/>
                </a:solidFill>
                <a:latin typeface="Arial"/>
              </a:rPr>
              <a:t>Schedule</a:t>
            </a:r>
            <a:r>
              <a:rPr b="1" lang="en-GB" sz="1800" spc="-41" strike="noStrike">
                <a:solidFill>
                  <a:srgbClr val="be0040"/>
                </a:solidFill>
                <a:latin typeface="Arial"/>
              </a:rPr>
              <a:t> </a:t>
            </a:r>
            <a:r>
              <a:rPr b="1" lang="en-GB" sz="1800" spc="-52" strike="noStrike">
                <a:solidFill>
                  <a:srgbClr val="be0040"/>
                </a:solidFill>
                <a:latin typeface="Arial"/>
              </a:rPr>
              <a:t>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9" name="object 50"/>
          <p:cNvSpPr/>
          <p:nvPr/>
        </p:nvSpPr>
        <p:spPr>
          <a:xfrm>
            <a:off x="4730760" y="3769920"/>
            <a:ext cx="1190880" cy="421920"/>
          </a:xfrm>
          <a:prstGeom prst="rect">
            <a:avLst/>
          </a:prstGeom>
          <a:noFill/>
          <a:ln w="29159">
            <a:solidFill>
              <a:srgbClr val="b3c6d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960" bIns="0" anchor="t">
            <a:spAutoFit/>
          </a:bodyPr>
          <a:p>
            <a:pPr marL="266760">
              <a:lnSpc>
                <a:spcPct val="100000"/>
              </a:lnSpc>
              <a:spcBef>
                <a:spcPts val="1165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70" name="object 51"/>
          <p:cNvGrpSpPr/>
          <p:nvPr/>
        </p:nvGrpSpPr>
        <p:grpSpPr>
          <a:xfrm>
            <a:off x="5921640" y="4002120"/>
            <a:ext cx="500400" cy="108360"/>
            <a:chOff x="5921640" y="4002120"/>
            <a:chExt cx="500400" cy="108360"/>
          </a:xfrm>
        </p:grpSpPr>
        <p:sp>
          <p:nvSpPr>
            <p:cNvPr id="671" name="object 52"/>
            <p:cNvSpPr/>
            <p:nvPr/>
          </p:nvSpPr>
          <p:spPr>
            <a:xfrm>
              <a:off x="5921640" y="405612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4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2" name="object 53"/>
            <p:cNvSpPr/>
            <p:nvPr/>
          </p:nvSpPr>
          <p:spPr>
            <a:xfrm>
              <a:off x="6313680" y="400212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0" y="0"/>
                  </a:moveTo>
                  <a:lnTo>
                    <a:pt x="0" y="107988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73" name="object 54"/>
          <p:cNvSpPr/>
          <p:nvPr/>
        </p:nvSpPr>
        <p:spPr>
          <a:xfrm>
            <a:off x="6429600" y="3772800"/>
            <a:ext cx="1190880" cy="421200"/>
          </a:xfrm>
          <a:prstGeom prst="rect">
            <a:avLst/>
          </a:prstGeom>
          <a:noFill/>
          <a:ln w="29159">
            <a:solidFill>
              <a:srgbClr val="ffa9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7240" bIns="0" anchor="t">
            <a:spAutoFit/>
          </a:bodyPr>
          <a:p>
            <a:pPr marL="265320">
              <a:lnSpc>
                <a:spcPct val="100000"/>
              </a:lnSpc>
              <a:spcBef>
                <a:spcPts val="115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74" name="object 55"/>
          <p:cNvGrpSpPr/>
          <p:nvPr/>
        </p:nvGrpSpPr>
        <p:grpSpPr>
          <a:xfrm>
            <a:off x="7620480" y="3978360"/>
            <a:ext cx="500400" cy="108360"/>
            <a:chOff x="7620480" y="3978360"/>
            <a:chExt cx="500400" cy="108360"/>
          </a:xfrm>
        </p:grpSpPr>
        <p:sp>
          <p:nvSpPr>
            <p:cNvPr id="675" name="object 56"/>
            <p:cNvSpPr/>
            <p:nvPr/>
          </p:nvSpPr>
          <p:spPr>
            <a:xfrm>
              <a:off x="7620480" y="4032360"/>
              <a:ext cx="398880" cy="360"/>
            </a:xfrm>
            <a:custGeom>
              <a:avLst/>
              <a:gdLst>
                <a:gd name="textAreaLeft" fmla="*/ 0 w 398880"/>
                <a:gd name="textAreaRight" fmla="*/ 399240 w 398880"/>
                <a:gd name="textAreaTop" fmla="*/ 0 h 360"/>
                <a:gd name="textAreaBottom" fmla="*/ 720 h 360"/>
              </a:gdLst>
              <a:ahLst/>
              <a:rect l="textAreaLeft" t="textAreaTop" r="textAreaRight" b="textAreaBottom"/>
              <a:pathLst>
                <a:path w="399415" h="0">
                  <a:moveTo>
                    <a:pt x="0" y="0"/>
                  </a:moveTo>
                  <a:lnTo>
                    <a:pt x="399237" y="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76" name="object 57"/>
            <p:cNvSpPr/>
            <p:nvPr/>
          </p:nvSpPr>
          <p:spPr>
            <a:xfrm>
              <a:off x="8012520" y="397836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4" h="108585">
                  <a:moveTo>
                    <a:pt x="0" y="0"/>
                  </a:moveTo>
                  <a:lnTo>
                    <a:pt x="0" y="108000"/>
                  </a:lnTo>
                  <a:lnTo>
                    <a:pt x="108000" y="54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77" name="object 58"/>
          <p:cNvSpPr/>
          <p:nvPr/>
        </p:nvSpPr>
        <p:spPr>
          <a:xfrm>
            <a:off x="8132040" y="3754080"/>
            <a:ext cx="1190880" cy="422640"/>
          </a:xfrm>
          <a:prstGeom prst="rect">
            <a:avLst/>
          </a:prstGeom>
          <a:noFill/>
          <a:ln w="29159">
            <a:solidFill>
              <a:srgbClr val="aecf94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148680" bIns="0" anchor="t">
            <a:spAutoFit/>
          </a:bodyPr>
          <a:p>
            <a:pPr marL="266040">
              <a:lnSpc>
                <a:spcPct val="100000"/>
              </a:lnSpc>
              <a:spcBef>
                <a:spcPts val="1171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Rule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3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object 2"/>
          <p:cNvSpPr/>
          <p:nvPr/>
        </p:nvSpPr>
        <p:spPr>
          <a:xfrm>
            <a:off x="303480" y="673200"/>
            <a:ext cx="4819320" cy="442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60480">
              <a:lnSpc>
                <a:spcPts val="2086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ff6c6c"/>
                </a:solidFill>
                <a:latin typeface="Arial"/>
              </a:rPr>
              <a:t>rule</a:t>
            </a:r>
            <a:r>
              <a:rPr b="0" lang="en-GB" sz="1800" spc="-32" strike="noStrike">
                <a:solidFill>
                  <a:srgbClr val="ff6c6c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ff6c6c"/>
                </a:solidFill>
                <a:latin typeface="Arial"/>
              </a:rPr>
              <a:t>Hello_world</a:t>
            </a:r>
            <a:r>
              <a:rPr b="0" lang="en-GB" sz="1800" spc="-12" strike="noStrike">
                <a:solidFill>
                  <a:srgbClr val="ffbe00"/>
                </a:solidFill>
                <a:latin typeface="Arial"/>
              </a:rPr>
              <a:t>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16080">
              <a:lnSpc>
                <a:spcPts val="2013"/>
              </a:lnSpc>
            </a:pPr>
            <a:r>
              <a:rPr b="1" lang="en-GB" sz="1800" spc="-1" strike="noStrike">
                <a:solidFill>
                  <a:srgbClr val="aecf94"/>
                </a:solidFill>
                <a:latin typeface="Arial"/>
              </a:rPr>
              <a:t>input:</a:t>
            </a:r>
            <a:r>
              <a:rPr b="1" lang="en-GB" sz="1800" spc="-5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"/home/ubuntu/requirement.txt"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16080">
              <a:lnSpc>
                <a:spcPts val="2013"/>
              </a:lnSpc>
            </a:pPr>
            <a:r>
              <a:rPr b="1" lang="en-GB" sz="1800" spc="-1" strike="noStrike">
                <a:solidFill>
                  <a:srgbClr val="aecf94"/>
                </a:solidFill>
                <a:latin typeface="Arial"/>
              </a:rPr>
              <a:t>output:</a:t>
            </a:r>
            <a:r>
              <a:rPr b="1" lang="en-GB" sz="1800" spc="-66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"</a:t>
            </a:r>
            <a:r>
              <a:rPr b="0" lang="en-GB" sz="1800" spc="-12" strike="noStrike">
                <a:solidFill>
                  <a:srgbClr val="5882af"/>
                </a:solidFill>
                <a:latin typeface="Arial"/>
              </a:rPr>
              <a:t>{path}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/snakemake.txt"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16080">
              <a:lnSpc>
                <a:spcPts val="2086"/>
              </a:lnSpc>
            </a:pPr>
            <a:r>
              <a:rPr b="1" lang="en-GB" sz="1800" spc="-1" strike="noStrike">
                <a:solidFill>
                  <a:srgbClr val="aecf94"/>
                </a:solidFill>
                <a:latin typeface="Arial"/>
              </a:rPr>
              <a:t>shell:</a:t>
            </a:r>
            <a:r>
              <a:rPr b="1" lang="en-GB" sz="1800" spc="-32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"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echo</a:t>
            </a:r>
            <a:r>
              <a:rPr b="0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HELLO</a:t>
            </a:r>
            <a:r>
              <a:rPr b="0" lang="en-GB" sz="1800" spc="-3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WORLD</a:t>
            </a:r>
            <a:r>
              <a:rPr b="0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&gt;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{output}"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1608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16080">
              <a:lnSpc>
                <a:spcPct val="100000"/>
              </a:lnSpc>
              <a:spcBef>
                <a:spcPts val="1159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50760">
              <a:lnSpc>
                <a:spcPts val="2086"/>
              </a:lnSpc>
            </a:pPr>
            <a:r>
              <a:rPr b="0" lang="en-GB" sz="1800" spc="-1" strike="noStrike">
                <a:solidFill>
                  <a:srgbClr val="ff6c6c"/>
                </a:solidFill>
                <a:latin typeface="Arial"/>
              </a:rPr>
              <a:t>rule</a:t>
            </a:r>
            <a:r>
              <a:rPr b="0" lang="en-GB" sz="1800" spc="-41" strike="noStrike">
                <a:solidFill>
                  <a:srgbClr val="ff6c6c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ff6c6c"/>
                </a:solidFill>
                <a:latin typeface="Arial"/>
              </a:rPr>
              <a:t>Hello_world</a:t>
            </a:r>
            <a:r>
              <a:rPr b="0" lang="en-GB" sz="1800" spc="-12" strike="noStrike">
                <a:solidFill>
                  <a:srgbClr val="ffbe00"/>
                </a:solidFill>
                <a:latin typeface="Arial"/>
              </a:rPr>
              <a:t>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06000">
              <a:lnSpc>
                <a:spcPts val="2013"/>
              </a:lnSpc>
            </a:pPr>
            <a:r>
              <a:rPr b="1" lang="en-GB" sz="1800" spc="-1" strike="noStrike">
                <a:solidFill>
                  <a:srgbClr val="aecf94"/>
                </a:solidFill>
                <a:latin typeface="Arial"/>
              </a:rPr>
              <a:t>input:</a:t>
            </a:r>
            <a:r>
              <a:rPr b="1" lang="en-GB" sz="1800" spc="-41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"</a:t>
            </a:r>
            <a:r>
              <a:rPr b="0" lang="en-GB" sz="1800" spc="-12" strike="noStrike">
                <a:solidFill>
                  <a:srgbClr val="5882af"/>
                </a:solidFill>
                <a:latin typeface="Arial"/>
              </a:rPr>
              <a:t>{path}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/requirement.txt"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06000">
              <a:lnSpc>
                <a:spcPts val="2013"/>
              </a:lnSpc>
            </a:pPr>
            <a:r>
              <a:rPr b="1" lang="en-GB" sz="1800" spc="-1" strike="noStrike">
                <a:solidFill>
                  <a:srgbClr val="aecf94"/>
                </a:solidFill>
                <a:latin typeface="Arial"/>
              </a:rPr>
              <a:t>output:</a:t>
            </a:r>
            <a:r>
              <a:rPr b="1" lang="en-GB" sz="1800" spc="-41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"</a:t>
            </a:r>
            <a:r>
              <a:rPr b="0" lang="en-GB" sz="1800" spc="-12" strike="noStrike">
                <a:solidFill>
                  <a:srgbClr val="5882af"/>
                </a:solidFill>
                <a:latin typeface="Arial"/>
              </a:rPr>
              <a:t>{path}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/snakemake.txt"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06000">
              <a:lnSpc>
                <a:spcPts val="2086"/>
              </a:lnSpc>
            </a:pPr>
            <a:r>
              <a:rPr b="1" lang="en-GB" sz="1800" spc="-1" strike="noStrike">
                <a:solidFill>
                  <a:srgbClr val="aecf94"/>
                </a:solidFill>
                <a:latin typeface="Arial"/>
              </a:rPr>
              <a:t>shell:</a:t>
            </a:r>
            <a:r>
              <a:rPr b="1" lang="en-GB" sz="1800" spc="-1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"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echo</a:t>
            </a:r>
            <a:r>
              <a:rPr b="0" lang="en-GB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HELLO</a:t>
            </a: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WORLD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&gt;</a:t>
            </a: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{output}"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06000"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306000">
              <a:lnSpc>
                <a:spcPct val="100000"/>
              </a:lnSpc>
              <a:spcBef>
                <a:spcPts val="329"/>
              </a:spcBef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089"/>
              </a:lnSpc>
            </a:pPr>
            <a:r>
              <a:rPr b="0" lang="en-GB" sz="1800" spc="-1" strike="noStrike">
                <a:solidFill>
                  <a:srgbClr val="ff6c6c"/>
                </a:solidFill>
                <a:latin typeface="Arial"/>
              </a:rPr>
              <a:t>rule</a:t>
            </a:r>
            <a:r>
              <a:rPr b="0" lang="en-GB" sz="1800" spc="-41" strike="noStrike">
                <a:solidFill>
                  <a:srgbClr val="ff6c6c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ff6c6c"/>
                </a:solidFill>
                <a:latin typeface="Arial"/>
              </a:rPr>
              <a:t>Hello_world</a:t>
            </a:r>
            <a:r>
              <a:rPr b="0" lang="en-GB" sz="1800" spc="-12" strike="noStrike">
                <a:solidFill>
                  <a:srgbClr val="ffbe00"/>
                </a:solidFill>
                <a:latin typeface="Arial"/>
              </a:rPr>
              <a:t>: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267840">
              <a:lnSpc>
                <a:spcPct val="93000"/>
              </a:lnSpc>
              <a:spcBef>
                <a:spcPts val="74"/>
              </a:spcBef>
            </a:pPr>
            <a:r>
              <a:rPr b="1" lang="en-GB" sz="1800" spc="-1" strike="noStrike">
                <a:solidFill>
                  <a:srgbClr val="aecf94"/>
                </a:solidFill>
                <a:latin typeface="Arial"/>
              </a:rPr>
              <a:t>input:</a:t>
            </a:r>
            <a:r>
              <a:rPr b="1" lang="en-GB" sz="1800" spc="-41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"/home/ubuntu/requirement.txt" </a:t>
            </a:r>
            <a:r>
              <a:rPr b="1" lang="en-GB" sz="1800" spc="-1" strike="noStrike">
                <a:solidFill>
                  <a:srgbClr val="aecf94"/>
                </a:solidFill>
                <a:latin typeface="Arial"/>
              </a:rPr>
              <a:t>output:</a:t>
            </a:r>
            <a:r>
              <a:rPr b="1" lang="en-GB" sz="1800" spc="-41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"</a:t>
            </a:r>
            <a:r>
              <a:rPr b="0" lang="en-GB" sz="1800" spc="-12" strike="noStrike">
                <a:solidFill>
                  <a:srgbClr val="5882af"/>
                </a:solidFill>
                <a:latin typeface="Arial"/>
              </a:rPr>
              <a:t>{macha_green_tea}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/snakemake.txt" </a:t>
            </a:r>
            <a:r>
              <a:rPr b="1" lang="en-GB" sz="1800" spc="-1" strike="noStrike">
                <a:solidFill>
                  <a:srgbClr val="aecf94"/>
                </a:solidFill>
                <a:latin typeface="Arial"/>
              </a:rPr>
              <a:t>shell:</a:t>
            </a:r>
            <a:r>
              <a:rPr b="1" lang="en-GB" sz="1800" spc="-15" strike="noStrike">
                <a:solidFill>
                  <a:srgbClr val="aecf94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aecf94"/>
                </a:solidFill>
                <a:latin typeface="Arial"/>
              </a:rPr>
              <a:t>"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echo</a:t>
            </a:r>
            <a:r>
              <a:rPr b="0" lang="en-GB" sz="1800" spc="-3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HELLO</a:t>
            </a: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WORLD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&gt;</a:t>
            </a:r>
            <a:r>
              <a:rPr b="0" lang="en-GB" sz="1800" spc="-2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{output}"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object 2"/>
          <p:cNvSpPr/>
          <p:nvPr/>
        </p:nvSpPr>
        <p:spPr>
          <a:xfrm>
            <a:off x="3070080" y="1080360"/>
            <a:ext cx="2712960" cy="144360"/>
          </a:xfrm>
          <a:custGeom>
            <a:avLst/>
            <a:gdLst>
              <a:gd name="textAreaLeft" fmla="*/ 0 w 2712960"/>
              <a:gd name="textAreaRight" fmla="*/ 2713320 w 271296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2713354" h="144780">
                <a:moveTo>
                  <a:pt x="2712948" y="0"/>
                </a:moveTo>
                <a:lnTo>
                  <a:pt x="0" y="0"/>
                </a:lnTo>
                <a:lnTo>
                  <a:pt x="0" y="144360"/>
                </a:lnTo>
                <a:lnTo>
                  <a:pt x="1356474" y="144360"/>
                </a:lnTo>
                <a:lnTo>
                  <a:pt x="2712948" y="144360"/>
                </a:lnTo>
                <a:lnTo>
                  <a:pt x="2712948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0" name="object 3"/>
          <p:cNvSpPr/>
          <p:nvPr/>
        </p:nvSpPr>
        <p:spPr>
          <a:xfrm>
            <a:off x="4030560" y="1675800"/>
            <a:ext cx="1658160" cy="144360"/>
          </a:xfrm>
          <a:custGeom>
            <a:avLst/>
            <a:gdLst>
              <a:gd name="textAreaLeft" fmla="*/ 0 w 1658160"/>
              <a:gd name="textAreaRight" fmla="*/ 1658520 w 165816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658620" h="144780">
                <a:moveTo>
                  <a:pt x="1658518" y="0"/>
                </a:moveTo>
                <a:lnTo>
                  <a:pt x="0" y="0"/>
                </a:lnTo>
                <a:lnTo>
                  <a:pt x="0" y="144360"/>
                </a:lnTo>
                <a:lnTo>
                  <a:pt x="829437" y="144360"/>
                </a:lnTo>
                <a:lnTo>
                  <a:pt x="1658518" y="144360"/>
                </a:lnTo>
                <a:lnTo>
                  <a:pt x="1658518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1" name="object 4"/>
          <p:cNvSpPr/>
          <p:nvPr/>
        </p:nvSpPr>
        <p:spPr>
          <a:xfrm>
            <a:off x="3154680" y="1999800"/>
            <a:ext cx="1658160" cy="144360"/>
          </a:xfrm>
          <a:custGeom>
            <a:avLst/>
            <a:gdLst>
              <a:gd name="textAreaLeft" fmla="*/ 0 w 1658160"/>
              <a:gd name="textAreaRight" fmla="*/ 1658520 w 165816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658620" h="144780">
                <a:moveTo>
                  <a:pt x="1658518" y="0"/>
                </a:moveTo>
                <a:lnTo>
                  <a:pt x="0" y="0"/>
                </a:lnTo>
                <a:lnTo>
                  <a:pt x="0" y="144348"/>
                </a:lnTo>
                <a:lnTo>
                  <a:pt x="829436" y="144348"/>
                </a:lnTo>
                <a:lnTo>
                  <a:pt x="1658518" y="144348"/>
                </a:lnTo>
                <a:lnTo>
                  <a:pt x="1658518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grpSp>
        <p:nvGrpSpPr>
          <p:cNvPr id="682" name="object 5"/>
          <p:cNvGrpSpPr/>
          <p:nvPr/>
        </p:nvGrpSpPr>
        <p:grpSpPr>
          <a:xfrm>
            <a:off x="4325760" y="2593800"/>
            <a:ext cx="108360" cy="349200"/>
            <a:chOff x="4325760" y="2593800"/>
            <a:chExt cx="108360" cy="349200"/>
          </a:xfrm>
        </p:grpSpPr>
        <p:sp>
          <p:nvSpPr>
            <p:cNvPr id="683" name="object 6"/>
            <p:cNvSpPr/>
            <p:nvPr/>
          </p:nvSpPr>
          <p:spPr>
            <a:xfrm>
              <a:off x="4379760" y="2593800"/>
              <a:ext cx="360" cy="248040"/>
            </a:xfrm>
            <a:custGeom>
              <a:avLst/>
              <a:gdLst>
                <a:gd name="textAreaLeft" fmla="*/ 0 w 360"/>
                <a:gd name="textAreaRight" fmla="*/ 720 w 360"/>
                <a:gd name="textAreaTop" fmla="*/ 0 h 248040"/>
                <a:gd name="textAreaBottom" fmla="*/ 248400 h 248040"/>
              </a:gdLst>
              <a:ahLst/>
              <a:rect l="textAreaLeft" t="textAreaTop" r="textAreaRight" b="textAreaBottom"/>
              <a:pathLst>
                <a:path w="0" h="248285">
                  <a:moveTo>
                    <a:pt x="0" y="0"/>
                  </a:moveTo>
                  <a:lnTo>
                    <a:pt x="0" y="248043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84" name="object 7"/>
            <p:cNvSpPr/>
            <p:nvPr/>
          </p:nvSpPr>
          <p:spPr>
            <a:xfrm>
              <a:off x="4325760" y="2834640"/>
              <a:ext cx="108360" cy="10836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08360"/>
                <a:gd name="textAreaBottom" fmla="*/ 108720 h 108360"/>
              </a:gdLst>
              <a:ahLst/>
              <a:rect l="textAreaLeft" t="textAreaTop" r="textAreaRight" b="textAreaBottom"/>
              <a:pathLst>
                <a:path w="108585" h="108585">
                  <a:moveTo>
                    <a:pt x="108000" y="0"/>
                  </a:moveTo>
                  <a:lnTo>
                    <a:pt x="0" y="0"/>
                  </a:lnTo>
                  <a:lnTo>
                    <a:pt x="54000" y="108000"/>
                  </a:lnTo>
                  <a:lnTo>
                    <a:pt x="10800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85" name="object 8"/>
          <p:cNvSpPr/>
          <p:nvPr/>
        </p:nvSpPr>
        <p:spPr>
          <a:xfrm>
            <a:off x="3129480" y="3104640"/>
            <a:ext cx="2593440" cy="144360"/>
          </a:xfrm>
          <a:custGeom>
            <a:avLst/>
            <a:gdLst>
              <a:gd name="textAreaLeft" fmla="*/ 0 w 2593440"/>
              <a:gd name="textAreaRight" fmla="*/ 2593800 w 2593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2593975" h="144780">
                <a:moveTo>
                  <a:pt x="2593797" y="0"/>
                </a:moveTo>
                <a:lnTo>
                  <a:pt x="0" y="0"/>
                </a:lnTo>
                <a:lnTo>
                  <a:pt x="0" y="144360"/>
                </a:lnTo>
                <a:lnTo>
                  <a:pt x="1297076" y="144360"/>
                </a:lnTo>
                <a:lnTo>
                  <a:pt x="2593797" y="144360"/>
                </a:lnTo>
                <a:lnTo>
                  <a:pt x="2593797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object 2"/>
          <p:cNvSpPr/>
          <p:nvPr/>
        </p:nvSpPr>
        <p:spPr>
          <a:xfrm>
            <a:off x="518400" y="184572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7" name="object 3"/>
          <p:cNvSpPr/>
          <p:nvPr/>
        </p:nvSpPr>
        <p:spPr>
          <a:xfrm>
            <a:off x="1777320" y="2824200"/>
            <a:ext cx="246600" cy="144360"/>
          </a:xfrm>
          <a:custGeom>
            <a:avLst/>
            <a:gdLst>
              <a:gd name="textAreaLeft" fmla="*/ 0 w 246600"/>
              <a:gd name="textAreaRight" fmla="*/ 246960 w 24660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247014" h="144780">
                <a:moveTo>
                  <a:pt x="246608" y="0"/>
                </a:moveTo>
                <a:lnTo>
                  <a:pt x="0" y="0"/>
                </a:lnTo>
                <a:lnTo>
                  <a:pt x="0" y="144360"/>
                </a:lnTo>
                <a:lnTo>
                  <a:pt x="123482" y="144360"/>
                </a:lnTo>
                <a:lnTo>
                  <a:pt x="246608" y="144360"/>
                </a:lnTo>
                <a:lnTo>
                  <a:pt x="246608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8" name="object 4"/>
          <p:cNvSpPr/>
          <p:nvPr/>
        </p:nvSpPr>
        <p:spPr>
          <a:xfrm>
            <a:off x="4303080" y="184572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9" name="object 5"/>
          <p:cNvSpPr/>
          <p:nvPr/>
        </p:nvSpPr>
        <p:spPr>
          <a:xfrm>
            <a:off x="8103960" y="183708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0" name="object 6"/>
          <p:cNvSpPr/>
          <p:nvPr/>
        </p:nvSpPr>
        <p:spPr>
          <a:xfrm>
            <a:off x="221040" y="204120"/>
            <a:ext cx="17280" cy="2091960"/>
          </a:xfrm>
          <a:custGeom>
            <a:avLst/>
            <a:gdLst>
              <a:gd name="textAreaLeft" fmla="*/ 0 w 17280"/>
              <a:gd name="textAreaRight" fmla="*/ 17640 w 17280"/>
              <a:gd name="textAreaTop" fmla="*/ 0 h 2091960"/>
              <a:gd name="textAreaBottom" fmla="*/ 2092320 h 2091960"/>
            </a:gdLst>
            <a:ahLst/>
            <a:rect l="textAreaLeft" t="textAreaTop" r="textAreaRight" b="textAreaBottom"/>
            <a:pathLst>
              <a:path w="17779" h="2092325">
                <a:moveTo>
                  <a:pt x="17271" y="0"/>
                </a:moveTo>
                <a:lnTo>
                  <a:pt x="0" y="2091969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1" name="object 7"/>
          <p:cNvGrpSpPr/>
          <p:nvPr/>
        </p:nvGrpSpPr>
        <p:grpSpPr>
          <a:xfrm>
            <a:off x="4475520" y="3699720"/>
            <a:ext cx="108360" cy="714600"/>
            <a:chOff x="4475520" y="3699720"/>
            <a:chExt cx="108360" cy="714600"/>
          </a:xfrm>
        </p:grpSpPr>
        <p:sp>
          <p:nvSpPr>
            <p:cNvPr id="692" name="object 8"/>
            <p:cNvSpPr/>
            <p:nvPr/>
          </p:nvSpPr>
          <p:spPr>
            <a:xfrm>
              <a:off x="4529160" y="3699720"/>
              <a:ext cx="28800" cy="613800"/>
            </a:xfrm>
            <a:custGeom>
              <a:avLst/>
              <a:gdLst>
                <a:gd name="textAreaLeft" fmla="*/ 0 w 28800"/>
                <a:gd name="textAreaRight" fmla="*/ 29160 w 28800"/>
                <a:gd name="textAreaTop" fmla="*/ 0 h 613800"/>
                <a:gd name="textAreaBottom" fmla="*/ 614160 h 613800"/>
              </a:gdLst>
              <a:ahLst/>
              <a:rect l="textAreaLeft" t="textAreaTop" r="textAreaRight" b="textAreaBottom"/>
              <a:pathLst>
                <a:path w="29210" h="614045">
                  <a:moveTo>
                    <a:pt x="29159" y="0"/>
                  </a:moveTo>
                  <a:lnTo>
                    <a:pt x="0" y="613435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693" name="object 9"/>
            <p:cNvSpPr/>
            <p:nvPr/>
          </p:nvSpPr>
          <p:spPr>
            <a:xfrm>
              <a:off x="4475520" y="4303440"/>
              <a:ext cx="108360" cy="110880"/>
            </a:xfrm>
            <a:custGeom>
              <a:avLst/>
              <a:gdLst>
                <a:gd name="textAreaLeft" fmla="*/ 0 w 108360"/>
                <a:gd name="textAreaRight" fmla="*/ 108720 w 108360"/>
                <a:gd name="textAreaTop" fmla="*/ 0 h 110880"/>
                <a:gd name="textAreaBottom" fmla="*/ 111240 h 110880"/>
              </a:gdLst>
              <a:ahLst/>
              <a:rect l="textAreaLeft" t="textAreaTop" r="textAreaRight" b="textAreaBottom"/>
              <a:pathLst>
                <a:path w="108585" h="111125">
                  <a:moveTo>
                    <a:pt x="0" y="0"/>
                  </a:moveTo>
                  <a:lnTo>
                    <a:pt x="48958" y="110515"/>
                  </a:lnTo>
                  <a:lnTo>
                    <a:pt x="108000" y="502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364a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</p:grpSp>
      <p:sp>
        <p:nvSpPr>
          <p:cNvPr id="694" name="object 10"/>
          <p:cNvSpPr/>
          <p:nvPr/>
        </p:nvSpPr>
        <p:spPr>
          <a:xfrm>
            <a:off x="434160" y="4703760"/>
            <a:ext cx="9550080" cy="144360"/>
          </a:xfrm>
          <a:custGeom>
            <a:avLst/>
            <a:gdLst>
              <a:gd name="textAreaLeft" fmla="*/ 0 w 9550080"/>
              <a:gd name="textAreaRight" fmla="*/ 9550440 w 955008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9550400" h="144779">
                <a:moveTo>
                  <a:pt x="9550082" y="0"/>
                </a:moveTo>
                <a:lnTo>
                  <a:pt x="0" y="0"/>
                </a:lnTo>
                <a:lnTo>
                  <a:pt x="0" y="144360"/>
                </a:lnTo>
                <a:lnTo>
                  <a:pt x="4775034" y="144360"/>
                </a:lnTo>
                <a:lnTo>
                  <a:pt x="9550082" y="144360"/>
                </a:lnTo>
                <a:lnTo>
                  <a:pt x="9550082" y="0"/>
                </a:lnTo>
                <a:close/>
              </a:path>
            </a:pathLst>
          </a:custGeom>
          <a:solidFill>
            <a:srgbClr val="76b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5" name="object 11"/>
          <p:cNvSpPr/>
          <p:nvPr/>
        </p:nvSpPr>
        <p:spPr>
          <a:xfrm>
            <a:off x="3452400" y="16077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67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67" y="144360"/>
                </a:lnTo>
                <a:lnTo>
                  <a:pt x="1837067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6" name="object 12"/>
          <p:cNvSpPr/>
          <p:nvPr/>
        </p:nvSpPr>
        <p:spPr>
          <a:xfrm>
            <a:off x="7508880" y="16077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30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697" name="object 13"/>
          <p:cNvGrpSpPr/>
          <p:nvPr/>
        </p:nvGrpSpPr>
        <p:grpSpPr>
          <a:xfrm>
            <a:off x="467640" y="2228400"/>
            <a:ext cx="9584280" cy="290520"/>
            <a:chOff x="467640" y="2228400"/>
            <a:chExt cx="9584280" cy="290520"/>
          </a:xfrm>
        </p:grpSpPr>
        <p:sp>
          <p:nvSpPr>
            <p:cNvPr id="698" name="object 14"/>
            <p:cNvSpPr/>
            <p:nvPr/>
          </p:nvSpPr>
          <p:spPr>
            <a:xfrm>
              <a:off x="467640" y="2279880"/>
              <a:ext cx="9584280" cy="144360"/>
            </a:xfrm>
            <a:custGeom>
              <a:avLst/>
              <a:gdLst>
                <a:gd name="textAreaLeft" fmla="*/ 0 w 9584280"/>
                <a:gd name="textAreaRight" fmla="*/ 9584640 w 9584280"/>
                <a:gd name="textAreaTop" fmla="*/ 0 h 144360"/>
                <a:gd name="textAreaBottom" fmla="*/ 144720 h 144360"/>
              </a:gdLst>
              <a:ahLst/>
              <a:rect l="textAreaLeft" t="textAreaTop" r="textAreaRight" b="textAreaBottom"/>
              <a:pathLst>
                <a:path w="9584690" h="144780">
                  <a:moveTo>
                    <a:pt x="9584283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4792319" y="144360"/>
                  </a:lnTo>
                  <a:lnTo>
                    <a:pt x="9584283" y="144360"/>
                  </a:lnTo>
                  <a:lnTo>
                    <a:pt x="9584283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699" name="object 15"/>
            <p:cNvSpPr/>
            <p:nvPr/>
          </p:nvSpPr>
          <p:spPr>
            <a:xfrm>
              <a:off x="1777680" y="2228400"/>
              <a:ext cx="6284160" cy="290520"/>
            </a:xfrm>
            <a:custGeom>
              <a:avLst/>
              <a:gdLst>
                <a:gd name="textAreaLeft" fmla="*/ 0 w 6284160"/>
                <a:gd name="textAreaRight" fmla="*/ 6284520 w 6284160"/>
                <a:gd name="textAreaTop" fmla="*/ 0 h 290520"/>
                <a:gd name="textAreaBottom" fmla="*/ 290880 h 290520"/>
              </a:gdLst>
              <a:ahLst/>
              <a:rect l="textAreaLeft" t="textAreaTop" r="textAreaRight" b="textAreaBottom"/>
              <a:pathLst>
                <a:path w="6284595" h="290830">
                  <a:moveTo>
                    <a:pt x="0" y="8280"/>
                  </a:moveTo>
                  <a:lnTo>
                    <a:pt x="0" y="246951"/>
                  </a:lnTo>
                </a:path>
                <a:path w="6284595" h="290830">
                  <a:moveTo>
                    <a:pt x="501472" y="0"/>
                  </a:moveTo>
                  <a:lnTo>
                    <a:pt x="501472" y="238671"/>
                  </a:lnTo>
                </a:path>
                <a:path w="6284595" h="290830">
                  <a:moveTo>
                    <a:pt x="952195" y="0"/>
                  </a:moveTo>
                  <a:lnTo>
                    <a:pt x="952195" y="238671"/>
                  </a:lnTo>
                </a:path>
                <a:path w="6284595" h="290830">
                  <a:moveTo>
                    <a:pt x="1198803" y="0"/>
                  </a:moveTo>
                  <a:lnTo>
                    <a:pt x="1198803" y="238671"/>
                  </a:lnTo>
                </a:path>
                <a:path w="6284595" h="290830">
                  <a:moveTo>
                    <a:pt x="305993" y="0"/>
                  </a:moveTo>
                  <a:lnTo>
                    <a:pt x="305993" y="238671"/>
                  </a:lnTo>
                </a:path>
                <a:path w="6284595" h="290830">
                  <a:moveTo>
                    <a:pt x="2006638" y="8636"/>
                  </a:moveTo>
                  <a:lnTo>
                    <a:pt x="2006638" y="247319"/>
                  </a:lnTo>
                </a:path>
                <a:path w="6284595" h="290830">
                  <a:moveTo>
                    <a:pt x="4303077" y="51828"/>
                  </a:moveTo>
                  <a:lnTo>
                    <a:pt x="4303077" y="290512"/>
                  </a:lnTo>
                </a:path>
                <a:path w="6284595" h="290830">
                  <a:moveTo>
                    <a:pt x="6284518" y="51828"/>
                  </a:moveTo>
                  <a:lnTo>
                    <a:pt x="6284518" y="290512"/>
                  </a:lnTo>
                </a:path>
              </a:pathLst>
            </a:custGeom>
            <a:noFill/>
            <a:ln w="38159">
              <a:solidFill>
                <a:srgbClr val="ff3f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00" name="object 16"/>
          <p:cNvSpPr/>
          <p:nvPr/>
        </p:nvSpPr>
        <p:spPr>
          <a:xfrm>
            <a:off x="2032560" y="3045240"/>
            <a:ext cx="246600" cy="144360"/>
          </a:xfrm>
          <a:custGeom>
            <a:avLst/>
            <a:gdLst>
              <a:gd name="textAreaLeft" fmla="*/ 0 w 246600"/>
              <a:gd name="textAreaRight" fmla="*/ 246960 w 24660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247014" h="144780">
                <a:moveTo>
                  <a:pt x="246595" y="0"/>
                </a:moveTo>
                <a:lnTo>
                  <a:pt x="0" y="0"/>
                </a:lnTo>
                <a:lnTo>
                  <a:pt x="0" y="144360"/>
                </a:lnTo>
                <a:lnTo>
                  <a:pt x="123482" y="144360"/>
                </a:lnTo>
                <a:lnTo>
                  <a:pt x="246595" y="144360"/>
                </a:lnTo>
                <a:lnTo>
                  <a:pt x="246595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1" name="object 17"/>
          <p:cNvSpPr/>
          <p:nvPr/>
        </p:nvSpPr>
        <p:spPr>
          <a:xfrm>
            <a:off x="2704680" y="3062520"/>
            <a:ext cx="221400" cy="144360"/>
          </a:xfrm>
          <a:custGeom>
            <a:avLst/>
            <a:gdLst>
              <a:gd name="textAreaLeft" fmla="*/ 0 w 221400"/>
              <a:gd name="textAreaRight" fmla="*/ 221760 w 22140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221614" h="144780">
                <a:moveTo>
                  <a:pt x="221043" y="0"/>
                </a:moveTo>
                <a:lnTo>
                  <a:pt x="0" y="0"/>
                </a:lnTo>
                <a:lnTo>
                  <a:pt x="0" y="144360"/>
                </a:lnTo>
                <a:lnTo>
                  <a:pt x="110515" y="144360"/>
                </a:lnTo>
                <a:lnTo>
                  <a:pt x="221043" y="144360"/>
                </a:lnTo>
                <a:lnTo>
                  <a:pt x="221043" y="0"/>
                </a:lnTo>
                <a:close/>
              </a:path>
            </a:pathLst>
          </a:custGeom>
          <a:solidFill>
            <a:srgbClr val="719ec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object 2"/>
          <p:cNvSpPr/>
          <p:nvPr/>
        </p:nvSpPr>
        <p:spPr>
          <a:xfrm>
            <a:off x="714600" y="1803240"/>
            <a:ext cx="2695680" cy="195120"/>
          </a:xfrm>
          <a:custGeom>
            <a:avLst/>
            <a:gdLst>
              <a:gd name="textAreaLeft" fmla="*/ 0 w 2695680"/>
              <a:gd name="textAreaRight" fmla="*/ 2696040 w 269568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2696210" h="195580">
                <a:moveTo>
                  <a:pt x="2695676" y="0"/>
                </a:moveTo>
                <a:lnTo>
                  <a:pt x="0" y="0"/>
                </a:lnTo>
                <a:lnTo>
                  <a:pt x="0" y="195122"/>
                </a:lnTo>
                <a:lnTo>
                  <a:pt x="1347838" y="195122"/>
                </a:lnTo>
                <a:lnTo>
                  <a:pt x="2695676" y="195122"/>
                </a:lnTo>
                <a:lnTo>
                  <a:pt x="2695676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03" name="object 3"/>
          <p:cNvGrpSpPr/>
          <p:nvPr/>
        </p:nvGrpSpPr>
        <p:grpSpPr>
          <a:xfrm>
            <a:off x="774000" y="1438200"/>
            <a:ext cx="2610720" cy="195120"/>
            <a:chOff x="774000" y="1438200"/>
            <a:chExt cx="2610720" cy="195120"/>
          </a:xfrm>
        </p:grpSpPr>
        <p:sp>
          <p:nvSpPr>
            <p:cNvPr id="704" name="object 4"/>
            <p:cNvSpPr/>
            <p:nvPr/>
          </p:nvSpPr>
          <p:spPr>
            <a:xfrm>
              <a:off x="774000" y="1438200"/>
              <a:ext cx="2610720" cy="195120"/>
            </a:xfrm>
            <a:custGeom>
              <a:avLst/>
              <a:gdLst>
                <a:gd name="textAreaLeft" fmla="*/ 0 w 2610720"/>
                <a:gd name="textAreaRight" fmla="*/ 2611080 w 261072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2611120" h="195580">
                  <a:moveTo>
                    <a:pt x="2610713" y="0"/>
                  </a:moveTo>
                  <a:lnTo>
                    <a:pt x="0" y="0"/>
                  </a:lnTo>
                  <a:lnTo>
                    <a:pt x="0" y="195122"/>
                  </a:lnTo>
                  <a:lnTo>
                    <a:pt x="1305356" y="195122"/>
                  </a:lnTo>
                  <a:lnTo>
                    <a:pt x="2610713" y="195122"/>
                  </a:lnTo>
                  <a:lnTo>
                    <a:pt x="2610713" y="0"/>
                  </a:lnTo>
                  <a:close/>
                </a:path>
              </a:pathLst>
            </a:custGeom>
            <a:solidFill>
              <a:srgbClr val="e5e80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05" name="object 5"/>
            <p:cNvSpPr/>
            <p:nvPr/>
          </p:nvSpPr>
          <p:spPr>
            <a:xfrm>
              <a:off x="1173240" y="1438200"/>
              <a:ext cx="1386360" cy="195120"/>
            </a:xfrm>
            <a:custGeom>
              <a:avLst/>
              <a:gdLst>
                <a:gd name="textAreaLeft" fmla="*/ 0 w 1386360"/>
                <a:gd name="textAreaRight" fmla="*/ 1386720 w 138636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1386839" h="195580">
                  <a:moveTo>
                    <a:pt x="578523" y="0"/>
                  </a:moveTo>
                  <a:lnTo>
                    <a:pt x="0" y="0"/>
                  </a:lnTo>
                  <a:lnTo>
                    <a:pt x="0" y="195122"/>
                  </a:lnTo>
                  <a:lnTo>
                    <a:pt x="289445" y="195122"/>
                  </a:lnTo>
                  <a:lnTo>
                    <a:pt x="578523" y="195122"/>
                  </a:lnTo>
                  <a:lnTo>
                    <a:pt x="578523" y="0"/>
                  </a:lnTo>
                  <a:close/>
                </a:path>
                <a:path w="1386839" h="195580">
                  <a:moveTo>
                    <a:pt x="1386357" y="0"/>
                  </a:moveTo>
                  <a:lnTo>
                    <a:pt x="807847" y="0"/>
                  </a:lnTo>
                  <a:lnTo>
                    <a:pt x="807847" y="195122"/>
                  </a:lnTo>
                  <a:lnTo>
                    <a:pt x="1097280" y="195122"/>
                  </a:lnTo>
                  <a:lnTo>
                    <a:pt x="1386357" y="195122"/>
                  </a:lnTo>
                  <a:lnTo>
                    <a:pt x="1386357" y="0"/>
                  </a:lnTo>
                  <a:close/>
                </a:path>
              </a:pathLst>
            </a:custGeom>
            <a:solidFill>
              <a:srgbClr val="bae23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06" name="object 6"/>
          <p:cNvSpPr/>
          <p:nvPr/>
        </p:nvSpPr>
        <p:spPr>
          <a:xfrm>
            <a:off x="3786120" y="966600"/>
            <a:ext cx="1216440" cy="10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0960" bIns="0" anchor="t">
            <a:spAutoFit/>
          </a:bodyPr>
          <a:p>
            <a:pPr marL="12600">
              <a:lnSpc>
                <a:spcPct val="93000"/>
              </a:lnSpc>
              <a:spcBef>
                <a:spcPts val="244"/>
              </a:spcBef>
            </a:pP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Sample</a:t>
            </a:r>
            <a:r>
              <a:rPr b="0" lang="en-GB" sz="1800" spc="-100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Assembly</a:t>
            </a:r>
            <a:r>
              <a:rPr b="0" lang="en-GB" sz="1800" spc="-75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20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010"/>
              </a:lnSpc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5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7" name="object 7"/>
          <p:cNvSpPr/>
          <p:nvPr/>
        </p:nvSpPr>
        <p:spPr>
          <a:xfrm>
            <a:off x="5136120" y="966600"/>
            <a:ext cx="1230120" cy="105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0960" bIns="0" anchor="t">
            <a:spAutoFit/>
          </a:bodyPr>
          <a:p>
            <a:pPr marL="12600">
              <a:lnSpc>
                <a:spcPct val="93000"/>
              </a:lnSpc>
              <a:spcBef>
                <a:spcPts val="244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Sample</a:t>
            </a:r>
            <a:r>
              <a:rPr b="0" lang="en-GB" sz="1800" spc="-4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B 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Assembly</a:t>
            </a:r>
            <a:r>
              <a:rPr b="0" lang="en-GB" sz="1800" spc="-46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B 5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  <a:p>
            <a:pPr marL="12600">
              <a:lnSpc>
                <a:spcPts val="2010"/>
              </a:lnSpc>
            </a:pP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20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08" name="object 8"/>
          <p:cNvGrpSpPr/>
          <p:nvPr/>
        </p:nvGrpSpPr>
        <p:grpSpPr>
          <a:xfrm>
            <a:off x="5256000" y="2353320"/>
            <a:ext cx="1522440" cy="1335600"/>
            <a:chOff x="5256000" y="2353320"/>
            <a:chExt cx="1522440" cy="1335600"/>
          </a:xfrm>
        </p:grpSpPr>
        <p:sp>
          <p:nvSpPr>
            <p:cNvPr id="709" name="object 9"/>
            <p:cNvSpPr/>
            <p:nvPr/>
          </p:nvSpPr>
          <p:spPr>
            <a:xfrm>
              <a:off x="5451840" y="2552040"/>
              <a:ext cx="493200" cy="569160"/>
            </a:xfrm>
            <a:custGeom>
              <a:avLst/>
              <a:gdLst>
                <a:gd name="textAreaLeft" fmla="*/ 0 w 493200"/>
                <a:gd name="textAreaRight" fmla="*/ 493560 w 493200"/>
                <a:gd name="textAreaTop" fmla="*/ 0 h 569160"/>
                <a:gd name="textAreaBottom" fmla="*/ 569520 h 569160"/>
              </a:gdLst>
              <a:ahLst/>
              <a:rect l="textAreaLeft" t="textAreaTop" r="textAreaRight" b="textAreaBottom"/>
              <a:pathLst>
                <a:path w="493395" h="569594">
                  <a:moveTo>
                    <a:pt x="467271" y="374396"/>
                  </a:moveTo>
                  <a:lnTo>
                    <a:pt x="0" y="374396"/>
                  </a:lnTo>
                  <a:lnTo>
                    <a:pt x="0" y="569518"/>
                  </a:lnTo>
                  <a:lnTo>
                    <a:pt x="233641" y="569518"/>
                  </a:lnTo>
                  <a:lnTo>
                    <a:pt x="467271" y="569518"/>
                  </a:lnTo>
                  <a:lnTo>
                    <a:pt x="467271" y="374396"/>
                  </a:lnTo>
                  <a:close/>
                </a:path>
                <a:path w="493395" h="569594">
                  <a:moveTo>
                    <a:pt x="492836" y="0"/>
                  </a:moveTo>
                  <a:lnTo>
                    <a:pt x="25552" y="0"/>
                  </a:lnTo>
                  <a:lnTo>
                    <a:pt x="25552" y="195122"/>
                  </a:lnTo>
                  <a:lnTo>
                    <a:pt x="259194" y="195122"/>
                  </a:lnTo>
                  <a:lnTo>
                    <a:pt x="492836" y="195122"/>
                  </a:lnTo>
                  <a:lnTo>
                    <a:pt x="492836" y="0"/>
                  </a:lnTo>
                  <a:close/>
                </a:path>
              </a:pathLst>
            </a:custGeom>
            <a:solidFill>
              <a:srgbClr val="b3c6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0" name="object 10"/>
            <p:cNvSpPr/>
            <p:nvPr/>
          </p:nvSpPr>
          <p:spPr>
            <a:xfrm>
              <a:off x="6114600" y="2560680"/>
              <a:ext cx="434160" cy="569160"/>
            </a:xfrm>
            <a:custGeom>
              <a:avLst/>
              <a:gdLst>
                <a:gd name="textAreaLeft" fmla="*/ 0 w 434160"/>
                <a:gd name="textAreaRight" fmla="*/ 434520 w 434160"/>
                <a:gd name="textAreaTop" fmla="*/ 0 h 569160"/>
                <a:gd name="textAreaBottom" fmla="*/ 569520 h 569160"/>
              </a:gdLst>
              <a:ahLst/>
              <a:rect l="textAreaLeft" t="textAreaTop" r="textAreaRight" b="textAreaBottom"/>
              <a:pathLst>
                <a:path w="434340" h="569594">
                  <a:moveTo>
                    <a:pt x="434149" y="425170"/>
                  </a:moveTo>
                  <a:lnTo>
                    <a:pt x="0" y="425170"/>
                  </a:lnTo>
                  <a:lnTo>
                    <a:pt x="0" y="569518"/>
                  </a:lnTo>
                  <a:lnTo>
                    <a:pt x="217068" y="569518"/>
                  </a:lnTo>
                  <a:lnTo>
                    <a:pt x="434149" y="569518"/>
                  </a:lnTo>
                  <a:lnTo>
                    <a:pt x="434149" y="425170"/>
                  </a:lnTo>
                  <a:close/>
                </a:path>
                <a:path w="434340" h="569594">
                  <a:moveTo>
                    <a:pt x="434149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217068" y="144360"/>
                  </a:lnTo>
                  <a:lnTo>
                    <a:pt x="434149" y="144360"/>
                  </a:lnTo>
                  <a:lnTo>
                    <a:pt x="434149" y="0"/>
                  </a:lnTo>
                  <a:close/>
                </a:path>
              </a:pathLst>
            </a:custGeom>
            <a:solidFill>
              <a:srgbClr val="e5e80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1" name="object 11"/>
            <p:cNvSpPr/>
            <p:nvPr/>
          </p:nvSpPr>
          <p:spPr>
            <a:xfrm>
              <a:off x="5722920" y="3300840"/>
              <a:ext cx="578880" cy="195120"/>
            </a:xfrm>
            <a:custGeom>
              <a:avLst/>
              <a:gdLst>
                <a:gd name="textAreaLeft" fmla="*/ 0 w 578880"/>
                <a:gd name="textAreaRight" fmla="*/ 579240 w 57888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579120" h="195579">
                  <a:moveTo>
                    <a:pt x="578510" y="0"/>
                  </a:moveTo>
                  <a:lnTo>
                    <a:pt x="0" y="0"/>
                  </a:lnTo>
                  <a:lnTo>
                    <a:pt x="0" y="195110"/>
                  </a:lnTo>
                  <a:lnTo>
                    <a:pt x="289432" y="195110"/>
                  </a:lnTo>
                  <a:lnTo>
                    <a:pt x="578510" y="195110"/>
                  </a:lnTo>
                  <a:lnTo>
                    <a:pt x="578510" y="0"/>
                  </a:lnTo>
                  <a:close/>
                </a:path>
              </a:pathLst>
            </a:custGeom>
            <a:solidFill>
              <a:srgbClr val="5db81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2" name="object 12"/>
            <p:cNvSpPr/>
            <p:nvPr/>
          </p:nvSpPr>
          <p:spPr>
            <a:xfrm>
              <a:off x="5256000" y="2353320"/>
              <a:ext cx="1522440" cy="1335600"/>
            </a:xfrm>
            <a:custGeom>
              <a:avLst/>
              <a:gdLst>
                <a:gd name="textAreaLeft" fmla="*/ 0 w 1522440"/>
                <a:gd name="textAreaRight" fmla="*/ 1522800 w 1522440"/>
                <a:gd name="textAreaTop" fmla="*/ 0 h 1335600"/>
                <a:gd name="textAreaBottom" fmla="*/ 1335960 h 1335600"/>
              </a:gdLst>
              <a:ahLst/>
              <a:rect l="textAreaLeft" t="textAreaTop" r="textAreaRight" b="textAreaBottom"/>
              <a:pathLst>
                <a:path w="1522729" h="1336039">
                  <a:moveTo>
                    <a:pt x="1522437" y="667791"/>
                  </a:moveTo>
                  <a:lnTo>
                    <a:pt x="1520289" y="717923"/>
                  </a:lnTo>
                  <a:lnTo>
                    <a:pt x="1513890" y="767588"/>
                  </a:lnTo>
                  <a:lnTo>
                    <a:pt x="1503309" y="816587"/>
                  </a:lnTo>
                  <a:lnTo>
                    <a:pt x="1488616" y="864716"/>
                  </a:lnTo>
                  <a:lnTo>
                    <a:pt x="1469881" y="911776"/>
                  </a:lnTo>
                  <a:lnTo>
                    <a:pt x="1447171" y="957563"/>
                  </a:lnTo>
                  <a:lnTo>
                    <a:pt x="1420558" y="1001877"/>
                  </a:lnTo>
                  <a:lnTo>
                    <a:pt x="1390106" y="1044188"/>
                  </a:lnTo>
                  <a:lnTo>
                    <a:pt x="1356252" y="1084302"/>
                  </a:lnTo>
                  <a:lnTo>
                    <a:pt x="1319166" y="1122049"/>
                  </a:lnTo>
                  <a:lnTo>
                    <a:pt x="1279020" y="1157259"/>
                  </a:lnTo>
                  <a:lnTo>
                    <a:pt x="1235983" y="1189760"/>
                  </a:lnTo>
                  <a:lnTo>
                    <a:pt x="1190227" y="1219384"/>
                  </a:lnTo>
                  <a:lnTo>
                    <a:pt x="1141920" y="1245958"/>
                  </a:lnTo>
                  <a:lnTo>
                    <a:pt x="1097768" y="1266656"/>
                  </a:lnTo>
                  <a:lnTo>
                    <a:pt x="1052346" y="1284717"/>
                  </a:lnTo>
                  <a:lnTo>
                    <a:pt x="1005801" y="1300104"/>
                  </a:lnTo>
                  <a:lnTo>
                    <a:pt x="958281" y="1312779"/>
                  </a:lnTo>
                  <a:lnTo>
                    <a:pt x="909934" y="1322704"/>
                  </a:lnTo>
                  <a:lnTo>
                    <a:pt x="860906" y="1329840"/>
                  </a:lnTo>
                  <a:lnTo>
                    <a:pt x="811347" y="1334150"/>
                  </a:lnTo>
                  <a:lnTo>
                    <a:pt x="761403" y="1335595"/>
                  </a:lnTo>
                  <a:lnTo>
                    <a:pt x="711341" y="1334150"/>
                  </a:lnTo>
                  <a:lnTo>
                    <a:pt x="661693" y="1329840"/>
                  </a:lnTo>
                  <a:lnTo>
                    <a:pt x="612602" y="1322704"/>
                  </a:lnTo>
                  <a:lnTo>
                    <a:pt x="564211" y="1312779"/>
                  </a:lnTo>
                  <a:lnTo>
                    <a:pt x="516664" y="1300104"/>
                  </a:lnTo>
                  <a:lnTo>
                    <a:pt x="470104" y="1284717"/>
                  </a:lnTo>
                  <a:lnTo>
                    <a:pt x="424674" y="1266656"/>
                  </a:lnTo>
                  <a:lnTo>
                    <a:pt x="380517" y="1245958"/>
                  </a:lnTo>
                  <a:lnTo>
                    <a:pt x="332211" y="1219384"/>
                  </a:lnTo>
                  <a:lnTo>
                    <a:pt x="286456" y="1189760"/>
                  </a:lnTo>
                  <a:lnTo>
                    <a:pt x="243421" y="1157259"/>
                  </a:lnTo>
                  <a:lnTo>
                    <a:pt x="203276" y="1122049"/>
                  </a:lnTo>
                  <a:lnTo>
                    <a:pt x="166191" y="1084302"/>
                  </a:lnTo>
                  <a:lnTo>
                    <a:pt x="132335" y="1044188"/>
                  </a:lnTo>
                  <a:lnTo>
                    <a:pt x="101879" y="1001877"/>
                  </a:lnTo>
                  <a:lnTo>
                    <a:pt x="75266" y="957563"/>
                  </a:lnTo>
                  <a:lnTo>
                    <a:pt x="52556" y="911776"/>
                  </a:lnTo>
                  <a:lnTo>
                    <a:pt x="33821" y="864716"/>
                  </a:lnTo>
                  <a:lnTo>
                    <a:pt x="19128" y="816587"/>
                  </a:lnTo>
                  <a:lnTo>
                    <a:pt x="8547" y="767588"/>
                  </a:lnTo>
                  <a:lnTo>
                    <a:pt x="2148" y="717923"/>
                  </a:lnTo>
                  <a:lnTo>
                    <a:pt x="0" y="667791"/>
                  </a:lnTo>
                  <a:lnTo>
                    <a:pt x="2148" y="617665"/>
                  </a:lnTo>
                  <a:lnTo>
                    <a:pt x="8547" y="568010"/>
                  </a:lnTo>
                  <a:lnTo>
                    <a:pt x="19128" y="519033"/>
                  </a:lnTo>
                  <a:lnTo>
                    <a:pt x="33821" y="470943"/>
                  </a:lnTo>
                  <a:lnTo>
                    <a:pt x="52556" y="423948"/>
                  </a:lnTo>
                  <a:lnTo>
                    <a:pt x="75266" y="378255"/>
                  </a:lnTo>
                  <a:lnTo>
                    <a:pt x="101879" y="334073"/>
                  </a:lnTo>
                  <a:lnTo>
                    <a:pt x="132335" y="291631"/>
                  </a:lnTo>
                  <a:lnTo>
                    <a:pt x="166191" y="251422"/>
                  </a:lnTo>
                  <a:lnTo>
                    <a:pt x="203276" y="213612"/>
                  </a:lnTo>
                  <a:lnTo>
                    <a:pt x="243421" y="178364"/>
                  </a:lnTo>
                  <a:lnTo>
                    <a:pt x="286456" y="145843"/>
                  </a:lnTo>
                  <a:lnTo>
                    <a:pt x="332211" y="116212"/>
                  </a:lnTo>
                  <a:lnTo>
                    <a:pt x="380517" y="89636"/>
                  </a:lnTo>
                  <a:lnTo>
                    <a:pt x="424674" y="68939"/>
                  </a:lnTo>
                  <a:lnTo>
                    <a:pt x="470104" y="50877"/>
                  </a:lnTo>
                  <a:lnTo>
                    <a:pt x="516664" y="35490"/>
                  </a:lnTo>
                  <a:lnTo>
                    <a:pt x="564211" y="22815"/>
                  </a:lnTo>
                  <a:lnTo>
                    <a:pt x="612602" y="12890"/>
                  </a:lnTo>
                  <a:lnTo>
                    <a:pt x="661693" y="5754"/>
                  </a:lnTo>
                  <a:lnTo>
                    <a:pt x="711341" y="1445"/>
                  </a:lnTo>
                  <a:lnTo>
                    <a:pt x="761403" y="0"/>
                  </a:lnTo>
                  <a:lnTo>
                    <a:pt x="811347" y="1445"/>
                  </a:lnTo>
                  <a:lnTo>
                    <a:pt x="860906" y="5754"/>
                  </a:lnTo>
                  <a:lnTo>
                    <a:pt x="909934" y="12890"/>
                  </a:lnTo>
                  <a:lnTo>
                    <a:pt x="958281" y="22815"/>
                  </a:lnTo>
                  <a:lnTo>
                    <a:pt x="1005801" y="35490"/>
                  </a:lnTo>
                  <a:lnTo>
                    <a:pt x="1052346" y="50877"/>
                  </a:lnTo>
                  <a:lnTo>
                    <a:pt x="1097768" y="68939"/>
                  </a:lnTo>
                  <a:lnTo>
                    <a:pt x="1141920" y="89636"/>
                  </a:lnTo>
                  <a:lnTo>
                    <a:pt x="1190227" y="116211"/>
                  </a:lnTo>
                  <a:lnTo>
                    <a:pt x="1235983" y="145834"/>
                  </a:lnTo>
                  <a:lnTo>
                    <a:pt x="1279020" y="178336"/>
                  </a:lnTo>
                  <a:lnTo>
                    <a:pt x="1319166" y="213545"/>
                  </a:lnTo>
                  <a:lnTo>
                    <a:pt x="1356252" y="251292"/>
                  </a:lnTo>
                  <a:lnTo>
                    <a:pt x="1390106" y="291407"/>
                  </a:lnTo>
                  <a:lnTo>
                    <a:pt x="1420558" y="333717"/>
                  </a:lnTo>
                  <a:lnTo>
                    <a:pt x="1447171" y="378031"/>
                  </a:lnTo>
                  <a:lnTo>
                    <a:pt x="1469881" y="423819"/>
                  </a:lnTo>
                  <a:lnTo>
                    <a:pt x="1488616" y="470877"/>
                  </a:lnTo>
                  <a:lnTo>
                    <a:pt x="1503309" y="519005"/>
                  </a:lnTo>
                  <a:lnTo>
                    <a:pt x="1513890" y="568001"/>
                  </a:lnTo>
                  <a:lnTo>
                    <a:pt x="1520289" y="617664"/>
                  </a:lnTo>
                  <a:lnTo>
                    <a:pt x="1522437" y="667791"/>
                  </a:lnTo>
                  <a:close/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13" name="object 13"/>
          <p:cNvSpPr/>
          <p:nvPr/>
        </p:nvSpPr>
        <p:spPr>
          <a:xfrm>
            <a:off x="1692000" y="1803240"/>
            <a:ext cx="578880" cy="195120"/>
          </a:xfrm>
          <a:custGeom>
            <a:avLst/>
            <a:gdLst>
              <a:gd name="textAreaLeft" fmla="*/ 0 w 578880"/>
              <a:gd name="textAreaRight" fmla="*/ 579240 w 57888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579119" h="195580">
                <a:moveTo>
                  <a:pt x="578523" y="0"/>
                </a:moveTo>
                <a:lnTo>
                  <a:pt x="0" y="0"/>
                </a:lnTo>
                <a:lnTo>
                  <a:pt x="0" y="195122"/>
                </a:lnTo>
                <a:lnTo>
                  <a:pt x="289445" y="195122"/>
                </a:lnTo>
                <a:lnTo>
                  <a:pt x="578523" y="195122"/>
                </a:lnTo>
                <a:lnTo>
                  <a:pt x="578523" y="0"/>
                </a:lnTo>
                <a:close/>
              </a:path>
            </a:pathLst>
          </a:custGeom>
          <a:solidFill>
            <a:srgbClr val="bae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14" name="object 14"/>
          <p:cNvGrpSpPr/>
          <p:nvPr/>
        </p:nvGrpSpPr>
        <p:grpSpPr>
          <a:xfrm>
            <a:off x="3223080" y="2302200"/>
            <a:ext cx="1922400" cy="1752120"/>
            <a:chOff x="3223080" y="2302200"/>
            <a:chExt cx="1922400" cy="1752120"/>
          </a:xfrm>
        </p:grpSpPr>
        <p:sp>
          <p:nvSpPr>
            <p:cNvPr id="715" name="object 15"/>
            <p:cNvSpPr/>
            <p:nvPr/>
          </p:nvSpPr>
          <p:spPr>
            <a:xfrm>
              <a:off x="3691440" y="2518200"/>
              <a:ext cx="493200" cy="569160"/>
            </a:xfrm>
            <a:custGeom>
              <a:avLst/>
              <a:gdLst>
                <a:gd name="textAreaLeft" fmla="*/ 0 w 493200"/>
                <a:gd name="textAreaRight" fmla="*/ 493560 w 493200"/>
                <a:gd name="textAreaTop" fmla="*/ 0 h 569160"/>
                <a:gd name="textAreaBottom" fmla="*/ 569520 h 569160"/>
              </a:gdLst>
              <a:ahLst/>
              <a:rect l="textAreaLeft" t="textAreaTop" r="textAreaRight" b="textAreaBottom"/>
              <a:pathLst>
                <a:path w="493395" h="569594">
                  <a:moveTo>
                    <a:pt x="467271" y="374408"/>
                  </a:moveTo>
                  <a:lnTo>
                    <a:pt x="0" y="374408"/>
                  </a:lnTo>
                  <a:lnTo>
                    <a:pt x="0" y="569531"/>
                  </a:lnTo>
                  <a:lnTo>
                    <a:pt x="233629" y="569531"/>
                  </a:lnTo>
                  <a:lnTo>
                    <a:pt x="467271" y="569531"/>
                  </a:lnTo>
                  <a:lnTo>
                    <a:pt x="467271" y="374408"/>
                  </a:lnTo>
                  <a:close/>
                </a:path>
                <a:path w="493395" h="569594">
                  <a:moveTo>
                    <a:pt x="492836" y="0"/>
                  </a:moveTo>
                  <a:lnTo>
                    <a:pt x="25552" y="0"/>
                  </a:lnTo>
                  <a:lnTo>
                    <a:pt x="25552" y="195122"/>
                  </a:lnTo>
                  <a:lnTo>
                    <a:pt x="259194" y="195122"/>
                  </a:lnTo>
                  <a:lnTo>
                    <a:pt x="492836" y="195122"/>
                  </a:lnTo>
                  <a:lnTo>
                    <a:pt x="492836" y="0"/>
                  </a:lnTo>
                  <a:close/>
                </a:path>
              </a:pathLst>
            </a:custGeom>
            <a:solidFill>
              <a:srgbClr val="b3c6db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6" name="object 16"/>
            <p:cNvSpPr/>
            <p:nvPr/>
          </p:nvSpPr>
          <p:spPr>
            <a:xfrm>
              <a:off x="4354200" y="2526840"/>
              <a:ext cx="434160" cy="569160"/>
            </a:xfrm>
            <a:custGeom>
              <a:avLst/>
              <a:gdLst>
                <a:gd name="textAreaLeft" fmla="*/ 0 w 434160"/>
                <a:gd name="textAreaRight" fmla="*/ 434520 w 434160"/>
                <a:gd name="textAreaTop" fmla="*/ 0 h 569160"/>
                <a:gd name="textAreaBottom" fmla="*/ 569520 h 569160"/>
              </a:gdLst>
              <a:ahLst/>
              <a:rect l="textAreaLeft" t="textAreaTop" r="textAreaRight" b="textAreaBottom"/>
              <a:pathLst>
                <a:path w="434339" h="569594">
                  <a:moveTo>
                    <a:pt x="434162" y="425157"/>
                  </a:moveTo>
                  <a:lnTo>
                    <a:pt x="0" y="425157"/>
                  </a:lnTo>
                  <a:lnTo>
                    <a:pt x="0" y="569518"/>
                  </a:lnTo>
                  <a:lnTo>
                    <a:pt x="217081" y="569518"/>
                  </a:lnTo>
                  <a:lnTo>
                    <a:pt x="434162" y="569518"/>
                  </a:lnTo>
                  <a:lnTo>
                    <a:pt x="434162" y="425157"/>
                  </a:lnTo>
                  <a:close/>
                </a:path>
                <a:path w="434339" h="569594">
                  <a:moveTo>
                    <a:pt x="434162" y="0"/>
                  </a:moveTo>
                  <a:lnTo>
                    <a:pt x="0" y="0"/>
                  </a:lnTo>
                  <a:lnTo>
                    <a:pt x="0" y="144360"/>
                  </a:lnTo>
                  <a:lnTo>
                    <a:pt x="217081" y="144360"/>
                  </a:lnTo>
                  <a:lnTo>
                    <a:pt x="434162" y="144360"/>
                  </a:lnTo>
                  <a:lnTo>
                    <a:pt x="434162" y="0"/>
                  </a:lnTo>
                  <a:close/>
                </a:path>
              </a:pathLst>
            </a:custGeom>
            <a:solidFill>
              <a:srgbClr val="e5e80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7" name="object 17"/>
            <p:cNvSpPr/>
            <p:nvPr/>
          </p:nvSpPr>
          <p:spPr>
            <a:xfrm>
              <a:off x="3945600" y="3267000"/>
              <a:ext cx="578880" cy="195120"/>
            </a:xfrm>
            <a:custGeom>
              <a:avLst/>
              <a:gdLst>
                <a:gd name="textAreaLeft" fmla="*/ 0 w 578880"/>
                <a:gd name="textAreaRight" fmla="*/ 579240 w 57888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579120" h="195579">
                  <a:moveTo>
                    <a:pt x="578523" y="0"/>
                  </a:moveTo>
                  <a:lnTo>
                    <a:pt x="0" y="0"/>
                  </a:lnTo>
                  <a:lnTo>
                    <a:pt x="0" y="195122"/>
                  </a:lnTo>
                  <a:lnTo>
                    <a:pt x="289445" y="195122"/>
                  </a:lnTo>
                  <a:lnTo>
                    <a:pt x="578523" y="195122"/>
                  </a:lnTo>
                  <a:lnTo>
                    <a:pt x="578523" y="0"/>
                  </a:lnTo>
                  <a:close/>
                </a:path>
              </a:pathLst>
            </a:custGeom>
            <a:solidFill>
              <a:srgbClr val="bae23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18" name="object 18"/>
            <p:cNvSpPr/>
            <p:nvPr/>
          </p:nvSpPr>
          <p:spPr>
            <a:xfrm>
              <a:off x="3928320" y="3606840"/>
              <a:ext cx="578880" cy="195120"/>
            </a:xfrm>
            <a:custGeom>
              <a:avLst/>
              <a:gdLst>
                <a:gd name="textAreaLeft" fmla="*/ 0 w 578880"/>
                <a:gd name="textAreaRight" fmla="*/ 579240 w 57888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579120" h="195579">
                  <a:moveTo>
                    <a:pt x="578510" y="0"/>
                  </a:moveTo>
                  <a:lnTo>
                    <a:pt x="0" y="0"/>
                  </a:lnTo>
                  <a:lnTo>
                    <a:pt x="0" y="195122"/>
                  </a:lnTo>
                  <a:lnTo>
                    <a:pt x="289433" y="195122"/>
                  </a:lnTo>
                  <a:lnTo>
                    <a:pt x="578510" y="195122"/>
                  </a:lnTo>
                  <a:lnTo>
                    <a:pt x="578510" y="0"/>
                  </a:lnTo>
                  <a:close/>
                </a:path>
              </a:pathLst>
            </a:custGeom>
            <a:solidFill>
              <a:srgbClr val="458919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19" name="object 19"/>
            <p:cNvSpPr/>
            <p:nvPr/>
          </p:nvSpPr>
          <p:spPr>
            <a:xfrm>
              <a:off x="3223080" y="2302200"/>
              <a:ext cx="1922400" cy="1752120"/>
            </a:xfrm>
            <a:custGeom>
              <a:avLst/>
              <a:gdLst>
                <a:gd name="textAreaLeft" fmla="*/ 0 w 1922400"/>
                <a:gd name="textAreaRight" fmla="*/ 1922760 w 1922400"/>
                <a:gd name="textAreaTop" fmla="*/ 0 h 1752120"/>
                <a:gd name="textAreaBottom" fmla="*/ 1752480 h 1752120"/>
              </a:gdLst>
              <a:ahLst/>
              <a:rect l="textAreaLeft" t="textAreaTop" r="textAreaRight" b="textAreaBottom"/>
              <a:pathLst>
                <a:path w="1922779" h="1752600">
                  <a:moveTo>
                    <a:pt x="1922399" y="876236"/>
                  </a:moveTo>
                  <a:lnTo>
                    <a:pt x="1920764" y="927361"/>
                  </a:lnTo>
                  <a:lnTo>
                    <a:pt x="1915881" y="978173"/>
                  </a:lnTo>
                  <a:lnTo>
                    <a:pt x="1907784" y="1028542"/>
                  </a:lnTo>
                  <a:lnTo>
                    <a:pt x="1896505" y="1078343"/>
                  </a:lnTo>
                  <a:lnTo>
                    <a:pt x="1882076" y="1127447"/>
                  </a:lnTo>
                  <a:lnTo>
                    <a:pt x="1864530" y="1175728"/>
                  </a:lnTo>
                  <a:lnTo>
                    <a:pt x="1843900" y="1223059"/>
                  </a:lnTo>
                  <a:lnTo>
                    <a:pt x="1820219" y="1269312"/>
                  </a:lnTo>
                  <a:lnTo>
                    <a:pt x="1793519" y="1314361"/>
                  </a:lnTo>
                  <a:lnTo>
                    <a:pt x="1767147" y="1353629"/>
                  </a:lnTo>
                  <a:lnTo>
                    <a:pt x="1738623" y="1391471"/>
                  </a:lnTo>
                  <a:lnTo>
                    <a:pt x="1708022" y="1427823"/>
                  </a:lnTo>
                  <a:lnTo>
                    <a:pt x="1675415" y="1462619"/>
                  </a:lnTo>
                  <a:lnTo>
                    <a:pt x="1640878" y="1495796"/>
                  </a:lnTo>
                  <a:lnTo>
                    <a:pt x="1604482" y="1527288"/>
                  </a:lnTo>
                  <a:lnTo>
                    <a:pt x="1566303" y="1557030"/>
                  </a:lnTo>
                  <a:lnTo>
                    <a:pt x="1526412" y="1584958"/>
                  </a:lnTo>
                  <a:lnTo>
                    <a:pt x="1484884" y="1611007"/>
                  </a:lnTo>
                  <a:lnTo>
                    <a:pt x="1441792" y="1635112"/>
                  </a:lnTo>
                  <a:lnTo>
                    <a:pt x="1397379" y="1657118"/>
                  </a:lnTo>
                  <a:lnTo>
                    <a:pt x="1351897" y="1676900"/>
                  </a:lnTo>
                  <a:lnTo>
                    <a:pt x="1305441" y="1694436"/>
                  </a:lnTo>
                  <a:lnTo>
                    <a:pt x="1258110" y="1709703"/>
                  </a:lnTo>
                  <a:lnTo>
                    <a:pt x="1210002" y="1722681"/>
                  </a:lnTo>
                  <a:lnTo>
                    <a:pt x="1161212" y="1733349"/>
                  </a:lnTo>
                  <a:lnTo>
                    <a:pt x="1111840" y="1741683"/>
                  </a:lnTo>
                  <a:lnTo>
                    <a:pt x="1061982" y="1747663"/>
                  </a:lnTo>
                  <a:lnTo>
                    <a:pt x="1011736" y="1751266"/>
                  </a:lnTo>
                  <a:lnTo>
                    <a:pt x="961199" y="1752473"/>
                  </a:lnTo>
                  <a:lnTo>
                    <a:pt x="910659" y="1751266"/>
                  </a:lnTo>
                  <a:lnTo>
                    <a:pt x="860411" y="1747663"/>
                  </a:lnTo>
                  <a:lnTo>
                    <a:pt x="810552" y="1741683"/>
                  </a:lnTo>
                  <a:lnTo>
                    <a:pt x="761179" y="1733349"/>
                  </a:lnTo>
                  <a:lnTo>
                    <a:pt x="712390" y="1722681"/>
                  </a:lnTo>
                  <a:lnTo>
                    <a:pt x="664281" y="1709703"/>
                  </a:lnTo>
                  <a:lnTo>
                    <a:pt x="616950" y="1694436"/>
                  </a:lnTo>
                  <a:lnTo>
                    <a:pt x="570494" y="1676900"/>
                  </a:lnTo>
                  <a:lnTo>
                    <a:pt x="525009" y="1657118"/>
                  </a:lnTo>
                  <a:lnTo>
                    <a:pt x="480593" y="1635112"/>
                  </a:lnTo>
                  <a:lnTo>
                    <a:pt x="437505" y="1611007"/>
                  </a:lnTo>
                  <a:lnTo>
                    <a:pt x="395979" y="1584958"/>
                  </a:lnTo>
                  <a:lnTo>
                    <a:pt x="356091" y="1557030"/>
                  </a:lnTo>
                  <a:lnTo>
                    <a:pt x="317913" y="1527288"/>
                  </a:lnTo>
                  <a:lnTo>
                    <a:pt x="281519" y="1495796"/>
                  </a:lnTo>
                  <a:lnTo>
                    <a:pt x="246982" y="1462619"/>
                  </a:lnTo>
                  <a:lnTo>
                    <a:pt x="214376" y="1427823"/>
                  </a:lnTo>
                  <a:lnTo>
                    <a:pt x="183775" y="1391471"/>
                  </a:lnTo>
                  <a:lnTo>
                    <a:pt x="155251" y="1353629"/>
                  </a:lnTo>
                  <a:lnTo>
                    <a:pt x="128879" y="1314361"/>
                  </a:lnTo>
                  <a:lnTo>
                    <a:pt x="102176" y="1269312"/>
                  </a:lnTo>
                  <a:lnTo>
                    <a:pt x="78493" y="1223059"/>
                  </a:lnTo>
                  <a:lnTo>
                    <a:pt x="57863" y="1175728"/>
                  </a:lnTo>
                  <a:lnTo>
                    <a:pt x="40317" y="1127447"/>
                  </a:lnTo>
                  <a:lnTo>
                    <a:pt x="25889" y="1078343"/>
                  </a:lnTo>
                  <a:lnTo>
                    <a:pt x="14611" y="1028542"/>
                  </a:lnTo>
                  <a:lnTo>
                    <a:pt x="6515" y="978173"/>
                  </a:lnTo>
                  <a:lnTo>
                    <a:pt x="1634" y="927361"/>
                  </a:lnTo>
                  <a:lnTo>
                    <a:pt x="0" y="876236"/>
                  </a:lnTo>
                  <a:lnTo>
                    <a:pt x="1634" y="825110"/>
                  </a:lnTo>
                  <a:lnTo>
                    <a:pt x="6515" y="774298"/>
                  </a:lnTo>
                  <a:lnTo>
                    <a:pt x="14611" y="723927"/>
                  </a:lnTo>
                  <a:lnTo>
                    <a:pt x="25889" y="674125"/>
                  </a:lnTo>
                  <a:lnTo>
                    <a:pt x="40317" y="625020"/>
                  </a:lnTo>
                  <a:lnTo>
                    <a:pt x="57863" y="576738"/>
                  </a:lnTo>
                  <a:lnTo>
                    <a:pt x="78493" y="529408"/>
                  </a:lnTo>
                  <a:lnTo>
                    <a:pt x="102176" y="483156"/>
                  </a:lnTo>
                  <a:lnTo>
                    <a:pt x="128879" y="438111"/>
                  </a:lnTo>
                  <a:lnTo>
                    <a:pt x="155251" y="398843"/>
                  </a:lnTo>
                  <a:lnTo>
                    <a:pt x="183775" y="361001"/>
                  </a:lnTo>
                  <a:lnTo>
                    <a:pt x="214376" y="324649"/>
                  </a:lnTo>
                  <a:lnTo>
                    <a:pt x="246982" y="289853"/>
                  </a:lnTo>
                  <a:lnTo>
                    <a:pt x="281519" y="256676"/>
                  </a:lnTo>
                  <a:lnTo>
                    <a:pt x="317913" y="225184"/>
                  </a:lnTo>
                  <a:lnTo>
                    <a:pt x="356091" y="195442"/>
                  </a:lnTo>
                  <a:lnTo>
                    <a:pt x="395979" y="167514"/>
                  </a:lnTo>
                  <a:lnTo>
                    <a:pt x="437505" y="141465"/>
                  </a:lnTo>
                  <a:lnTo>
                    <a:pt x="480593" y="117360"/>
                  </a:lnTo>
                  <a:lnTo>
                    <a:pt x="525009" y="95351"/>
                  </a:lnTo>
                  <a:lnTo>
                    <a:pt x="570494" y="75567"/>
                  </a:lnTo>
                  <a:lnTo>
                    <a:pt x="616950" y="58031"/>
                  </a:lnTo>
                  <a:lnTo>
                    <a:pt x="664281" y="42763"/>
                  </a:lnTo>
                  <a:lnTo>
                    <a:pt x="712390" y="29786"/>
                  </a:lnTo>
                  <a:lnTo>
                    <a:pt x="761179" y="19120"/>
                  </a:lnTo>
                  <a:lnTo>
                    <a:pt x="810552" y="10787"/>
                  </a:lnTo>
                  <a:lnTo>
                    <a:pt x="860411" y="4808"/>
                  </a:lnTo>
                  <a:lnTo>
                    <a:pt x="910659" y="1205"/>
                  </a:lnTo>
                  <a:lnTo>
                    <a:pt x="961199" y="0"/>
                  </a:lnTo>
                  <a:lnTo>
                    <a:pt x="1011736" y="1205"/>
                  </a:lnTo>
                  <a:lnTo>
                    <a:pt x="1061982" y="4808"/>
                  </a:lnTo>
                  <a:lnTo>
                    <a:pt x="1111840" y="10787"/>
                  </a:lnTo>
                  <a:lnTo>
                    <a:pt x="1161212" y="19120"/>
                  </a:lnTo>
                  <a:lnTo>
                    <a:pt x="1210002" y="29786"/>
                  </a:lnTo>
                  <a:lnTo>
                    <a:pt x="1258110" y="42763"/>
                  </a:lnTo>
                  <a:lnTo>
                    <a:pt x="1305441" y="58031"/>
                  </a:lnTo>
                  <a:lnTo>
                    <a:pt x="1351897" y="75567"/>
                  </a:lnTo>
                  <a:lnTo>
                    <a:pt x="1397379" y="95351"/>
                  </a:lnTo>
                  <a:lnTo>
                    <a:pt x="1441792" y="117360"/>
                  </a:lnTo>
                  <a:lnTo>
                    <a:pt x="1484884" y="141465"/>
                  </a:lnTo>
                  <a:lnTo>
                    <a:pt x="1526412" y="167514"/>
                  </a:lnTo>
                  <a:lnTo>
                    <a:pt x="1566303" y="195442"/>
                  </a:lnTo>
                  <a:lnTo>
                    <a:pt x="1604482" y="225184"/>
                  </a:lnTo>
                  <a:lnTo>
                    <a:pt x="1640878" y="256676"/>
                  </a:lnTo>
                  <a:lnTo>
                    <a:pt x="1675415" y="289853"/>
                  </a:lnTo>
                  <a:lnTo>
                    <a:pt x="1708022" y="324649"/>
                  </a:lnTo>
                  <a:lnTo>
                    <a:pt x="1738623" y="361001"/>
                  </a:lnTo>
                  <a:lnTo>
                    <a:pt x="1767147" y="398843"/>
                  </a:lnTo>
                  <a:lnTo>
                    <a:pt x="1793519" y="438111"/>
                  </a:lnTo>
                  <a:lnTo>
                    <a:pt x="1820219" y="483156"/>
                  </a:lnTo>
                  <a:lnTo>
                    <a:pt x="1843900" y="529408"/>
                  </a:lnTo>
                  <a:lnTo>
                    <a:pt x="1864530" y="576738"/>
                  </a:lnTo>
                  <a:lnTo>
                    <a:pt x="1882076" y="625020"/>
                  </a:lnTo>
                  <a:lnTo>
                    <a:pt x="1896505" y="674125"/>
                  </a:lnTo>
                  <a:lnTo>
                    <a:pt x="1907784" y="723927"/>
                  </a:lnTo>
                  <a:lnTo>
                    <a:pt x="1915881" y="774298"/>
                  </a:lnTo>
                  <a:lnTo>
                    <a:pt x="1920764" y="825110"/>
                  </a:lnTo>
                  <a:lnTo>
                    <a:pt x="1922399" y="876236"/>
                  </a:lnTo>
                  <a:close/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object 2"/>
          <p:cNvSpPr/>
          <p:nvPr/>
        </p:nvSpPr>
        <p:spPr>
          <a:xfrm>
            <a:off x="714240" y="180324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5" h="195580">
                <a:moveTo>
                  <a:pt x="933488" y="0"/>
                </a:moveTo>
                <a:lnTo>
                  <a:pt x="0" y="0"/>
                </a:lnTo>
                <a:lnTo>
                  <a:pt x="0" y="195122"/>
                </a:lnTo>
                <a:lnTo>
                  <a:pt x="466928" y="195122"/>
                </a:lnTo>
                <a:lnTo>
                  <a:pt x="933488" y="195122"/>
                </a:lnTo>
                <a:lnTo>
                  <a:pt x="933488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1" name="object 3"/>
          <p:cNvSpPr/>
          <p:nvPr/>
        </p:nvSpPr>
        <p:spPr>
          <a:xfrm>
            <a:off x="1783800" y="257724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5" h="195580">
                <a:moveTo>
                  <a:pt x="933831" y="0"/>
                </a:moveTo>
                <a:lnTo>
                  <a:pt x="0" y="0"/>
                </a:lnTo>
                <a:lnTo>
                  <a:pt x="0" y="195122"/>
                </a:lnTo>
                <a:lnTo>
                  <a:pt x="466915" y="195122"/>
                </a:lnTo>
                <a:lnTo>
                  <a:pt x="933831" y="195122"/>
                </a:lnTo>
                <a:lnTo>
                  <a:pt x="933831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2" name="object 4"/>
          <p:cNvSpPr/>
          <p:nvPr/>
        </p:nvSpPr>
        <p:spPr>
          <a:xfrm>
            <a:off x="2867760" y="187992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5" h="195580">
                <a:moveTo>
                  <a:pt x="933475" y="0"/>
                </a:moveTo>
                <a:lnTo>
                  <a:pt x="0" y="0"/>
                </a:lnTo>
                <a:lnTo>
                  <a:pt x="0" y="195122"/>
                </a:lnTo>
                <a:lnTo>
                  <a:pt x="466915" y="195122"/>
                </a:lnTo>
                <a:lnTo>
                  <a:pt x="933475" y="195122"/>
                </a:lnTo>
                <a:lnTo>
                  <a:pt x="933475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3" name="object 5"/>
          <p:cNvSpPr/>
          <p:nvPr/>
        </p:nvSpPr>
        <p:spPr>
          <a:xfrm>
            <a:off x="1686600" y="1973160"/>
            <a:ext cx="76320" cy="603360"/>
          </a:xfrm>
          <a:custGeom>
            <a:avLst/>
            <a:gdLst>
              <a:gd name="textAreaLeft" fmla="*/ 0 w 76320"/>
              <a:gd name="textAreaRight" fmla="*/ 76680 w 76320"/>
              <a:gd name="textAreaTop" fmla="*/ 0 h 603360"/>
              <a:gd name="textAreaBottom" fmla="*/ 603720 h 603360"/>
            </a:gdLst>
            <a:ahLst/>
            <a:rect l="textAreaLeft" t="textAreaTop" r="textAreaRight" b="textAreaBottom"/>
            <a:pathLst>
              <a:path w="76835" h="603885">
                <a:moveTo>
                  <a:pt x="0" y="0"/>
                </a:moveTo>
                <a:lnTo>
                  <a:pt x="76682" y="603719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4" name="object 6"/>
          <p:cNvSpPr/>
          <p:nvPr/>
        </p:nvSpPr>
        <p:spPr>
          <a:xfrm>
            <a:off x="2814840" y="1148040"/>
            <a:ext cx="76320" cy="603360"/>
          </a:xfrm>
          <a:custGeom>
            <a:avLst/>
            <a:gdLst>
              <a:gd name="textAreaLeft" fmla="*/ 0 w 76320"/>
              <a:gd name="textAreaRight" fmla="*/ 76680 w 76320"/>
              <a:gd name="textAreaTop" fmla="*/ 0 h 603360"/>
              <a:gd name="textAreaBottom" fmla="*/ 603720 h 603360"/>
            </a:gdLst>
            <a:ahLst/>
            <a:rect l="textAreaLeft" t="textAreaTop" r="textAreaRight" b="textAreaBottom"/>
            <a:pathLst>
              <a:path w="76835" h="603885">
                <a:moveTo>
                  <a:pt x="0" y="0"/>
                </a:moveTo>
                <a:lnTo>
                  <a:pt x="76682" y="603719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5" name="object 7"/>
          <p:cNvSpPr/>
          <p:nvPr/>
        </p:nvSpPr>
        <p:spPr>
          <a:xfrm>
            <a:off x="2767680" y="2168640"/>
            <a:ext cx="103320" cy="450360"/>
          </a:xfrm>
          <a:custGeom>
            <a:avLst/>
            <a:gdLst>
              <a:gd name="textAreaLeft" fmla="*/ 0 w 103320"/>
              <a:gd name="textAreaRight" fmla="*/ 103680 w 103320"/>
              <a:gd name="textAreaTop" fmla="*/ 0 h 450360"/>
              <a:gd name="textAreaBottom" fmla="*/ 450720 h 450360"/>
            </a:gdLst>
            <a:ahLst/>
            <a:rect l="textAreaLeft" t="textAreaTop" r="textAreaRight" b="textAreaBottom"/>
            <a:pathLst>
              <a:path w="103505" h="450850">
                <a:moveTo>
                  <a:pt x="102958" y="0"/>
                </a:moveTo>
                <a:lnTo>
                  <a:pt x="0" y="450723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26" name="object 8"/>
          <p:cNvGrpSpPr/>
          <p:nvPr/>
        </p:nvGrpSpPr>
        <p:grpSpPr>
          <a:xfrm>
            <a:off x="1710000" y="1046880"/>
            <a:ext cx="1051920" cy="653400"/>
            <a:chOff x="1710000" y="1046880"/>
            <a:chExt cx="1051920" cy="653400"/>
          </a:xfrm>
        </p:grpSpPr>
        <p:sp>
          <p:nvSpPr>
            <p:cNvPr id="727" name="object 9"/>
            <p:cNvSpPr/>
            <p:nvPr/>
          </p:nvSpPr>
          <p:spPr>
            <a:xfrm>
              <a:off x="1710000" y="1249920"/>
              <a:ext cx="103320" cy="45036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450360"/>
                <a:gd name="textAreaBottom" fmla="*/ 450720 h 450360"/>
              </a:gdLst>
              <a:ahLst/>
              <a:rect l="textAreaLeft" t="textAreaTop" r="textAreaRight" b="textAreaBottom"/>
              <a:pathLst>
                <a:path w="103505" h="450850">
                  <a:moveTo>
                    <a:pt x="102958" y="0"/>
                  </a:moveTo>
                  <a:lnTo>
                    <a:pt x="0" y="450722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8" name="object 10"/>
            <p:cNvSpPr/>
            <p:nvPr/>
          </p:nvSpPr>
          <p:spPr>
            <a:xfrm>
              <a:off x="1857240" y="1046880"/>
              <a:ext cx="904680" cy="195120"/>
            </a:xfrm>
            <a:custGeom>
              <a:avLst/>
              <a:gdLst>
                <a:gd name="textAreaLeft" fmla="*/ 0 w 904680"/>
                <a:gd name="textAreaRight" fmla="*/ 905040 w 90468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904875" h="195580">
                  <a:moveTo>
                    <a:pt x="904328" y="0"/>
                  </a:moveTo>
                  <a:lnTo>
                    <a:pt x="0" y="0"/>
                  </a:lnTo>
                  <a:lnTo>
                    <a:pt x="0" y="195122"/>
                  </a:lnTo>
                  <a:lnTo>
                    <a:pt x="452170" y="195122"/>
                  </a:lnTo>
                  <a:lnTo>
                    <a:pt x="904328" y="195122"/>
                  </a:lnTo>
                  <a:lnTo>
                    <a:pt x="904328" y="0"/>
                  </a:lnTo>
                  <a:close/>
                </a:path>
              </a:pathLst>
            </a:custGeom>
            <a:solidFill>
              <a:srgbClr val="e5e80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29" name="object 11"/>
            <p:cNvSpPr/>
            <p:nvPr/>
          </p:nvSpPr>
          <p:spPr>
            <a:xfrm>
              <a:off x="2145600" y="1046880"/>
              <a:ext cx="171000" cy="195120"/>
            </a:xfrm>
            <a:custGeom>
              <a:avLst/>
              <a:gdLst>
                <a:gd name="textAreaLeft" fmla="*/ 0 w 171000"/>
                <a:gd name="textAreaRight" fmla="*/ 171360 w 17100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171450" h="195580">
                  <a:moveTo>
                    <a:pt x="170992" y="0"/>
                  </a:moveTo>
                  <a:lnTo>
                    <a:pt x="0" y="0"/>
                  </a:lnTo>
                  <a:lnTo>
                    <a:pt x="0" y="195122"/>
                  </a:lnTo>
                  <a:lnTo>
                    <a:pt x="85674" y="195122"/>
                  </a:lnTo>
                  <a:lnTo>
                    <a:pt x="170992" y="195122"/>
                  </a:lnTo>
                  <a:lnTo>
                    <a:pt x="170992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0" name="object 12"/>
            <p:cNvSpPr/>
            <p:nvPr/>
          </p:nvSpPr>
          <p:spPr>
            <a:xfrm>
              <a:off x="2145600" y="1046880"/>
              <a:ext cx="171000" cy="195120"/>
            </a:xfrm>
            <a:custGeom>
              <a:avLst/>
              <a:gdLst>
                <a:gd name="textAreaLeft" fmla="*/ 0 w 171000"/>
                <a:gd name="textAreaRight" fmla="*/ 171360 w 17100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171450" h="195580">
                  <a:moveTo>
                    <a:pt x="85674" y="195122"/>
                  </a:moveTo>
                  <a:lnTo>
                    <a:pt x="0" y="195122"/>
                  </a:lnTo>
                  <a:lnTo>
                    <a:pt x="0" y="0"/>
                  </a:lnTo>
                  <a:lnTo>
                    <a:pt x="170992" y="0"/>
                  </a:lnTo>
                  <a:lnTo>
                    <a:pt x="170992" y="195122"/>
                  </a:lnTo>
                  <a:lnTo>
                    <a:pt x="85674" y="195122"/>
                  </a:lnTo>
                  <a:close/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31" name="object 13"/>
          <p:cNvSpPr/>
          <p:nvPr/>
        </p:nvSpPr>
        <p:spPr>
          <a:xfrm>
            <a:off x="2891160" y="190440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5" h="195580">
                <a:moveTo>
                  <a:pt x="933488" y="0"/>
                </a:moveTo>
                <a:lnTo>
                  <a:pt x="0" y="0"/>
                </a:lnTo>
                <a:lnTo>
                  <a:pt x="0" y="195122"/>
                </a:lnTo>
                <a:lnTo>
                  <a:pt x="466928" y="195122"/>
                </a:lnTo>
                <a:lnTo>
                  <a:pt x="933488" y="195122"/>
                </a:lnTo>
                <a:lnTo>
                  <a:pt x="933488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2" name="object 14"/>
          <p:cNvSpPr/>
          <p:nvPr/>
        </p:nvSpPr>
        <p:spPr>
          <a:xfrm>
            <a:off x="3960720" y="267840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5" h="195580">
                <a:moveTo>
                  <a:pt x="933831" y="0"/>
                </a:moveTo>
                <a:lnTo>
                  <a:pt x="0" y="0"/>
                </a:lnTo>
                <a:lnTo>
                  <a:pt x="0" y="195110"/>
                </a:lnTo>
                <a:lnTo>
                  <a:pt x="466915" y="195110"/>
                </a:lnTo>
                <a:lnTo>
                  <a:pt x="933831" y="195110"/>
                </a:lnTo>
                <a:lnTo>
                  <a:pt x="933831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3" name="object 15"/>
          <p:cNvSpPr/>
          <p:nvPr/>
        </p:nvSpPr>
        <p:spPr>
          <a:xfrm>
            <a:off x="5044680" y="198108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5" h="195580">
                <a:moveTo>
                  <a:pt x="933475" y="0"/>
                </a:moveTo>
                <a:lnTo>
                  <a:pt x="0" y="0"/>
                </a:lnTo>
                <a:lnTo>
                  <a:pt x="0" y="195110"/>
                </a:lnTo>
                <a:lnTo>
                  <a:pt x="466915" y="195110"/>
                </a:lnTo>
                <a:lnTo>
                  <a:pt x="933475" y="195110"/>
                </a:lnTo>
                <a:lnTo>
                  <a:pt x="933475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4" name="object 16"/>
          <p:cNvSpPr/>
          <p:nvPr/>
        </p:nvSpPr>
        <p:spPr>
          <a:xfrm>
            <a:off x="3863520" y="2074320"/>
            <a:ext cx="76320" cy="603360"/>
          </a:xfrm>
          <a:custGeom>
            <a:avLst/>
            <a:gdLst>
              <a:gd name="textAreaLeft" fmla="*/ 0 w 76320"/>
              <a:gd name="textAreaRight" fmla="*/ 76680 w 76320"/>
              <a:gd name="textAreaTop" fmla="*/ 0 h 603360"/>
              <a:gd name="textAreaBottom" fmla="*/ 603720 h 603360"/>
            </a:gdLst>
            <a:ahLst/>
            <a:rect l="textAreaLeft" t="textAreaTop" r="textAreaRight" b="textAreaBottom"/>
            <a:pathLst>
              <a:path w="76835" h="603885">
                <a:moveTo>
                  <a:pt x="0" y="0"/>
                </a:moveTo>
                <a:lnTo>
                  <a:pt x="76682" y="603719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5" name="object 17"/>
          <p:cNvSpPr/>
          <p:nvPr/>
        </p:nvSpPr>
        <p:spPr>
          <a:xfrm>
            <a:off x="4991760" y="1249200"/>
            <a:ext cx="76320" cy="603360"/>
          </a:xfrm>
          <a:custGeom>
            <a:avLst/>
            <a:gdLst>
              <a:gd name="textAreaLeft" fmla="*/ 0 w 76320"/>
              <a:gd name="textAreaRight" fmla="*/ 76680 w 76320"/>
              <a:gd name="textAreaTop" fmla="*/ 0 h 603360"/>
              <a:gd name="textAreaBottom" fmla="*/ 603720 h 603360"/>
            </a:gdLst>
            <a:ahLst/>
            <a:rect l="textAreaLeft" t="textAreaTop" r="textAreaRight" b="textAreaBottom"/>
            <a:pathLst>
              <a:path w="76835" h="603885">
                <a:moveTo>
                  <a:pt x="0" y="0"/>
                </a:moveTo>
                <a:lnTo>
                  <a:pt x="76682" y="603719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6" name="object 18"/>
          <p:cNvSpPr/>
          <p:nvPr/>
        </p:nvSpPr>
        <p:spPr>
          <a:xfrm>
            <a:off x="4944600" y="2269800"/>
            <a:ext cx="103320" cy="450360"/>
          </a:xfrm>
          <a:custGeom>
            <a:avLst/>
            <a:gdLst>
              <a:gd name="textAreaLeft" fmla="*/ 0 w 103320"/>
              <a:gd name="textAreaRight" fmla="*/ 103680 w 103320"/>
              <a:gd name="textAreaTop" fmla="*/ 0 h 450360"/>
              <a:gd name="textAreaBottom" fmla="*/ 450720 h 450360"/>
            </a:gdLst>
            <a:ahLst/>
            <a:rect l="textAreaLeft" t="textAreaTop" r="textAreaRight" b="textAreaBottom"/>
            <a:pathLst>
              <a:path w="103504" h="450850">
                <a:moveTo>
                  <a:pt x="102958" y="0"/>
                </a:moveTo>
                <a:lnTo>
                  <a:pt x="0" y="450723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37" name="object 19"/>
          <p:cNvGrpSpPr/>
          <p:nvPr/>
        </p:nvGrpSpPr>
        <p:grpSpPr>
          <a:xfrm>
            <a:off x="3886920" y="1148040"/>
            <a:ext cx="1051920" cy="653400"/>
            <a:chOff x="3886920" y="1148040"/>
            <a:chExt cx="1051920" cy="653400"/>
          </a:xfrm>
        </p:grpSpPr>
        <p:sp>
          <p:nvSpPr>
            <p:cNvPr id="738" name="object 20"/>
            <p:cNvSpPr/>
            <p:nvPr/>
          </p:nvSpPr>
          <p:spPr>
            <a:xfrm>
              <a:off x="3886920" y="1351080"/>
              <a:ext cx="103320" cy="45036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450360"/>
                <a:gd name="textAreaBottom" fmla="*/ 450720 h 450360"/>
              </a:gdLst>
              <a:ahLst/>
              <a:rect l="textAreaLeft" t="textAreaTop" r="textAreaRight" b="textAreaBottom"/>
              <a:pathLst>
                <a:path w="103504" h="450850">
                  <a:moveTo>
                    <a:pt x="102958" y="0"/>
                  </a:moveTo>
                  <a:lnTo>
                    <a:pt x="0" y="450723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39" name="object 21"/>
            <p:cNvSpPr/>
            <p:nvPr/>
          </p:nvSpPr>
          <p:spPr>
            <a:xfrm>
              <a:off x="4034160" y="1148040"/>
              <a:ext cx="904680" cy="195120"/>
            </a:xfrm>
            <a:custGeom>
              <a:avLst/>
              <a:gdLst>
                <a:gd name="textAreaLeft" fmla="*/ 0 w 904680"/>
                <a:gd name="textAreaRight" fmla="*/ 905040 w 90468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904875" h="195580">
                  <a:moveTo>
                    <a:pt x="904328" y="0"/>
                  </a:moveTo>
                  <a:lnTo>
                    <a:pt x="0" y="0"/>
                  </a:lnTo>
                  <a:lnTo>
                    <a:pt x="0" y="195122"/>
                  </a:lnTo>
                  <a:lnTo>
                    <a:pt x="452170" y="195122"/>
                  </a:lnTo>
                  <a:lnTo>
                    <a:pt x="904328" y="195122"/>
                  </a:lnTo>
                  <a:lnTo>
                    <a:pt x="904328" y="0"/>
                  </a:lnTo>
                  <a:close/>
                </a:path>
              </a:pathLst>
            </a:custGeom>
            <a:solidFill>
              <a:srgbClr val="e5e80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0" name="object 22"/>
            <p:cNvSpPr/>
            <p:nvPr/>
          </p:nvSpPr>
          <p:spPr>
            <a:xfrm>
              <a:off x="4322520" y="1148040"/>
              <a:ext cx="171000" cy="195120"/>
            </a:xfrm>
            <a:custGeom>
              <a:avLst/>
              <a:gdLst>
                <a:gd name="textAreaLeft" fmla="*/ 0 w 171000"/>
                <a:gd name="textAreaRight" fmla="*/ 171360 w 17100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171450" h="195580">
                  <a:moveTo>
                    <a:pt x="170992" y="0"/>
                  </a:moveTo>
                  <a:lnTo>
                    <a:pt x="0" y="0"/>
                  </a:lnTo>
                  <a:lnTo>
                    <a:pt x="0" y="195122"/>
                  </a:lnTo>
                  <a:lnTo>
                    <a:pt x="85674" y="195122"/>
                  </a:lnTo>
                  <a:lnTo>
                    <a:pt x="170992" y="195122"/>
                  </a:lnTo>
                  <a:lnTo>
                    <a:pt x="170992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41" name="object 23"/>
            <p:cNvSpPr/>
            <p:nvPr/>
          </p:nvSpPr>
          <p:spPr>
            <a:xfrm>
              <a:off x="4322520" y="1148040"/>
              <a:ext cx="171000" cy="195120"/>
            </a:xfrm>
            <a:custGeom>
              <a:avLst/>
              <a:gdLst>
                <a:gd name="textAreaLeft" fmla="*/ 0 w 171000"/>
                <a:gd name="textAreaRight" fmla="*/ 171360 w 17100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171450" h="195580">
                  <a:moveTo>
                    <a:pt x="85674" y="195122"/>
                  </a:moveTo>
                  <a:lnTo>
                    <a:pt x="0" y="195122"/>
                  </a:lnTo>
                  <a:lnTo>
                    <a:pt x="0" y="0"/>
                  </a:lnTo>
                  <a:lnTo>
                    <a:pt x="170992" y="0"/>
                  </a:lnTo>
                  <a:lnTo>
                    <a:pt x="170992" y="195122"/>
                  </a:lnTo>
                  <a:lnTo>
                    <a:pt x="85674" y="195122"/>
                  </a:lnTo>
                  <a:close/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42" name="object 24"/>
          <p:cNvSpPr/>
          <p:nvPr/>
        </p:nvSpPr>
        <p:spPr>
          <a:xfrm>
            <a:off x="5068080" y="200556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5" h="195580">
                <a:moveTo>
                  <a:pt x="933488" y="0"/>
                </a:moveTo>
                <a:lnTo>
                  <a:pt x="0" y="0"/>
                </a:lnTo>
                <a:lnTo>
                  <a:pt x="0" y="195122"/>
                </a:lnTo>
                <a:lnTo>
                  <a:pt x="466928" y="195122"/>
                </a:lnTo>
                <a:lnTo>
                  <a:pt x="933488" y="195122"/>
                </a:lnTo>
                <a:lnTo>
                  <a:pt x="933488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3" name="object 25"/>
          <p:cNvSpPr/>
          <p:nvPr/>
        </p:nvSpPr>
        <p:spPr>
          <a:xfrm>
            <a:off x="6137640" y="277956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4" h="195580">
                <a:moveTo>
                  <a:pt x="933830" y="0"/>
                </a:moveTo>
                <a:lnTo>
                  <a:pt x="0" y="0"/>
                </a:lnTo>
                <a:lnTo>
                  <a:pt x="0" y="195122"/>
                </a:lnTo>
                <a:lnTo>
                  <a:pt x="466915" y="195122"/>
                </a:lnTo>
                <a:lnTo>
                  <a:pt x="933830" y="195122"/>
                </a:lnTo>
                <a:lnTo>
                  <a:pt x="93383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4" name="object 26"/>
          <p:cNvSpPr/>
          <p:nvPr/>
        </p:nvSpPr>
        <p:spPr>
          <a:xfrm>
            <a:off x="7221600" y="208224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4" h="195580">
                <a:moveTo>
                  <a:pt x="933475" y="0"/>
                </a:moveTo>
                <a:lnTo>
                  <a:pt x="0" y="0"/>
                </a:lnTo>
                <a:lnTo>
                  <a:pt x="0" y="195122"/>
                </a:lnTo>
                <a:lnTo>
                  <a:pt x="466915" y="195122"/>
                </a:lnTo>
                <a:lnTo>
                  <a:pt x="933475" y="195122"/>
                </a:lnTo>
                <a:lnTo>
                  <a:pt x="933475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5" name="object 27"/>
          <p:cNvSpPr/>
          <p:nvPr/>
        </p:nvSpPr>
        <p:spPr>
          <a:xfrm>
            <a:off x="6040440" y="2175480"/>
            <a:ext cx="76320" cy="603360"/>
          </a:xfrm>
          <a:custGeom>
            <a:avLst/>
            <a:gdLst>
              <a:gd name="textAreaLeft" fmla="*/ 0 w 76320"/>
              <a:gd name="textAreaRight" fmla="*/ 76680 w 76320"/>
              <a:gd name="textAreaTop" fmla="*/ 0 h 603360"/>
              <a:gd name="textAreaBottom" fmla="*/ 603720 h 603360"/>
            </a:gdLst>
            <a:ahLst/>
            <a:rect l="textAreaLeft" t="textAreaTop" r="textAreaRight" b="textAreaBottom"/>
            <a:pathLst>
              <a:path w="76835" h="603885">
                <a:moveTo>
                  <a:pt x="0" y="0"/>
                </a:moveTo>
                <a:lnTo>
                  <a:pt x="76682" y="603719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6" name="object 28"/>
          <p:cNvSpPr/>
          <p:nvPr/>
        </p:nvSpPr>
        <p:spPr>
          <a:xfrm>
            <a:off x="7168680" y="1350360"/>
            <a:ext cx="76320" cy="603360"/>
          </a:xfrm>
          <a:custGeom>
            <a:avLst/>
            <a:gdLst>
              <a:gd name="textAreaLeft" fmla="*/ 0 w 76320"/>
              <a:gd name="textAreaRight" fmla="*/ 76680 w 76320"/>
              <a:gd name="textAreaTop" fmla="*/ 0 h 603360"/>
              <a:gd name="textAreaBottom" fmla="*/ 603720 h 603360"/>
            </a:gdLst>
            <a:ahLst/>
            <a:rect l="textAreaLeft" t="textAreaTop" r="textAreaRight" b="textAreaBottom"/>
            <a:pathLst>
              <a:path w="76834" h="603885">
                <a:moveTo>
                  <a:pt x="0" y="0"/>
                </a:moveTo>
                <a:lnTo>
                  <a:pt x="76682" y="603719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7" name="object 29"/>
          <p:cNvSpPr/>
          <p:nvPr/>
        </p:nvSpPr>
        <p:spPr>
          <a:xfrm>
            <a:off x="7121520" y="2370960"/>
            <a:ext cx="103320" cy="450360"/>
          </a:xfrm>
          <a:custGeom>
            <a:avLst/>
            <a:gdLst>
              <a:gd name="textAreaLeft" fmla="*/ 0 w 103320"/>
              <a:gd name="textAreaRight" fmla="*/ 103680 w 103320"/>
              <a:gd name="textAreaTop" fmla="*/ 0 h 450360"/>
              <a:gd name="textAreaBottom" fmla="*/ 450720 h 450360"/>
            </a:gdLst>
            <a:ahLst/>
            <a:rect l="textAreaLeft" t="textAreaTop" r="textAreaRight" b="textAreaBottom"/>
            <a:pathLst>
              <a:path w="103504" h="450850">
                <a:moveTo>
                  <a:pt x="102958" y="0"/>
                </a:moveTo>
                <a:lnTo>
                  <a:pt x="0" y="450723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48" name="object 30"/>
          <p:cNvGrpSpPr/>
          <p:nvPr/>
        </p:nvGrpSpPr>
        <p:grpSpPr>
          <a:xfrm>
            <a:off x="6063840" y="1249200"/>
            <a:ext cx="1051920" cy="653400"/>
            <a:chOff x="6063840" y="1249200"/>
            <a:chExt cx="1051920" cy="653400"/>
          </a:xfrm>
        </p:grpSpPr>
        <p:sp>
          <p:nvSpPr>
            <p:cNvPr id="749" name="object 31"/>
            <p:cNvSpPr/>
            <p:nvPr/>
          </p:nvSpPr>
          <p:spPr>
            <a:xfrm>
              <a:off x="6063840" y="1452240"/>
              <a:ext cx="103320" cy="45036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450360"/>
                <a:gd name="textAreaBottom" fmla="*/ 450720 h 450360"/>
              </a:gdLst>
              <a:ahLst/>
              <a:rect l="textAreaLeft" t="textAreaTop" r="textAreaRight" b="textAreaBottom"/>
              <a:pathLst>
                <a:path w="103504" h="450850">
                  <a:moveTo>
                    <a:pt x="102958" y="0"/>
                  </a:moveTo>
                  <a:lnTo>
                    <a:pt x="0" y="450710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0" name="object 32"/>
            <p:cNvSpPr/>
            <p:nvPr/>
          </p:nvSpPr>
          <p:spPr>
            <a:xfrm>
              <a:off x="6211080" y="1249200"/>
              <a:ext cx="904680" cy="195120"/>
            </a:xfrm>
            <a:custGeom>
              <a:avLst/>
              <a:gdLst>
                <a:gd name="textAreaLeft" fmla="*/ 0 w 904680"/>
                <a:gd name="textAreaRight" fmla="*/ 905040 w 90468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904875" h="195580">
                  <a:moveTo>
                    <a:pt x="904328" y="0"/>
                  </a:moveTo>
                  <a:lnTo>
                    <a:pt x="0" y="0"/>
                  </a:lnTo>
                  <a:lnTo>
                    <a:pt x="0" y="195122"/>
                  </a:lnTo>
                  <a:lnTo>
                    <a:pt x="452170" y="195122"/>
                  </a:lnTo>
                  <a:lnTo>
                    <a:pt x="904328" y="195122"/>
                  </a:lnTo>
                  <a:lnTo>
                    <a:pt x="904328" y="0"/>
                  </a:lnTo>
                  <a:close/>
                </a:path>
              </a:pathLst>
            </a:custGeom>
            <a:solidFill>
              <a:srgbClr val="e5e80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1" name="object 33"/>
            <p:cNvSpPr/>
            <p:nvPr/>
          </p:nvSpPr>
          <p:spPr>
            <a:xfrm>
              <a:off x="6499440" y="1249200"/>
              <a:ext cx="171000" cy="195120"/>
            </a:xfrm>
            <a:custGeom>
              <a:avLst/>
              <a:gdLst>
                <a:gd name="textAreaLeft" fmla="*/ 0 w 171000"/>
                <a:gd name="textAreaRight" fmla="*/ 171360 w 17100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171450" h="195580">
                  <a:moveTo>
                    <a:pt x="170992" y="0"/>
                  </a:moveTo>
                  <a:lnTo>
                    <a:pt x="0" y="0"/>
                  </a:lnTo>
                  <a:lnTo>
                    <a:pt x="0" y="195122"/>
                  </a:lnTo>
                  <a:lnTo>
                    <a:pt x="85674" y="195122"/>
                  </a:lnTo>
                  <a:lnTo>
                    <a:pt x="170992" y="195122"/>
                  </a:lnTo>
                  <a:lnTo>
                    <a:pt x="170992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52" name="object 34"/>
            <p:cNvSpPr/>
            <p:nvPr/>
          </p:nvSpPr>
          <p:spPr>
            <a:xfrm>
              <a:off x="6499440" y="1249200"/>
              <a:ext cx="171000" cy="195120"/>
            </a:xfrm>
            <a:custGeom>
              <a:avLst/>
              <a:gdLst>
                <a:gd name="textAreaLeft" fmla="*/ 0 w 171000"/>
                <a:gd name="textAreaRight" fmla="*/ 171360 w 17100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171450" h="195580">
                  <a:moveTo>
                    <a:pt x="85674" y="195122"/>
                  </a:moveTo>
                  <a:lnTo>
                    <a:pt x="0" y="195122"/>
                  </a:lnTo>
                  <a:lnTo>
                    <a:pt x="0" y="0"/>
                  </a:lnTo>
                  <a:lnTo>
                    <a:pt x="170992" y="0"/>
                  </a:lnTo>
                  <a:lnTo>
                    <a:pt x="170992" y="195122"/>
                  </a:lnTo>
                  <a:lnTo>
                    <a:pt x="85674" y="195122"/>
                  </a:lnTo>
                  <a:close/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53" name="object 35"/>
          <p:cNvSpPr/>
          <p:nvPr/>
        </p:nvSpPr>
        <p:spPr>
          <a:xfrm>
            <a:off x="7245000" y="210672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4" h="195580">
                <a:moveTo>
                  <a:pt x="933488" y="0"/>
                </a:moveTo>
                <a:lnTo>
                  <a:pt x="0" y="0"/>
                </a:lnTo>
                <a:lnTo>
                  <a:pt x="0" y="195122"/>
                </a:lnTo>
                <a:lnTo>
                  <a:pt x="466928" y="195122"/>
                </a:lnTo>
                <a:lnTo>
                  <a:pt x="933488" y="195122"/>
                </a:lnTo>
                <a:lnTo>
                  <a:pt x="933488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4" name="object 36"/>
          <p:cNvSpPr/>
          <p:nvPr/>
        </p:nvSpPr>
        <p:spPr>
          <a:xfrm>
            <a:off x="8314560" y="288072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4" h="195580">
                <a:moveTo>
                  <a:pt x="933830" y="0"/>
                </a:moveTo>
                <a:lnTo>
                  <a:pt x="0" y="0"/>
                </a:lnTo>
                <a:lnTo>
                  <a:pt x="0" y="195122"/>
                </a:lnTo>
                <a:lnTo>
                  <a:pt x="466915" y="195122"/>
                </a:lnTo>
                <a:lnTo>
                  <a:pt x="933830" y="195122"/>
                </a:lnTo>
                <a:lnTo>
                  <a:pt x="93383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5" name="object 37"/>
          <p:cNvSpPr/>
          <p:nvPr/>
        </p:nvSpPr>
        <p:spPr>
          <a:xfrm>
            <a:off x="9398520" y="2183400"/>
            <a:ext cx="681120" cy="195120"/>
          </a:xfrm>
          <a:custGeom>
            <a:avLst/>
            <a:gdLst>
              <a:gd name="textAreaLeft" fmla="*/ 0 w 681120"/>
              <a:gd name="textAreaRight" fmla="*/ 681480 w 68112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681354" h="195580">
                <a:moveTo>
                  <a:pt x="681113" y="0"/>
                </a:moveTo>
                <a:lnTo>
                  <a:pt x="0" y="0"/>
                </a:lnTo>
                <a:lnTo>
                  <a:pt x="0" y="195122"/>
                </a:lnTo>
                <a:lnTo>
                  <a:pt x="681113" y="195122"/>
                </a:lnTo>
                <a:lnTo>
                  <a:pt x="681113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6" name="object 38"/>
          <p:cNvSpPr/>
          <p:nvPr/>
        </p:nvSpPr>
        <p:spPr>
          <a:xfrm>
            <a:off x="8217360" y="2276640"/>
            <a:ext cx="76320" cy="603360"/>
          </a:xfrm>
          <a:custGeom>
            <a:avLst/>
            <a:gdLst>
              <a:gd name="textAreaLeft" fmla="*/ 0 w 76320"/>
              <a:gd name="textAreaRight" fmla="*/ 76680 w 76320"/>
              <a:gd name="textAreaTop" fmla="*/ 0 h 603360"/>
              <a:gd name="textAreaBottom" fmla="*/ 603720 h 603360"/>
            </a:gdLst>
            <a:ahLst/>
            <a:rect l="textAreaLeft" t="textAreaTop" r="textAreaRight" b="textAreaBottom"/>
            <a:pathLst>
              <a:path w="76834" h="603885">
                <a:moveTo>
                  <a:pt x="0" y="0"/>
                </a:moveTo>
                <a:lnTo>
                  <a:pt x="76682" y="603719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7" name="object 39"/>
          <p:cNvSpPr/>
          <p:nvPr/>
        </p:nvSpPr>
        <p:spPr>
          <a:xfrm>
            <a:off x="9345600" y="1451520"/>
            <a:ext cx="76320" cy="603360"/>
          </a:xfrm>
          <a:custGeom>
            <a:avLst/>
            <a:gdLst>
              <a:gd name="textAreaLeft" fmla="*/ 0 w 76320"/>
              <a:gd name="textAreaRight" fmla="*/ 76680 w 76320"/>
              <a:gd name="textAreaTop" fmla="*/ 0 h 603360"/>
              <a:gd name="textAreaBottom" fmla="*/ 603720 h 603360"/>
            </a:gdLst>
            <a:ahLst/>
            <a:rect l="textAreaLeft" t="textAreaTop" r="textAreaRight" b="textAreaBottom"/>
            <a:pathLst>
              <a:path w="76834" h="603885">
                <a:moveTo>
                  <a:pt x="0" y="0"/>
                </a:moveTo>
                <a:lnTo>
                  <a:pt x="76682" y="603719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8" name="object 40"/>
          <p:cNvSpPr/>
          <p:nvPr/>
        </p:nvSpPr>
        <p:spPr>
          <a:xfrm>
            <a:off x="9298440" y="2472120"/>
            <a:ext cx="103320" cy="450360"/>
          </a:xfrm>
          <a:custGeom>
            <a:avLst/>
            <a:gdLst>
              <a:gd name="textAreaLeft" fmla="*/ 0 w 103320"/>
              <a:gd name="textAreaRight" fmla="*/ 103680 w 103320"/>
              <a:gd name="textAreaTop" fmla="*/ 0 h 450360"/>
              <a:gd name="textAreaBottom" fmla="*/ 450720 h 450360"/>
            </a:gdLst>
            <a:ahLst/>
            <a:rect l="textAreaLeft" t="textAreaTop" r="textAreaRight" b="textAreaBottom"/>
            <a:pathLst>
              <a:path w="103504" h="450850">
                <a:moveTo>
                  <a:pt x="102958" y="0"/>
                </a:moveTo>
                <a:lnTo>
                  <a:pt x="0" y="450722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59" name="object 41"/>
          <p:cNvGrpSpPr/>
          <p:nvPr/>
        </p:nvGrpSpPr>
        <p:grpSpPr>
          <a:xfrm>
            <a:off x="8240760" y="1350360"/>
            <a:ext cx="1051920" cy="653400"/>
            <a:chOff x="8240760" y="1350360"/>
            <a:chExt cx="1051920" cy="653400"/>
          </a:xfrm>
        </p:grpSpPr>
        <p:sp>
          <p:nvSpPr>
            <p:cNvPr id="760" name="object 42"/>
            <p:cNvSpPr/>
            <p:nvPr/>
          </p:nvSpPr>
          <p:spPr>
            <a:xfrm>
              <a:off x="8240760" y="1553400"/>
              <a:ext cx="103320" cy="450360"/>
            </a:xfrm>
            <a:custGeom>
              <a:avLst/>
              <a:gdLst>
                <a:gd name="textAreaLeft" fmla="*/ 0 w 103320"/>
                <a:gd name="textAreaRight" fmla="*/ 103680 w 103320"/>
                <a:gd name="textAreaTop" fmla="*/ 0 h 450360"/>
                <a:gd name="textAreaBottom" fmla="*/ 450720 h 450360"/>
              </a:gdLst>
              <a:ahLst/>
              <a:rect l="textAreaLeft" t="textAreaTop" r="textAreaRight" b="textAreaBottom"/>
              <a:pathLst>
                <a:path w="103504" h="450850">
                  <a:moveTo>
                    <a:pt x="102958" y="0"/>
                  </a:moveTo>
                  <a:lnTo>
                    <a:pt x="0" y="450723"/>
                  </a:lnTo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1" name="object 43"/>
            <p:cNvSpPr/>
            <p:nvPr/>
          </p:nvSpPr>
          <p:spPr>
            <a:xfrm>
              <a:off x="8388000" y="1350360"/>
              <a:ext cx="904680" cy="195120"/>
            </a:xfrm>
            <a:custGeom>
              <a:avLst/>
              <a:gdLst>
                <a:gd name="textAreaLeft" fmla="*/ 0 w 904680"/>
                <a:gd name="textAreaRight" fmla="*/ 905040 w 90468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904875" h="195580">
                  <a:moveTo>
                    <a:pt x="904328" y="0"/>
                  </a:moveTo>
                  <a:lnTo>
                    <a:pt x="0" y="0"/>
                  </a:lnTo>
                  <a:lnTo>
                    <a:pt x="0" y="195110"/>
                  </a:lnTo>
                  <a:lnTo>
                    <a:pt x="452170" y="195110"/>
                  </a:lnTo>
                  <a:lnTo>
                    <a:pt x="904328" y="195110"/>
                  </a:lnTo>
                  <a:lnTo>
                    <a:pt x="904328" y="0"/>
                  </a:lnTo>
                  <a:close/>
                </a:path>
              </a:pathLst>
            </a:custGeom>
            <a:solidFill>
              <a:srgbClr val="e5e80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2" name="object 44"/>
            <p:cNvSpPr/>
            <p:nvPr/>
          </p:nvSpPr>
          <p:spPr>
            <a:xfrm>
              <a:off x="8676360" y="1350360"/>
              <a:ext cx="171000" cy="195120"/>
            </a:xfrm>
            <a:custGeom>
              <a:avLst/>
              <a:gdLst>
                <a:gd name="textAreaLeft" fmla="*/ 0 w 171000"/>
                <a:gd name="textAreaRight" fmla="*/ 171360 w 17100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171450" h="195580">
                  <a:moveTo>
                    <a:pt x="171005" y="0"/>
                  </a:moveTo>
                  <a:lnTo>
                    <a:pt x="0" y="0"/>
                  </a:lnTo>
                  <a:lnTo>
                    <a:pt x="0" y="195110"/>
                  </a:lnTo>
                  <a:lnTo>
                    <a:pt x="85674" y="195110"/>
                  </a:lnTo>
                  <a:lnTo>
                    <a:pt x="171005" y="195110"/>
                  </a:lnTo>
                  <a:lnTo>
                    <a:pt x="171005" y="0"/>
                  </a:lnTo>
                  <a:close/>
                </a:path>
              </a:pathLst>
            </a:custGeom>
            <a:solidFill>
              <a:srgbClr val="ffa99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763" name="object 45"/>
            <p:cNvSpPr/>
            <p:nvPr/>
          </p:nvSpPr>
          <p:spPr>
            <a:xfrm>
              <a:off x="8676360" y="1350360"/>
              <a:ext cx="171000" cy="195120"/>
            </a:xfrm>
            <a:custGeom>
              <a:avLst/>
              <a:gdLst>
                <a:gd name="textAreaLeft" fmla="*/ 0 w 171000"/>
                <a:gd name="textAreaRight" fmla="*/ 171360 w 171000"/>
                <a:gd name="textAreaTop" fmla="*/ 0 h 195120"/>
                <a:gd name="textAreaBottom" fmla="*/ 195480 h 195120"/>
              </a:gdLst>
              <a:ahLst/>
              <a:rect l="textAreaLeft" t="textAreaTop" r="textAreaRight" b="textAreaBottom"/>
              <a:pathLst>
                <a:path w="171450" h="195580">
                  <a:moveTo>
                    <a:pt x="85674" y="195110"/>
                  </a:moveTo>
                  <a:lnTo>
                    <a:pt x="0" y="195110"/>
                  </a:lnTo>
                  <a:lnTo>
                    <a:pt x="0" y="0"/>
                  </a:lnTo>
                  <a:lnTo>
                    <a:pt x="171005" y="0"/>
                  </a:lnTo>
                  <a:lnTo>
                    <a:pt x="171005" y="195110"/>
                  </a:lnTo>
                  <a:lnTo>
                    <a:pt x="85674" y="195110"/>
                  </a:lnTo>
                  <a:close/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64" name="object 46"/>
          <p:cNvSpPr/>
          <p:nvPr/>
        </p:nvSpPr>
        <p:spPr>
          <a:xfrm>
            <a:off x="680040" y="438876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5" h="195579">
                <a:moveTo>
                  <a:pt x="933488" y="0"/>
                </a:moveTo>
                <a:lnTo>
                  <a:pt x="0" y="0"/>
                </a:lnTo>
                <a:lnTo>
                  <a:pt x="0" y="195110"/>
                </a:lnTo>
                <a:lnTo>
                  <a:pt x="466928" y="195110"/>
                </a:lnTo>
                <a:lnTo>
                  <a:pt x="933488" y="195110"/>
                </a:lnTo>
                <a:lnTo>
                  <a:pt x="933488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5" name="object 47"/>
          <p:cNvSpPr/>
          <p:nvPr/>
        </p:nvSpPr>
        <p:spPr>
          <a:xfrm>
            <a:off x="1661760" y="4372200"/>
            <a:ext cx="904680" cy="195120"/>
          </a:xfrm>
          <a:custGeom>
            <a:avLst/>
            <a:gdLst>
              <a:gd name="textAreaLeft" fmla="*/ 0 w 904680"/>
              <a:gd name="textAreaRight" fmla="*/ 905040 w 90468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04875" h="195579">
                <a:moveTo>
                  <a:pt x="904328" y="0"/>
                </a:moveTo>
                <a:lnTo>
                  <a:pt x="0" y="0"/>
                </a:lnTo>
                <a:lnTo>
                  <a:pt x="0" y="195110"/>
                </a:lnTo>
                <a:lnTo>
                  <a:pt x="452158" y="195110"/>
                </a:lnTo>
                <a:lnTo>
                  <a:pt x="904328" y="195110"/>
                </a:lnTo>
                <a:lnTo>
                  <a:pt x="904328" y="0"/>
                </a:lnTo>
                <a:close/>
              </a:path>
            </a:pathLst>
          </a:custGeom>
          <a:solidFill>
            <a:srgbClr val="e5e8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6" name="object 48"/>
          <p:cNvSpPr/>
          <p:nvPr/>
        </p:nvSpPr>
        <p:spPr>
          <a:xfrm>
            <a:off x="2610720" y="437904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5" h="195579">
                <a:moveTo>
                  <a:pt x="933475" y="0"/>
                </a:moveTo>
                <a:lnTo>
                  <a:pt x="0" y="0"/>
                </a:lnTo>
                <a:lnTo>
                  <a:pt x="0" y="195122"/>
                </a:lnTo>
                <a:lnTo>
                  <a:pt x="466915" y="195122"/>
                </a:lnTo>
                <a:lnTo>
                  <a:pt x="933475" y="195122"/>
                </a:lnTo>
                <a:lnTo>
                  <a:pt x="933475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7" name="object 49"/>
          <p:cNvSpPr/>
          <p:nvPr/>
        </p:nvSpPr>
        <p:spPr>
          <a:xfrm>
            <a:off x="3629160" y="436248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5" h="195579">
                <a:moveTo>
                  <a:pt x="933830" y="0"/>
                </a:moveTo>
                <a:lnTo>
                  <a:pt x="0" y="0"/>
                </a:lnTo>
                <a:lnTo>
                  <a:pt x="0" y="195122"/>
                </a:lnTo>
                <a:lnTo>
                  <a:pt x="466915" y="195122"/>
                </a:lnTo>
                <a:lnTo>
                  <a:pt x="933830" y="195122"/>
                </a:lnTo>
                <a:lnTo>
                  <a:pt x="93383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8" name="object 50"/>
          <p:cNvSpPr/>
          <p:nvPr/>
        </p:nvSpPr>
        <p:spPr>
          <a:xfrm>
            <a:off x="4676760" y="436140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5" h="195579">
                <a:moveTo>
                  <a:pt x="933475" y="0"/>
                </a:moveTo>
                <a:lnTo>
                  <a:pt x="0" y="0"/>
                </a:lnTo>
                <a:lnTo>
                  <a:pt x="0" y="195122"/>
                </a:lnTo>
                <a:lnTo>
                  <a:pt x="466915" y="195122"/>
                </a:lnTo>
                <a:lnTo>
                  <a:pt x="933475" y="195122"/>
                </a:lnTo>
                <a:lnTo>
                  <a:pt x="933475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9" name="object 51"/>
          <p:cNvSpPr/>
          <p:nvPr/>
        </p:nvSpPr>
        <p:spPr>
          <a:xfrm>
            <a:off x="5717880" y="4361760"/>
            <a:ext cx="904680" cy="195120"/>
          </a:xfrm>
          <a:custGeom>
            <a:avLst/>
            <a:gdLst>
              <a:gd name="textAreaLeft" fmla="*/ 0 w 904680"/>
              <a:gd name="textAreaRight" fmla="*/ 905040 w 90468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04875" h="195579">
                <a:moveTo>
                  <a:pt x="904316" y="0"/>
                </a:moveTo>
                <a:lnTo>
                  <a:pt x="0" y="0"/>
                </a:lnTo>
                <a:lnTo>
                  <a:pt x="0" y="195110"/>
                </a:lnTo>
                <a:lnTo>
                  <a:pt x="452158" y="195110"/>
                </a:lnTo>
                <a:lnTo>
                  <a:pt x="904316" y="195110"/>
                </a:lnTo>
                <a:lnTo>
                  <a:pt x="904316" y="0"/>
                </a:lnTo>
                <a:close/>
              </a:path>
            </a:pathLst>
          </a:custGeom>
          <a:solidFill>
            <a:srgbClr val="e5e8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0" name="object 52"/>
          <p:cNvSpPr/>
          <p:nvPr/>
        </p:nvSpPr>
        <p:spPr>
          <a:xfrm>
            <a:off x="6760080" y="433476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4" h="195579">
                <a:moveTo>
                  <a:pt x="933475" y="0"/>
                </a:moveTo>
                <a:lnTo>
                  <a:pt x="0" y="0"/>
                </a:lnTo>
                <a:lnTo>
                  <a:pt x="0" y="195110"/>
                </a:lnTo>
                <a:lnTo>
                  <a:pt x="466915" y="195110"/>
                </a:lnTo>
                <a:lnTo>
                  <a:pt x="933475" y="195110"/>
                </a:lnTo>
                <a:lnTo>
                  <a:pt x="933475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1" name="object 53"/>
          <p:cNvSpPr/>
          <p:nvPr/>
        </p:nvSpPr>
        <p:spPr>
          <a:xfrm>
            <a:off x="7931880" y="432648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4" h="195579">
                <a:moveTo>
                  <a:pt x="933843" y="0"/>
                </a:moveTo>
                <a:lnTo>
                  <a:pt x="0" y="0"/>
                </a:lnTo>
                <a:lnTo>
                  <a:pt x="0" y="195110"/>
                </a:lnTo>
                <a:lnTo>
                  <a:pt x="466928" y="195110"/>
                </a:lnTo>
                <a:lnTo>
                  <a:pt x="933843" y="195110"/>
                </a:lnTo>
                <a:lnTo>
                  <a:pt x="933843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2" name="object 54"/>
          <p:cNvSpPr/>
          <p:nvPr/>
        </p:nvSpPr>
        <p:spPr>
          <a:xfrm>
            <a:off x="8990280" y="4309560"/>
            <a:ext cx="933840" cy="195120"/>
          </a:xfrm>
          <a:custGeom>
            <a:avLst/>
            <a:gdLst>
              <a:gd name="textAreaLeft" fmla="*/ 0 w 933840"/>
              <a:gd name="textAreaRight" fmla="*/ 934200 w 933840"/>
              <a:gd name="textAreaTop" fmla="*/ 0 h 195120"/>
              <a:gd name="textAreaBottom" fmla="*/ 195480 h 195120"/>
            </a:gdLst>
            <a:ahLst/>
            <a:rect l="textAreaLeft" t="textAreaTop" r="textAreaRight" b="textAreaBottom"/>
            <a:pathLst>
              <a:path w="934084" h="195579">
                <a:moveTo>
                  <a:pt x="933475" y="0"/>
                </a:moveTo>
                <a:lnTo>
                  <a:pt x="0" y="0"/>
                </a:lnTo>
                <a:lnTo>
                  <a:pt x="0" y="195122"/>
                </a:lnTo>
                <a:lnTo>
                  <a:pt x="466915" y="195122"/>
                </a:lnTo>
                <a:lnTo>
                  <a:pt x="933475" y="195122"/>
                </a:lnTo>
                <a:lnTo>
                  <a:pt x="933475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object 2"/>
          <p:cNvSpPr/>
          <p:nvPr/>
        </p:nvSpPr>
        <p:spPr>
          <a:xfrm>
            <a:off x="434160" y="4703760"/>
            <a:ext cx="9550080" cy="144360"/>
          </a:xfrm>
          <a:custGeom>
            <a:avLst/>
            <a:gdLst>
              <a:gd name="textAreaLeft" fmla="*/ 0 w 9550080"/>
              <a:gd name="textAreaRight" fmla="*/ 9550440 w 955008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9550400" h="144779">
                <a:moveTo>
                  <a:pt x="9550082" y="0"/>
                </a:moveTo>
                <a:lnTo>
                  <a:pt x="0" y="0"/>
                </a:lnTo>
                <a:lnTo>
                  <a:pt x="0" y="144360"/>
                </a:lnTo>
                <a:lnTo>
                  <a:pt x="4775034" y="144360"/>
                </a:lnTo>
                <a:lnTo>
                  <a:pt x="9550082" y="144360"/>
                </a:lnTo>
                <a:lnTo>
                  <a:pt x="9550082" y="0"/>
                </a:lnTo>
                <a:close/>
              </a:path>
            </a:pathLst>
          </a:custGeom>
          <a:solidFill>
            <a:srgbClr val="76b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4" name="object 3"/>
          <p:cNvSpPr/>
          <p:nvPr/>
        </p:nvSpPr>
        <p:spPr>
          <a:xfrm>
            <a:off x="1513440" y="423540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79">
                <a:moveTo>
                  <a:pt x="1837067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67" y="144360"/>
                </a:lnTo>
                <a:lnTo>
                  <a:pt x="1837067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5" name="object 4"/>
          <p:cNvSpPr/>
          <p:nvPr/>
        </p:nvSpPr>
        <p:spPr>
          <a:xfrm>
            <a:off x="662760" y="399744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6" name="object 5"/>
          <p:cNvSpPr/>
          <p:nvPr/>
        </p:nvSpPr>
        <p:spPr>
          <a:xfrm>
            <a:off x="2015280" y="345312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30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7" name="object 6"/>
          <p:cNvSpPr/>
          <p:nvPr/>
        </p:nvSpPr>
        <p:spPr>
          <a:xfrm>
            <a:off x="1292400" y="375948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8" name="object 7"/>
          <p:cNvSpPr/>
          <p:nvPr/>
        </p:nvSpPr>
        <p:spPr>
          <a:xfrm>
            <a:off x="1198440" y="317232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30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9" name="object 8"/>
          <p:cNvSpPr/>
          <p:nvPr/>
        </p:nvSpPr>
        <p:spPr>
          <a:xfrm>
            <a:off x="5178600" y="439740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0" name="object 9"/>
          <p:cNvSpPr/>
          <p:nvPr/>
        </p:nvSpPr>
        <p:spPr>
          <a:xfrm>
            <a:off x="6292800" y="341064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1" name="object 10"/>
          <p:cNvSpPr/>
          <p:nvPr/>
        </p:nvSpPr>
        <p:spPr>
          <a:xfrm>
            <a:off x="7985160" y="39891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2" name="object 11"/>
          <p:cNvSpPr/>
          <p:nvPr/>
        </p:nvSpPr>
        <p:spPr>
          <a:xfrm>
            <a:off x="7143120" y="36489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30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783" name="object 12"/>
          <p:cNvGrpSpPr/>
          <p:nvPr/>
        </p:nvGrpSpPr>
        <p:grpSpPr>
          <a:xfrm>
            <a:off x="9806400" y="4652640"/>
            <a:ext cx="229680" cy="195840"/>
            <a:chOff x="9806400" y="4652640"/>
            <a:chExt cx="229680" cy="195840"/>
          </a:xfrm>
        </p:grpSpPr>
        <p:sp>
          <p:nvSpPr>
            <p:cNvPr id="784" name="object 13"/>
            <p:cNvSpPr/>
            <p:nvPr/>
          </p:nvSpPr>
          <p:spPr>
            <a:xfrm>
              <a:off x="9806400" y="4652640"/>
              <a:ext cx="229680" cy="195840"/>
            </a:xfrm>
            <a:custGeom>
              <a:avLst/>
              <a:gdLst>
                <a:gd name="textAreaLeft" fmla="*/ 0 w 229680"/>
                <a:gd name="textAreaRight" fmla="*/ 230040 w 229680"/>
                <a:gd name="textAreaTop" fmla="*/ 0 h 195840"/>
                <a:gd name="textAreaBottom" fmla="*/ 196200 h 195840"/>
              </a:gdLst>
              <a:ahLst/>
              <a:rect l="textAreaLeft" t="textAreaTop" r="textAreaRight" b="textAreaBottom"/>
              <a:pathLst>
                <a:path w="229870" h="196214">
                  <a:moveTo>
                    <a:pt x="229692" y="0"/>
                  </a:moveTo>
                  <a:lnTo>
                    <a:pt x="0" y="0"/>
                  </a:lnTo>
                  <a:lnTo>
                    <a:pt x="0" y="195833"/>
                  </a:lnTo>
                  <a:lnTo>
                    <a:pt x="114846" y="195833"/>
                  </a:lnTo>
                  <a:lnTo>
                    <a:pt x="229692" y="195833"/>
                  </a:lnTo>
                  <a:lnTo>
                    <a:pt x="229692" y="0"/>
                  </a:lnTo>
                  <a:close/>
                </a:path>
              </a:pathLst>
            </a:custGeom>
            <a:solidFill>
              <a:srgbClr val="719ec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785" name="object 14"/>
            <p:cNvSpPr/>
            <p:nvPr/>
          </p:nvSpPr>
          <p:spPr>
            <a:xfrm>
              <a:off x="9806400" y="4652640"/>
              <a:ext cx="229680" cy="195840"/>
            </a:xfrm>
            <a:custGeom>
              <a:avLst/>
              <a:gdLst>
                <a:gd name="textAreaLeft" fmla="*/ 0 w 229680"/>
                <a:gd name="textAreaRight" fmla="*/ 230040 w 229680"/>
                <a:gd name="textAreaTop" fmla="*/ 0 h 195840"/>
                <a:gd name="textAreaBottom" fmla="*/ 196200 h 195840"/>
              </a:gdLst>
              <a:ahLst/>
              <a:rect l="textAreaLeft" t="textAreaTop" r="textAreaRight" b="textAreaBottom"/>
              <a:pathLst>
                <a:path w="229870" h="196214">
                  <a:moveTo>
                    <a:pt x="114846" y="195833"/>
                  </a:moveTo>
                  <a:lnTo>
                    <a:pt x="0" y="195833"/>
                  </a:lnTo>
                  <a:lnTo>
                    <a:pt x="0" y="0"/>
                  </a:lnTo>
                  <a:lnTo>
                    <a:pt x="229692" y="0"/>
                  </a:lnTo>
                  <a:lnTo>
                    <a:pt x="229692" y="195833"/>
                  </a:lnTo>
                  <a:lnTo>
                    <a:pt x="114846" y="195833"/>
                  </a:lnTo>
                  <a:close/>
                </a:path>
              </a:pathLst>
            </a:custGeom>
            <a:noFill/>
            <a:ln w="3175">
              <a:solidFill>
                <a:srgbClr val="3364a3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</a:pPr>
              <a:endParaRPr b="0" lang="en-GB" sz="18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  <p:sp>
        <p:nvSpPr>
          <p:cNvPr id="786" name="object 15"/>
          <p:cNvSpPr/>
          <p:nvPr/>
        </p:nvSpPr>
        <p:spPr>
          <a:xfrm>
            <a:off x="510480" y="5033160"/>
            <a:ext cx="11685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774720"/>
              </a:tabLst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0</a:t>
            </a:r>
            <a:r>
              <a:rPr b="0" lang="en-GB" sz="18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en-GB" sz="1800" spc="494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7" name="object 16"/>
          <p:cNvSpPr/>
          <p:nvPr/>
        </p:nvSpPr>
        <p:spPr>
          <a:xfrm>
            <a:off x="2355120" y="5033160"/>
            <a:ext cx="4701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15</a:t>
            </a:r>
            <a:r>
              <a:rPr b="0" lang="en-GB" sz="1800" spc="-12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8" name="object 17"/>
          <p:cNvSpPr/>
          <p:nvPr/>
        </p:nvSpPr>
        <p:spPr>
          <a:xfrm>
            <a:off x="3437280" y="5033160"/>
            <a:ext cx="4053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212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9" name="object 18"/>
          <p:cNvSpPr/>
          <p:nvPr/>
        </p:nvSpPr>
        <p:spPr>
          <a:xfrm>
            <a:off x="4900320" y="5033160"/>
            <a:ext cx="72360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  <a:tabLst>
                <a:tab algn="l" pos="330840"/>
              </a:tabLst>
            </a:pPr>
            <a:r>
              <a:rPr b="0" lang="en-GB" sz="1800" spc="-52" strike="noStrike">
                <a:solidFill>
                  <a:srgbClr val="000000"/>
                </a:solidFill>
                <a:latin typeface="Arial"/>
              </a:rPr>
              <a:t>2</a:t>
            </a: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232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0" name="object 19"/>
          <p:cNvSpPr/>
          <p:nvPr/>
        </p:nvSpPr>
        <p:spPr>
          <a:xfrm>
            <a:off x="6937560" y="5033160"/>
            <a:ext cx="470160" cy="2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12600" bIns="0" anchor="t">
            <a:spAutoFit/>
          </a:bodyPr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</a:rPr>
              <a:t>1</a:t>
            </a:r>
            <a:r>
              <a:rPr b="0" lang="en-GB" sz="1800" spc="-7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en-GB" sz="1800" spc="-26" strike="noStrike">
                <a:solidFill>
                  <a:srgbClr val="000000"/>
                </a:solidFill>
                <a:latin typeface="Arial"/>
              </a:rPr>
              <a:t>12</a:t>
            </a: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1" name="object 20"/>
          <p:cNvSpPr/>
          <p:nvPr/>
        </p:nvSpPr>
        <p:spPr>
          <a:xfrm>
            <a:off x="1734120" y="285768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2" name="object 21"/>
          <p:cNvSpPr/>
          <p:nvPr/>
        </p:nvSpPr>
        <p:spPr>
          <a:xfrm>
            <a:off x="1385640" y="257724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67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67" y="144360"/>
                </a:lnTo>
                <a:lnTo>
                  <a:pt x="1837067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3" name="object 22"/>
          <p:cNvSpPr/>
          <p:nvPr/>
        </p:nvSpPr>
        <p:spPr>
          <a:xfrm>
            <a:off x="2091600" y="224532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4" name="object 23"/>
          <p:cNvSpPr/>
          <p:nvPr/>
        </p:nvSpPr>
        <p:spPr>
          <a:xfrm>
            <a:off x="3724200" y="40737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79">
                <a:moveTo>
                  <a:pt x="1837080" y="0"/>
                </a:moveTo>
                <a:lnTo>
                  <a:pt x="0" y="0"/>
                </a:lnTo>
                <a:lnTo>
                  <a:pt x="0" y="144348"/>
                </a:lnTo>
                <a:lnTo>
                  <a:pt x="918717" y="144348"/>
                </a:lnTo>
                <a:lnTo>
                  <a:pt x="1837080" y="144348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5" name="object 24"/>
          <p:cNvSpPr/>
          <p:nvPr/>
        </p:nvSpPr>
        <p:spPr>
          <a:xfrm>
            <a:off x="4387680" y="387792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6" name="object 25"/>
          <p:cNvSpPr/>
          <p:nvPr/>
        </p:nvSpPr>
        <p:spPr>
          <a:xfrm>
            <a:off x="5697360" y="409932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7" name="object 26"/>
          <p:cNvSpPr/>
          <p:nvPr/>
        </p:nvSpPr>
        <p:spPr>
          <a:xfrm>
            <a:off x="1411200" y="198180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8" name="object 27"/>
          <p:cNvSpPr/>
          <p:nvPr/>
        </p:nvSpPr>
        <p:spPr>
          <a:xfrm>
            <a:off x="2695680" y="14205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9" name="object 28"/>
          <p:cNvSpPr/>
          <p:nvPr/>
        </p:nvSpPr>
        <p:spPr>
          <a:xfrm>
            <a:off x="1309320" y="177768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0" name="object 29"/>
          <p:cNvSpPr/>
          <p:nvPr/>
        </p:nvSpPr>
        <p:spPr>
          <a:xfrm>
            <a:off x="1513440" y="104652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67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67" y="144360"/>
                </a:lnTo>
                <a:lnTo>
                  <a:pt x="1837067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1" name="object 30"/>
          <p:cNvSpPr/>
          <p:nvPr/>
        </p:nvSpPr>
        <p:spPr>
          <a:xfrm>
            <a:off x="2491200" y="68904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30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2" name="object 31"/>
          <p:cNvSpPr/>
          <p:nvPr/>
        </p:nvSpPr>
        <p:spPr>
          <a:xfrm>
            <a:off x="1360080" y="35748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object 2"/>
          <p:cNvSpPr/>
          <p:nvPr/>
        </p:nvSpPr>
        <p:spPr>
          <a:xfrm>
            <a:off x="3537720" y="2756160"/>
            <a:ext cx="6514920" cy="144360"/>
          </a:xfrm>
          <a:custGeom>
            <a:avLst/>
            <a:gdLst>
              <a:gd name="textAreaLeft" fmla="*/ 0 w 6514920"/>
              <a:gd name="textAreaRight" fmla="*/ 6515280 w 651492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6515100" h="144780">
                <a:moveTo>
                  <a:pt x="6514553" y="0"/>
                </a:moveTo>
                <a:lnTo>
                  <a:pt x="0" y="0"/>
                </a:lnTo>
                <a:lnTo>
                  <a:pt x="0" y="144360"/>
                </a:lnTo>
                <a:lnTo>
                  <a:pt x="3257270" y="144360"/>
                </a:lnTo>
                <a:lnTo>
                  <a:pt x="6514553" y="144360"/>
                </a:lnTo>
                <a:lnTo>
                  <a:pt x="6514553" y="0"/>
                </a:lnTo>
                <a:close/>
              </a:path>
            </a:pathLst>
          </a:custGeom>
          <a:solidFill>
            <a:srgbClr val="5882a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4" name="object 3"/>
          <p:cNvSpPr/>
          <p:nvPr/>
        </p:nvSpPr>
        <p:spPr>
          <a:xfrm>
            <a:off x="3435840" y="5247720"/>
            <a:ext cx="6514920" cy="144360"/>
          </a:xfrm>
          <a:custGeom>
            <a:avLst/>
            <a:gdLst>
              <a:gd name="textAreaLeft" fmla="*/ 0 w 6514920"/>
              <a:gd name="textAreaRight" fmla="*/ 6515280 w 651492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6515100" h="144779">
                <a:moveTo>
                  <a:pt x="6514553" y="0"/>
                </a:moveTo>
                <a:lnTo>
                  <a:pt x="0" y="0"/>
                </a:lnTo>
                <a:lnTo>
                  <a:pt x="0" y="144360"/>
                </a:lnTo>
                <a:lnTo>
                  <a:pt x="3257270" y="144360"/>
                </a:lnTo>
                <a:lnTo>
                  <a:pt x="6514553" y="144360"/>
                </a:lnTo>
                <a:lnTo>
                  <a:pt x="6514553" y="0"/>
                </a:lnTo>
                <a:close/>
              </a:path>
            </a:pathLst>
          </a:custGeom>
          <a:solidFill>
            <a:srgbClr val="ff850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5" name="object 4"/>
          <p:cNvSpPr/>
          <p:nvPr/>
        </p:nvSpPr>
        <p:spPr>
          <a:xfrm>
            <a:off x="3902400" y="206712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6" name="object 5"/>
          <p:cNvSpPr/>
          <p:nvPr/>
        </p:nvSpPr>
        <p:spPr>
          <a:xfrm>
            <a:off x="4608360" y="173520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7" name="object 6"/>
          <p:cNvSpPr/>
          <p:nvPr/>
        </p:nvSpPr>
        <p:spPr>
          <a:xfrm>
            <a:off x="3927960" y="147168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8" name="object 7"/>
          <p:cNvSpPr/>
          <p:nvPr/>
        </p:nvSpPr>
        <p:spPr>
          <a:xfrm>
            <a:off x="3826080" y="12675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9" name="object 8"/>
          <p:cNvSpPr/>
          <p:nvPr/>
        </p:nvSpPr>
        <p:spPr>
          <a:xfrm>
            <a:off x="5815800" y="206712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0" name="object 9"/>
          <p:cNvSpPr/>
          <p:nvPr/>
        </p:nvSpPr>
        <p:spPr>
          <a:xfrm>
            <a:off x="6521760" y="173520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30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1" name="object 10"/>
          <p:cNvSpPr/>
          <p:nvPr/>
        </p:nvSpPr>
        <p:spPr>
          <a:xfrm>
            <a:off x="5841360" y="147168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2" name="object 11"/>
          <p:cNvSpPr/>
          <p:nvPr/>
        </p:nvSpPr>
        <p:spPr>
          <a:xfrm>
            <a:off x="5739480" y="12675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3" name="object 12"/>
          <p:cNvSpPr/>
          <p:nvPr/>
        </p:nvSpPr>
        <p:spPr>
          <a:xfrm>
            <a:off x="4897800" y="242424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4" name="object 13"/>
          <p:cNvSpPr/>
          <p:nvPr/>
        </p:nvSpPr>
        <p:spPr>
          <a:xfrm>
            <a:off x="7083360" y="24159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5" name="object 14"/>
          <p:cNvSpPr/>
          <p:nvPr/>
        </p:nvSpPr>
        <p:spPr>
          <a:xfrm>
            <a:off x="8095320" y="201600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6" name="object 15"/>
          <p:cNvSpPr/>
          <p:nvPr/>
        </p:nvSpPr>
        <p:spPr>
          <a:xfrm>
            <a:off x="8027280" y="136944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7" name="object 16"/>
          <p:cNvSpPr/>
          <p:nvPr/>
        </p:nvSpPr>
        <p:spPr>
          <a:xfrm>
            <a:off x="3749040" y="79128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80">
                <a:moveTo>
                  <a:pt x="1837080" y="0"/>
                </a:moveTo>
                <a:lnTo>
                  <a:pt x="0" y="0"/>
                </a:lnTo>
                <a:lnTo>
                  <a:pt x="0" y="144348"/>
                </a:lnTo>
                <a:lnTo>
                  <a:pt x="918718" y="144348"/>
                </a:lnTo>
                <a:lnTo>
                  <a:pt x="1837080" y="144348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8" name="object 17"/>
          <p:cNvSpPr/>
          <p:nvPr/>
        </p:nvSpPr>
        <p:spPr>
          <a:xfrm>
            <a:off x="4455000" y="4593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30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9" name="object 18"/>
          <p:cNvSpPr/>
          <p:nvPr/>
        </p:nvSpPr>
        <p:spPr>
          <a:xfrm>
            <a:off x="3774600" y="19584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0" name="object 19"/>
          <p:cNvSpPr/>
          <p:nvPr/>
        </p:nvSpPr>
        <p:spPr>
          <a:xfrm>
            <a:off x="3672720" y="0"/>
            <a:ext cx="1837440" cy="13608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36080"/>
              <a:gd name="textAreaBottom" fmla="*/ 136440 h 136080"/>
            </a:gdLst>
            <a:ahLst/>
            <a:rect l="textAreaLeft" t="textAreaTop" r="textAreaRight" b="textAreaBottom"/>
            <a:pathLst>
              <a:path w="1837689" h="136525">
                <a:moveTo>
                  <a:pt x="1837080" y="0"/>
                </a:moveTo>
                <a:lnTo>
                  <a:pt x="0" y="0"/>
                </a:lnTo>
                <a:lnTo>
                  <a:pt x="0" y="136080"/>
                </a:lnTo>
                <a:lnTo>
                  <a:pt x="1837080" y="13608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1" name="object 20"/>
          <p:cNvSpPr/>
          <p:nvPr/>
        </p:nvSpPr>
        <p:spPr>
          <a:xfrm>
            <a:off x="5662440" y="79128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48"/>
                </a:lnTo>
                <a:lnTo>
                  <a:pt x="918730" y="144348"/>
                </a:lnTo>
                <a:lnTo>
                  <a:pt x="1837080" y="144348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2" name="object 21"/>
          <p:cNvSpPr/>
          <p:nvPr/>
        </p:nvSpPr>
        <p:spPr>
          <a:xfrm>
            <a:off x="6368400" y="4593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3" name="object 22"/>
          <p:cNvSpPr/>
          <p:nvPr/>
        </p:nvSpPr>
        <p:spPr>
          <a:xfrm>
            <a:off x="5688000" y="19584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4" name="object 23"/>
          <p:cNvSpPr/>
          <p:nvPr/>
        </p:nvSpPr>
        <p:spPr>
          <a:xfrm>
            <a:off x="5586120" y="0"/>
            <a:ext cx="1837440" cy="13608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36080"/>
              <a:gd name="textAreaBottom" fmla="*/ 136440 h 136080"/>
            </a:gdLst>
            <a:ahLst/>
            <a:rect l="textAreaLeft" t="textAreaTop" r="textAreaRight" b="textAreaBottom"/>
            <a:pathLst>
              <a:path w="1837690" h="136525">
                <a:moveTo>
                  <a:pt x="1837080" y="0"/>
                </a:moveTo>
                <a:lnTo>
                  <a:pt x="0" y="0"/>
                </a:lnTo>
                <a:lnTo>
                  <a:pt x="0" y="136080"/>
                </a:lnTo>
                <a:lnTo>
                  <a:pt x="1837080" y="13608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5" name="object 24"/>
          <p:cNvSpPr/>
          <p:nvPr/>
        </p:nvSpPr>
        <p:spPr>
          <a:xfrm>
            <a:off x="4744440" y="114840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6" name="object 25"/>
          <p:cNvSpPr/>
          <p:nvPr/>
        </p:nvSpPr>
        <p:spPr>
          <a:xfrm>
            <a:off x="6930000" y="114012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7" name="object 26"/>
          <p:cNvSpPr/>
          <p:nvPr/>
        </p:nvSpPr>
        <p:spPr>
          <a:xfrm>
            <a:off x="7941960" y="7401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80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8" name="object 27"/>
          <p:cNvSpPr/>
          <p:nvPr/>
        </p:nvSpPr>
        <p:spPr>
          <a:xfrm>
            <a:off x="7873920" y="9360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9" name="object 28"/>
          <p:cNvSpPr/>
          <p:nvPr/>
        </p:nvSpPr>
        <p:spPr>
          <a:xfrm>
            <a:off x="7151040" y="49755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0" name="object 29"/>
          <p:cNvSpPr/>
          <p:nvPr/>
        </p:nvSpPr>
        <p:spPr>
          <a:xfrm>
            <a:off x="4939920" y="49755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90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7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1" name="object 30"/>
          <p:cNvSpPr/>
          <p:nvPr/>
        </p:nvSpPr>
        <p:spPr>
          <a:xfrm>
            <a:off x="2941560" y="4975560"/>
            <a:ext cx="1837440" cy="144360"/>
          </a:xfrm>
          <a:custGeom>
            <a:avLst/>
            <a:gdLst>
              <a:gd name="textAreaLeft" fmla="*/ 0 w 1837440"/>
              <a:gd name="textAreaRight" fmla="*/ 1837800 w 183744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1837689" h="144779">
                <a:moveTo>
                  <a:pt x="1837080" y="0"/>
                </a:moveTo>
                <a:lnTo>
                  <a:pt x="0" y="0"/>
                </a:lnTo>
                <a:lnTo>
                  <a:pt x="0" y="144360"/>
                </a:lnTo>
                <a:lnTo>
                  <a:pt x="918718" y="144360"/>
                </a:lnTo>
                <a:lnTo>
                  <a:pt x="1837080" y="144360"/>
                </a:lnTo>
                <a:lnTo>
                  <a:pt x="1837080" y="0"/>
                </a:lnTo>
                <a:close/>
              </a:path>
            </a:pathLst>
          </a:custGeom>
          <a:solidFill>
            <a:srgbClr val="b3c6d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2" name="object 31"/>
          <p:cNvSpPr/>
          <p:nvPr/>
        </p:nvSpPr>
        <p:spPr>
          <a:xfrm>
            <a:off x="502200" y="2756160"/>
            <a:ext cx="3035520" cy="144360"/>
          </a:xfrm>
          <a:custGeom>
            <a:avLst/>
            <a:gdLst>
              <a:gd name="textAreaLeft" fmla="*/ 0 w 3035520"/>
              <a:gd name="textAreaRight" fmla="*/ 3035880 w 303552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3035935" h="144780">
                <a:moveTo>
                  <a:pt x="3035528" y="0"/>
                </a:moveTo>
                <a:lnTo>
                  <a:pt x="0" y="0"/>
                </a:lnTo>
                <a:lnTo>
                  <a:pt x="0" y="144360"/>
                </a:lnTo>
                <a:lnTo>
                  <a:pt x="1517764" y="144360"/>
                </a:lnTo>
                <a:lnTo>
                  <a:pt x="3035528" y="144360"/>
                </a:lnTo>
                <a:lnTo>
                  <a:pt x="3035528" y="0"/>
                </a:lnTo>
                <a:close/>
              </a:path>
            </a:pathLst>
          </a:custGeom>
          <a:solidFill>
            <a:srgbClr val="76b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3" name="object 32"/>
          <p:cNvSpPr/>
          <p:nvPr/>
        </p:nvSpPr>
        <p:spPr>
          <a:xfrm>
            <a:off x="400320" y="5247720"/>
            <a:ext cx="3035520" cy="144360"/>
          </a:xfrm>
          <a:custGeom>
            <a:avLst/>
            <a:gdLst>
              <a:gd name="textAreaLeft" fmla="*/ 0 w 3035520"/>
              <a:gd name="textAreaRight" fmla="*/ 3035880 w 3035520"/>
              <a:gd name="textAreaTop" fmla="*/ 0 h 144360"/>
              <a:gd name="textAreaBottom" fmla="*/ 144720 h 144360"/>
            </a:gdLst>
            <a:ahLst/>
            <a:rect l="textAreaLeft" t="textAreaTop" r="textAreaRight" b="textAreaBottom"/>
            <a:pathLst>
              <a:path w="3035935" h="144779">
                <a:moveTo>
                  <a:pt x="3035528" y="0"/>
                </a:moveTo>
                <a:lnTo>
                  <a:pt x="0" y="0"/>
                </a:lnTo>
                <a:lnTo>
                  <a:pt x="0" y="144360"/>
                </a:lnTo>
                <a:lnTo>
                  <a:pt x="1517764" y="144360"/>
                </a:lnTo>
                <a:lnTo>
                  <a:pt x="3035528" y="144360"/>
                </a:lnTo>
                <a:lnTo>
                  <a:pt x="3035528" y="0"/>
                </a:lnTo>
                <a:close/>
              </a:path>
            </a:pathLst>
          </a:custGeom>
          <a:solidFill>
            <a:srgbClr val="76bb6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object 2"/>
          <p:cNvSpPr/>
          <p:nvPr/>
        </p:nvSpPr>
        <p:spPr>
          <a:xfrm>
            <a:off x="1785960" y="331560"/>
            <a:ext cx="3877560" cy="3835800"/>
          </a:xfrm>
          <a:custGeom>
            <a:avLst/>
            <a:gdLst>
              <a:gd name="textAreaLeft" fmla="*/ 0 w 3877560"/>
              <a:gd name="textAreaRight" fmla="*/ 3877920 w 3877560"/>
              <a:gd name="textAreaTop" fmla="*/ 0 h 3835800"/>
              <a:gd name="textAreaBottom" fmla="*/ 3836160 h 3835800"/>
            </a:gdLst>
            <a:ahLst/>
            <a:rect l="textAreaLeft" t="textAreaTop" r="textAreaRight" b="textAreaBottom"/>
            <a:pathLst>
              <a:path w="3877945" h="3836035">
                <a:moveTo>
                  <a:pt x="2491917" y="0"/>
                </a:moveTo>
                <a:lnTo>
                  <a:pt x="2475001" y="1777682"/>
                </a:lnTo>
              </a:path>
              <a:path w="3877945" h="3836035">
                <a:moveTo>
                  <a:pt x="2491917" y="1777682"/>
                </a:moveTo>
                <a:lnTo>
                  <a:pt x="1802879" y="2330640"/>
                </a:lnTo>
              </a:path>
              <a:path w="3877945" h="3836035">
                <a:moveTo>
                  <a:pt x="1802879" y="2330640"/>
                </a:moveTo>
                <a:lnTo>
                  <a:pt x="1113840" y="2883598"/>
                </a:lnTo>
              </a:path>
              <a:path w="3877945" h="3836035">
                <a:moveTo>
                  <a:pt x="2491917" y="1777682"/>
                </a:moveTo>
                <a:lnTo>
                  <a:pt x="3180956" y="2330640"/>
                </a:lnTo>
              </a:path>
              <a:path w="3877945" h="3836035">
                <a:moveTo>
                  <a:pt x="1802879" y="2330640"/>
                </a:moveTo>
                <a:lnTo>
                  <a:pt x="2491917" y="2883598"/>
                </a:lnTo>
              </a:path>
              <a:path w="3877945" h="3836035">
                <a:moveTo>
                  <a:pt x="3180956" y="2330640"/>
                </a:moveTo>
                <a:lnTo>
                  <a:pt x="3869994" y="2883598"/>
                </a:lnTo>
              </a:path>
              <a:path w="3877945" h="3836035">
                <a:moveTo>
                  <a:pt x="3435477" y="2526487"/>
                </a:moveTo>
                <a:lnTo>
                  <a:pt x="2746438" y="3079445"/>
                </a:lnTo>
              </a:path>
              <a:path w="3877945" h="3836035">
                <a:moveTo>
                  <a:pt x="2440800" y="2883598"/>
                </a:moveTo>
                <a:lnTo>
                  <a:pt x="2423871" y="3580561"/>
                </a:lnTo>
              </a:path>
              <a:path w="3877945" h="3836035">
                <a:moveTo>
                  <a:pt x="2755442" y="3138843"/>
                </a:moveTo>
                <a:lnTo>
                  <a:pt x="2738513" y="3835806"/>
                </a:lnTo>
              </a:path>
              <a:path w="3877945" h="3836035">
                <a:moveTo>
                  <a:pt x="3877919" y="2934716"/>
                </a:moveTo>
                <a:lnTo>
                  <a:pt x="3861003" y="3631679"/>
                </a:lnTo>
              </a:path>
              <a:path w="3877945" h="3836035">
                <a:moveTo>
                  <a:pt x="1113840" y="2883598"/>
                </a:moveTo>
                <a:lnTo>
                  <a:pt x="1079995" y="3665524"/>
                </a:lnTo>
              </a:path>
              <a:path w="3877945" h="3836035">
                <a:moveTo>
                  <a:pt x="2491917" y="425526"/>
                </a:moveTo>
                <a:lnTo>
                  <a:pt x="0" y="2644927"/>
                </a:lnTo>
              </a:path>
            </a:pathLst>
          </a:custGeom>
          <a:noFill/>
          <a:ln w="3175">
            <a:solidFill>
              <a:srgbClr val="3364a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</a:pPr>
            <a:endParaRPr b="0" lang="en-GB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2025-04-08T15:49:57Z</dcterms:created>
  <dc:creator/>
  <dc:description/>
  <dc:language>en-GB</dc:language>
  <cp:lastModifiedBy/>
  <dcterms:modified xsi:type="dcterms:W3CDTF">2025-12-19T17:14:04Z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2024-10-22T00:00:00Z</vt:filetime>
  </property>
  <property fmtid="{D5CDD505-2E9C-101B-9397-08002B2CF9AE}" pid="3" name="Creator">
    <vt:lpwstr>Impress</vt:lpwstr>
  </property>
  <property fmtid="{D5CDD505-2E9C-101B-9397-08002B2CF9AE}" pid="4" name="LastSaved">
    <vt:filetime>2024-10-22T00:00:00Z</vt:filetime>
  </property>
  <property fmtid="{D5CDD505-2E9C-101B-9397-08002B2CF9AE}" pid="5" name="PresentationFormat">
    <vt:lpwstr>On-screen Show (4:3)</vt:lpwstr>
  </property>
  <property fmtid="{D5CDD505-2E9C-101B-9397-08002B2CF9AE}" pid="6" name="Producer">
    <vt:lpwstr>LibreOffice 7.4</vt:lpwstr>
  </property>
</Properties>
</file>